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7"/>
  </p:notesMasterIdLst>
  <p:sldIdLst>
    <p:sldId id="256" r:id="rId2"/>
    <p:sldId id="319" r:id="rId3"/>
    <p:sldId id="258" r:id="rId4"/>
    <p:sldId id="263" r:id="rId5"/>
    <p:sldId id="265" r:id="rId6"/>
    <p:sldId id="259" r:id="rId7"/>
    <p:sldId id="260" r:id="rId8"/>
    <p:sldId id="261" r:id="rId9"/>
    <p:sldId id="262" r:id="rId10"/>
    <p:sldId id="266" r:id="rId11"/>
    <p:sldId id="268" r:id="rId12"/>
    <p:sldId id="271" r:id="rId13"/>
    <p:sldId id="272" r:id="rId14"/>
    <p:sldId id="269" r:id="rId15"/>
    <p:sldId id="270" r:id="rId16"/>
    <p:sldId id="273" r:id="rId17"/>
    <p:sldId id="274" r:id="rId18"/>
    <p:sldId id="276" r:id="rId19"/>
    <p:sldId id="278" r:id="rId20"/>
    <p:sldId id="279" r:id="rId21"/>
    <p:sldId id="277" r:id="rId22"/>
    <p:sldId id="296" r:id="rId23"/>
    <p:sldId id="281" r:id="rId24"/>
    <p:sldId id="282" r:id="rId25"/>
    <p:sldId id="283" r:id="rId26"/>
    <p:sldId id="284" r:id="rId27"/>
    <p:sldId id="285" r:id="rId28"/>
    <p:sldId id="287" r:id="rId29"/>
    <p:sldId id="288" r:id="rId30"/>
    <p:sldId id="289" r:id="rId31"/>
    <p:sldId id="291" r:id="rId32"/>
    <p:sldId id="292" r:id="rId33"/>
    <p:sldId id="290" r:id="rId34"/>
    <p:sldId id="294" r:id="rId35"/>
    <p:sldId id="293" r:id="rId36"/>
    <p:sldId id="295" r:id="rId37"/>
    <p:sldId id="297" r:id="rId38"/>
    <p:sldId id="298" r:id="rId39"/>
    <p:sldId id="299" r:id="rId40"/>
    <p:sldId id="300" r:id="rId41"/>
    <p:sldId id="301" r:id="rId42"/>
    <p:sldId id="302" r:id="rId43"/>
    <p:sldId id="303" r:id="rId44"/>
    <p:sldId id="312" r:id="rId45"/>
    <p:sldId id="313" r:id="rId46"/>
    <p:sldId id="314" r:id="rId47"/>
    <p:sldId id="315" r:id="rId48"/>
    <p:sldId id="304" r:id="rId49"/>
    <p:sldId id="305" r:id="rId50"/>
    <p:sldId id="306" r:id="rId51"/>
    <p:sldId id="316" r:id="rId52"/>
    <p:sldId id="317" r:id="rId53"/>
    <p:sldId id="318" r:id="rId54"/>
    <p:sldId id="320" r:id="rId55"/>
    <p:sldId id="307" r:id="rId5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B6820D2-AB97-4D0C-AD9A-09EB7ACA3133}" v="84" dt="2026-02-26T05:22:29.95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577" autoAdjust="0"/>
    <p:restoredTop sz="94660"/>
  </p:normalViewPr>
  <p:slideViewPr>
    <p:cSldViewPr snapToGrid="0">
      <p:cViewPr varScale="1">
        <p:scale>
          <a:sx n="75" d="100"/>
          <a:sy n="75" d="100"/>
        </p:scale>
        <p:origin x="922"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tableStyles" Target="tableStyle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notesMaster" Target="notesMasters/notesMaster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1467581-083F-4AF9-A43E-620C21664952}" type="datetimeFigureOut">
              <a:rPr lang="en-IN" smtClean="0"/>
              <a:t>26-02-2026</a:t>
            </a:fld>
            <a:endParaRPr lang="en-IN"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8E869DF-224C-4EB3-98CA-142E0CB66EBD}" type="slidenum">
              <a:rPr lang="en-IN" smtClean="0"/>
              <a:t>‹#›</a:t>
            </a:fld>
            <a:endParaRPr lang="en-IN" dirty="0"/>
          </a:p>
        </p:txBody>
      </p:sp>
    </p:spTree>
    <p:extLst>
      <p:ext uri="{BB962C8B-B14F-4D97-AF65-F5344CB8AC3E}">
        <p14:creationId xmlns:p14="http://schemas.microsoft.com/office/powerpoint/2010/main" val="12982397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dirty="0"/>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E8E869DF-224C-4EB3-98CA-142E0CB66EBD}" type="slidenum">
              <a:rPr lang="en-IN" smtClean="0"/>
              <a:t>3</a:t>
            </a:fld>
            <a:endParaRPr lang="en-IN" dirty="0"/>
          </a:p>
        </p:txBody>
      </p:sp>
    </p:spTree>
    <p:extLst>
      <p:ext uri="{BB962C8B-B14F-4D97-AF65-F5344CB8AC3E}">
        <p14:creationId xmlns:p14="http://schemas.microsoft.com/office/powerpoint/2010/main" val="395991285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dirty="0"/>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E8E869DF-224C-4EB3-98CA-142E0CB66EBD}" type="slidenum">
              <a:rPr lang="en-IN" smtClean="0"/>
              <a:t>26</a:t>
            </a:fld>
            <a:endParaRPr lang="en-IN" dirty="0"/>
          </a:p>
        </p:txBody>
      </p:sp>
    </p:spTree>
    <p:extLst>
      <p:ext uri="{BB962C8B-B14F-4D97-AF65-F5344CB8AC3E}">
        <p14:creationId xmlns:p14="http://schemas.microsoft.com/office/powerpoint/2010/main" val="382375909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dirty="0"/>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E8E869DF-224C-4EB3-98CA-142E0CB66EBD}" type="slidenum">
              <a:rPr lang="en-IN" smtClean="0"/>
              <a:t>31</a:t>
            </a:fld>
            <a:endParaRPr lang="en-IN" dirty="0"/>
          </a:p>
        </p:txBody>
      </p:sp>
    </p:spTree>
    <p:extLst>
      <p:ext uri="{BB962C8B-B14F-4D97-AF65-F5344CB8AC3E}">
        <p14:creationId xmlns:p14="http://schemas.microsoft.com/office/powerpoint/2010/main" val="88675531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EC145B-6C6B-E3EB-209E-EB89B35C7D7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6A139C89-8AD4-BA14-1C2B-2E328D2FCF1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94BA586B-202F-384B-3365-73A9CCCA0A98}"/>
              </a:ext>
            </a:extLst>
          </p:cNvPr>
          <p:cNvSpPr>
            <a:spLocks noGrp="1"/>
          </p:cNvSpPr>
          <p:nvPr>
            <p:ph type="dt" sz="half" idx="10"/>
          </p:nvPr>
        </p:nvSpPr>
        <p:spPr/>
        <p:txBody>
          <a:bodyPr/>
          <a:lstStyle/>
          <a:p>
            <a:fld id="{27472EF4-EF96-49F8-BFC7-268FC8E04CDA}" type="datetimeFigureOut">
              <a:rPr lang="en-IN" smtClean="0"/>
              <a:t>26-02-2026</a:t>
            </a:fld>
            <a:endParaRPr lang="en-IN" dirty="0"/>
          </a:p>
        </p:txBody>
      </p:sp>
      <p:sp>
        <p:nvSpPr>
          <p:cNvPr id="5" name="Footer Placeholder 4">
            <a:extLst>
              <a:ext uri="{FF2B5EF4-FFF2-40B4-BE49-F238E27FC236}">
                <a16:creationId xmlns:a16="http://schemas.microsoft.com/office/drawing/2014/main" id="{275BDE1A-028D-0C0E-CD47-BBBF7DD96584}"/>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3524F39D-6FED-A0A3-8139-38AB1D464838}"/>
              </a:ext>
            </a:extLst>
          </p:cNvPr>
          <p:cNvSpPr>
            <a:spLocks noGrp="1"/>
          </p:cNvSpPr>
          <p:nvPr>
            <p:ph type="sldNum" sz="quarter" idx="12"/>
          </p:nvPr>
        </p:nvSpPr>
        <p:spPr/>
        <p:txBody>
          <a:bodyPr/>
          <a:lstStyle/>
          <a:p>
            <a:fld id="{4C8CE651-BCC8-4913-9B6C-768A93198347}" type="slidenum">
              <a:rPr lang="en-IN" smtClean="0"/>
              <a:t>‹#›</a:t>
            </a:fld>
            <a:endParaRPr lang="en-IN" dirty="0"/>
          </a:p>
        </p:txBody>
      </p:sp>
    </p:spTree>
    <p:extLst>
      <p:ext uri="{BB962C8B-B14F-4D97-AF65-F5344CB8AC3E}">
        <p14:creationId xmlns:p14="http://schemas.microsoft.com/office/powerpoint/2010/main" val="30495221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113AB4-399C-29EB-9FF7-FDFBD5EDD2E0}"/>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C6098F17-E43F-686D-E135-834FE6D7EE4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286A093-04BC-B865-3C36-402A2FB44ACB}"/>
              </a:ext>
            </a:extLst>
          </p:cNvPr>
          <p:cNvSpPr>
            <a:spLocks noGrp="1"/>
          </p:cNvSpPr>
          <p:nvPr>
            <p:ph type="dt" sz="half" idx="10"/>
          </p:nvPr>
        </p:nvSpPr>
        <p:spPr/>
        <p:txBody>
          <a:bodyPr/>
          <a:lstStyle/>
          <a:p>
            <a:fld id="{27472EF4-EF96-49F8-BFC7-268FC8E04CDA}" type="datetimeFigureOut">
              <a:rPr lang="en-IN" smtClean="0"/>
              <a:t>26-02-2026</a:t>
            </a:fld>
            <a:endParaRPr lang="en-IN" dirty="0"/>
          </a:p>
        </p:txBody>
      </p:sp>
      <p:sp>
        <p:nvSpPr>
          <p:cNvPr id="5" name="Footer Placeholder 4">
            <a:extLst>
              <a:ext uri="{FF2B5EF4-FFF2-40B4-BE49-F238E27FC236}">
                <a16:creationId xmlns:a16="http://schemas.microsoft.com/office/drawing/2014/main" id="{C2085E86-CBB1-BE02-B1F4-A1F7442751CA}"/>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AC5A0CE7-A24C-4A0B-08F8-F53E01C034A5}"/>
              </a:ext>
            </a:extLst>
          </p:cNvPr>
          <p:cNvSpPr>
            <a:spLocks noGrp="1"/>
          </p:cNvSpPr>
          <p:nvPr>
            <p:ph type="sldNum" sz="quarter" idx="12"/>
          </p:nvPr>
        </p:nvSpPr>
        <p:spPr/>
        <p:txBody>
          <a:bodyPr/>
          <a:lstStyle/>
          <a:p>
            <a:fld id="{4C8CE651-BCC8-4913-9B6C-768A93198347}" type="slidenum">
              <a:rPr lang="en-IN" smtClean="0"/>
              <a:t>‹#›</a:t>
            </a:fld>
            <a:endParaRPr lang="en-IN" dirty="0"/>
          </a:p>
        </p:txBody>
      </p:sp>
    </p:spTree>
    <p:extLst>
      <p:ext uri="{BB962C8B-B14F-4D97-AF65-F5344CB8AC3E}">
        <p14:creationId xmlns:p14="http://schemas.microsoft.com/office/powerpoint/2010/main" val="116382085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9D44DE-EFD2-D562-4605-71BBD19B56C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68F679A6-994B-B28E-CED1-EEE1D3167B4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61F4821-CCA1-01D5-0F75-843699D5B5AF}"/>
              </a:ext>
            </a:extLst>
          </p:cNvPr>
          <p:cNvSpPr>
            <a:spLocks noGrp="1"/>
          </p:cNvSpPr>
          <p:nvPr>
            <p:ph type="dt" sz="half" idx="10"/>
          </p:nvPr>
        </p:nvSpPr>
        <p:spPr/>
        <p:txBody>
          <a:bodyPr/>
          <a:lstStyle/>
          <a:p>
            <a:fld id="{27472EF4-EF96-49F8-BFC7-268FC8E04CDA}" type="datetimeFigureOut">
              <a:rPr lang="en-IN" smtClean="0"/>
              <a:t>26-02-2026</a:t>
            </a:fld>
            <a:endParaRPr lang="en-IN" dirty="0"/>
          </a:p>
        </p:txBody>
      </p:sp>
      <p:sp>
        <p:nvSpPr>
          <p:cNvPr id="5" name="Footer Placeholder 4">
            <a:extLst>
              <a:ext uri="{FF2B5EF4-FFF2-40B4-BE49-F238E27FC236}">
                <a16:creationId xmlns:a16="http://schemas.microsoft.com/office/drawing/2014/main" id="{9A38AB54-58BE-F81E-A10A-0E66E2D03FF1}"/>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948024EE-43EF-04B8-A93E-CD81FEEE642A}"/>
              </a:ext>
            </a:extLst>
          </p:cNvPr>
          <p:cNvSpPr>
            <a:spLocks noGrp="1"/>
          </p:cNvSpPr>
          <p:nvPr>
            <p:ph type="sldNum" sz="quarter" idx="12"/>
          </p:nvPr>
        </p:nvSpPr>
        <p:spPr/>
        <p:txBody>
          <a:bodyPr/>
          <a:lstStyle/>
          <a:p>
            <a:fld id="{4C8CE651-BCC8-4913-9B6C-768A93198347}" type="slidenum">
              <a:rPr lang="en-IN" smtClean="0"/>
              <a:t>‹#›</a:t>
            </a:fld>
            <a:endParaRPr lang="en-IN" dirty="0"/>
          </a:p>
        </p:txBody>
      </p:sp>
    </p:spTree>
    <p:extLst>
      <p:ext uri="{BB962C8B-B14F-4D97-AF65-F5344CB8AC3E}">
        <p14:creationId xmlns:p14="http://schemas.microsoft.com/office/powerpoint/2010/main" val="352280144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1E07E9-166A-78B6-ED1A-7CD44C2964F8}"/>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1E7890E3-E7E1-5C56-92AF-53A2BCC93DB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0E261805-6FB5-0CA9-146A-18D524D1151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BD01C49E-EE1A-FD1C-8BAE-BB75AC09E8AB}"/>
              </a:ext>
            </a:extLst>
          </p:cNvPr>
          <p:cNvSpPr>
            <a:spLocks noGrp="1"/>
          </p:cNvSpPr>
          <p:nvPr>
            <p:ph type="dt" sz="half" idx="10"/>
          </p:nvPr>
        </p:nvSpPr>
        <p:spPr/>
        <p:txBody>
          <a:bodyPr/>
          <a:lstStyle/>
          <a:p>
            <a:fld id="{27472EF4-EF96-49F8-BFC7-268FC8E04CDA}" type="datetimeFigureOut">
              <a:rPr lang="en-IN" smtClean="0"/>
              <a:t>26-02-2026</a:t>
            </a:fld>
            <a:endParaRPr lang="en-IN" dirty="0"/>
          </a:p>
        </p:txBody>
      </p:sp>
      <p:sp>
        <p:nvSpPr>
          <p:cNvPr id="6" name="Footer Placeholder 5">
            <a:extLst>
              <a:ext uri="{FF2B5EF4-FFF2-40B4-BE49-F238E27FC236}">
                <a16:creationId xmlns:a16="http://schemas.microsoft.com/office/drawing/2014/main" id="{79DB3F6E-0197-E254-001E-4134EBA2872E}"/>
              </a:ext>
            </a:extLst>
          </p:cNvPr>
          <p:cNvSpPr>
            <a:spLocks noGrp="1"/>
          </p:cNvSpPr>
          <p:nvPr>
            <p:ph type="ftr" sz="quarter" idx="11"/>
          </p:nvPr>
        </p:nvSpPr>
        <p:spPr/>
        <p:txBody>
          <a:bodyPr/>
          <a:lstStyle/>
          <a:p>
            <a:endParaRPr lang="en-IN" dirty="0"/>
          </a:p>
        </p:txBody>
      </p:sp>
      <p:sp>
        <p:nvSpPr>
          <p:cNvPr id="7" name="Slide Number Placeholder 6">
            <a:extLst>
              <a:ext uri="{FF2B5EF4-FFF2-40B4-BE49-F238E27FC236}">
                <a16:creationId xmlns:a16="http://schemas.microsoft.com/office/drawing/2014/main" id="{B06A2FA1-1726-72D8-6A11-869E05FE8296}"/>
              </a:ext>
            </a:extLst>
          </p:cNvPr>
          <p:cNvSpPr>
            <a:spLocks noGrp="1"/>
          </p:cNvSpPr>
          <p:nvPr>
            <p:ph type="sldNum" sz="quarter" idx="12"/>
          </p:nvPr>
        </p:nvSpPr>
        <p:spPr/>
        <p:txBody>
          <a:bodyPr/>
          <a:lstStyle/>
          <a:p>
            <a:fld id="{4C8CE651-BCC8-4913-9B6C-768A93198347}" type="slidenum">
              <a:rPr lang="en-IN" smtClean="0"/>
              <a:t>‹#›</a:t>
            </a:fld>
            <a:endParaRPr lang="en-IN" dirty="0"/>
          </a:p>
        </p:txBody>
      </p:sp>
    </p:spTree>
    <p:extLst>
      <p:ext uri="{BB962C8B-B14F-4D97-AF65-F5344CB8AC3E}">
        <p14:creationId xmlns:p14="http://schemas.microsoft.com/office/powerpoint/2010/main" val="229430617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33E073-6297-35F6-B578-A01892BFE6E8}"/>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B5BB0A98-E706-256A-8579-11B34461034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08764A5-0A19-CB78-929A-9CF6A6D8263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55D01AA9-13DA-BD97-182F-D889EDDDC0D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1234336-DEFE-363C-E1BA-BD9019027C9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E82E3D20-E5C9-32CF-D10D-1ECF39301B3A}"/>
              </a:ext>
            </a:extLst>
          </p:cNvPr>
          <p:cNvSpPr>
            <a:spLocks noGrp="1"/>
          </p:cNvSpPr>
          <p:nvPr>
            <p:ph type="dt" sz="half" idx="10"/>
          </p:nvPr>
        </p:nvSpPr>
        <p:spPr/>
        <p:txBody>
          <a:bodyPr/>
          <a:lstStyle/>
          <a:p>
            <a:fld id="{27472EF4-EF96-49F8-BFC7-268FC8E04CDA}" type="datetimeFigureOut">
              <a:rPr lang="en-IN" smtClean="0"/>
              <a:t>26-02-2026</a:t>
            </a:fld>
            <a:endParaRPr lang="en-IN" dirty="0"/>
          </a:p>
        </p:txBody>
      </p:sp>
      <p:sp>
        <p:nvSpPr>
          <p:cNvPr id="8" name="Footer Placeholder 7">
            <a:extLst>
              <a:ext uri="{FF2B5EF4-FFF2-40B4-BE49-F238E27FC236}">
                <a16:creationId xmlns:a16="http://schemas.microsoft.com/office/drawing/2014/main" id="{CF76C019-1F64-3D57-9A0F-F41CDEB89734}"/>
              </a:ext>
            </a:extLst>
          </p:cNvPr>
          <p:cNvSpPr>
            <a:spLocks noGrp="1"/>
          </p:cNvSpPr>
          <p:nvPr>
            <p:ph type="ftr" sz="quarter" idx="11"/>
          </p:nvPr>
        </p:nvSpPr>
        <p:spPr/>
        <p:txBody>
          <a:bodyPr/>
          <a:lstStyle/>
          <a:p>
            <a:endParaRPr lang="en-IN" dirty="0"/>
          </a:p>
        </p:txBody>
      </p:sp>
      <p:sp>
        <p:nvSpPr>
          <p:cNvPr id="9" name="Slide Number Placeholder 8">
            <a:extLst>
              <a:ext uri="{FF2B5EF4-FFF2-40B4-BE49-F238E27FC236}">
                <a16:creationId xmlns:a16="http://schemas.microsoft.com/office/drawing/2014/main" id="{AC9DADEC-B9B2-AE8E-526C-57AE90ED96EB}"/>
              </a:ext>
            </a:extLst>
          </p:cNvPr>
          <p:cNvSpPr>
            <a:spLocks noGrp="1"/>
          </p:cNvSpPr>
          <p:nvPr>
            <p:ph type="sldNum" sz="quarter" idx="12"/>
          </p:nvPr>
        </p:nvSpPr>
        <p:spPr/>
        <p:txBody>
          <a:bodyPr/>
          <a:lstStyle/>
          <a:p>
            <a:fld id="{4C8CE651-BCC8-4913-9B6C-768A93198347}" type="slidenum">
              <a:rPr lang="en-IN" smtClean="0"/>
              <a:t>‹#›</a:t>
            </a:fld>
            <a:endParaRPr lang="en-IN" dirty="0"/>
          </a:p>
        </p:txBody>
      </p:sp>
    </p:spTree>
    <p:extLst>
      <p:ext uri="{BB962C8B-B14F-4D97-AF65-F5344CB8AC3E}">
        <p14:creationId xmlns:p14="http://schemas.microsoft.com/office/powerpoint/2010/main" val="88022689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467539-F3EF-5B59-0069-6F848FBA63F4}"/>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B43C78B1-DA85-C4EA-BB71-EDE89E676CE1}"/>
              </a:ext>
            </a:extLst>
          </p:cNvPr>
          <p:cNvSpPr>
            <a:spLocks noGrp="1"/>
          </p:cNvSpPr>
          <p:nvPr>
            <p:ph type="dt" sz="half" idx="10"/>
          </p:nvPr>
        </p:nvSpPr>
        <p:spPr/>
        <p:txBody>
          <a:bodyPr/>
          <a:lstStyle/>
          <a:p>
            <a:fld id="{27472EF4-EF96-49F8-BFC7-268FC8E04CDA}" type="datetimeFigureOut">
              <a:rPr lang="en-IN" smtClean="0"/>
              <a:t>26-02-2026</a:t>
            </a:fld>
            <a:endParaRPr lang="en-IN" dirty="0"/>
          </a:p>
        </p:txBody>
      </p:sp>
      <p:sp>
        <p:nvSpPr>
          <p:cNvPr id="4" name="Footer Placeholder 3">
            <a:extLst>
              <a:ext uri="{FF2B5EF4-FFF2-40B4-BE49-F238E27FC236}">
                <a16:creationId xmlns:a16="http://schemas.microsoft.com/office/drawing/2014/main" id="{5ABFA4D3-AFD0-0AF9-CCAC-9C8F452F2292}"/>
              </a:ext>
            </a:extLst>
          </p:cNvPr>
          <p:cNvSpPr>
            <a:spLocks noGrp="1"/>
          </p:cNvSpPr>
          <p:nvPr>
            <p:ph type="ftr" sz="quarter" idx="11"/>
          </p:nvPr>
        </p:nvSpPr>
        <p:spPr/>
        <p:txBody>
          <a:bodyPr/>
          <a:lstStyle/>
          <a:p>
            <a:endParaRPr lang="en-IN" dirty="0"/>
          </a:p>
        </p:txBody>
      </p:sp>
      <p:sp>
        <p:nvSpPr>
          <p:cNvPr id="5" name="Slide Number Placeholder 4">
            <a:extLst>
              <a:ext uri="{FF2B5EF4-FFF2-40B4-BE49-F238E27FC236}">
                <a16:creationId xmlns:a16="http://schemas.microsoft.com/office/drawing/2014/main" id="{5E9A19D7-F09A-1F83-5808-497F0E1B085C}"/>
              </a:ext>
            </a:extLst>
          </p:cNvPr>
          <p:cNvSpPr>
            <a:spLocks noGrp="1"/>
          </p:cNvSpPr>
          <p:nvPr>
            <p:ph type="sldNum" sz="quarter" idx="12"/>
          </p:nvPr>
        </p:nvSpPr>
        <p:spPr/>
        <p:txBody>
          <a:bodyPr/>
          <a:lstStyle/>
          <a:p>
            <a:fld id="{4C8CE651-BCC8-4913-9B6C-768A93198347}" type="slidenum">
              <a:rPr lang="en-IN" smtClean="0"/>
              <a:t>‹#›</a:t>
            </a:fld>
            <a:endParaRPr lang="en-IN" dirty="0"/>
          </a:p>
        </p:txBody>
      </p:sp>
    </p:spTree>
    <p:extLst>
      <p:ext uri="{BB962C8B-B14F-4D97-AF65-F5344CB8AC3E}">
        <p14:creationId xmlns:p14="http://schemas.microsoft.com/office/powerpoint/2010/main" val="173873646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6144B98-7761-BF0C-9D94-86C6D705DEC6}"/>
              </a:ext>
            </a:extLst>
          </p:cNvPr>
          <p:cNvSpPr>
            <a:spLocks noGrp="1"/>
          </p:cNvSpPr>
          <p:nvPr>
            <p:ph type="dt" sz="half" idx="10"/>
          </p:nvPr>
        </p:nvSpPr>
        <p:spPr/>
        <p:txBody>
          <a:bodyPr/>
          <a:lstStyle/>
          <a:p>
            <a:fld id="{27472EF4-EF96-49F8-BFC7-268FC8E04CDA}" type="datetimeFigureOut">
              <a:rPr lang="en-IN" smtClean="0"/>
              <a:t>26-02-2026</a:t>
            </a:fld>
            <a:endParaRPr lang="en-IN" dirty="0"/>
          </a:p>
        </p:txBody>
      </p:sp>
      <p:sp>
        <p:nvSpPr>
          <p:cNvPr id="3" name="Footer Placeholder 2">
            <a:extLst>
              <a:ext uri="{FF2B5EF4-FFF2-40B4-BE49-F238E27FC236}">
                <a16:creationId xmlns:a16="http://schemas.microsoft.com/office/drawing/2014/main" id="{C254DFF5-EDE4-E842-5DC5-66967427DEA8}"/>
              </a:ext>
            </a:extLst>
          </p:cNvPr>
          <p:cNvSpPr>
            <a:spLocks noGrp="1"/>
          </p:cNvSpPr>
          <p:nvPr>
            <p:ph type="ftr" sz="quarter" idx="11"/>
          </p:nvPr>
        </p:nvSpPr>
        <p:spPr/>
        <p:txBody>
          <a:bodyPr/>
          <a:lstStyle/>
          <a:p>
            <a:endParaRPr lang="en-IN" dirty="0"/>
          </a:p>
        </p:txBody>
      </p:sp>
      <p:sp>
        <p:nvSpPr>
          <p:cNvPr id="4" name="Slide Number Placeholder 3">
            <a:extLst>
              <a:ext uri="{FF2B5EF4-FFF2-40B4-BE49-F238E27FC236}">
                <a16:creationId xmlns:a16="http://schemas.microsoft.com/office/drawing/2014/main" id="{09BD62F3-3DC3-F083-ABAF-627A7DCEDF2E}"/>
              </a:ext>
            </a:extLst>
          </p:cNvPr>
          <p:cNvSpPr>
            <a:spLocks noGrp="1"/>
          </p:cNvSpPr>
          <p:nvPr>
            <p:ph type="sldNum" sz="quarter" idx="12"/>
          </p:nvPr>
        </p:nvSpPr>
        <p:spPr/>
        <p:txBody>
          <a:bodyPr/>
          <a:lstStyle/>
          <a:p>
            <a:fld id="{4C8CE651-BCC8-4913-9B6C-768A93198347}" type="slidenum">
              <a:rPr lang="en-IN" smtClean="0"/>
              <a:t>‹#›</a:t>
            </a:fld>
            <a:endParaRPr lang="en-IN" dirty="0"/>
          </a:p>
        </p:txBody>
      </p:sp>
    </p:spTree>
    <p:extLst>
      <p:ext uri="{BB962C8B-B14F-4D97-AF65-F5344CB8AC3E}">
        <p14:creationId xmlns:p14="http://schemas.microsoft.com/office/powerpoint/2010/main" val="277291078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C260E3-5B0A-C3B0-8274-A7EF1F7D0DC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AFB6A479-A98F-D5D5-40BC-E6521ADDC74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FBDCDFCF-BD75-8D48-1D90-BE462B314B8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5C6EEBE-B1A2-E009-C91F-48075FF5C666}"/>
              </a:ext>
            </a:extLst>
          </p:cNvPr>
          <p:cNvSpPr>
            <a:spLocks noGrp="1"/>
          </p:cNvSpPr>
          <p:nvPr>
            <p:ph type="dt" sz="half" idx="10"/>
          </p:nvPr>
        </p:nvSpPr>
        <p:spPr/>
        <p:txBody>
          <a:bodyPr/>
          <a:lstStyle/>
          <a:p>
            <a:fld id="{27472EF4-EF96-49F8-BFC7-268FC8E04CDA}" type="datetimeFigureOut">
              <a:rPr lang="en-IN" smtClean="0"/>
              <a:t>26-02-2026</a:t>
            </a:fld>
            <a:endParaRPr lang="en-IN" dirty="0"/>
          </a:p>
        </p:txBody>
      </p:sp>
      <p:sp>
        <p:nvSpPr>
          <p:cNvPr id="6" name="Footer Placeholder 5">
            <a:extLst>
              <a:ext uri="{FF2B5EF4-FFF2-40B4-BE49-F238E27FC236}">
                <a16:creationId xmlns:a16="http://schemas.microsoft.com/office/drawing/2014/main" id="{5041B94B-C46B-55A7-AD93-F95384273651}"/>
              </a:ext>
            </a:extLst>
          </p:cNvPr>
          <p:cNvSpPr>
            <a:spLocks noGrp="1"/>
          </p:cNvSpPr>
          <p:nvPr>
            <p:ph type="ftr" sz="quarter" idx="11"/>
          </p:nvPr>
        </p:nvSpPr>
        <p:spPr/>
        <p:txBody>
          <a:bodyPr/>
          <a:lstStyle/>
          <a:p>
            <a:endParaRPr lang="en-IN" dirty="0"/>
          </a:p>
        </p:txBody>
      </p:sp>
      <p:sp>
        <p:nvSpPr>
          <p:cNvPr id="7" name="Slide Number Placeholder 6">
            <a:extLst>
              <a:ext uri="{FF2B5EF4-FFF2-40B4-BE49-F238E27FC236}">
                <a16:creationId xmlns:a16="http://schemas.microsoft.com/office/drawing/2014/main" id="{753A667D-BCE8-A2EA-3D30-6065FF6D6576}"/>
              </a:ext>
            </a:extLst>
          </p:cNvPr>
          <p:cNvSpPr>
            <a:spLocks noGrp="1"/>
          </p:cNvSpPr>
          <p:nvPr>
            <p:ph type="sldNum" sz="quarter" idx="12"/>
          </p:nvPr>
        </p:nvSpPr>
        <p:spPr/>
        <p:txBody>
          <a:bodyPr/>
          <a:lstStyle/>
          <a:p>
            <a:fld id="{4C8CE651-BCC8-4913-9B6C-768A93198347}" type="slidenum">
              <a:rPr lang="en-IN" smtClean="0"/>
              <a:t>‹#›</a:t>
            </a:fld>
            <a:endParaRPr lang="en-IN" dirty="0"/>
          </a:p>
        </p:txBody>
      </p:sp>
    </p:spTree>
    <p:extLst>
      <p:ext uri="{BB962C8B-B14F-4D97-AF65-F5344CB8AC3E}">
        <p14:creationId xmlns:p14="http://schemas.microsoft.com/office/powerpoint/2010/main" val="33980560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B0331B-97AB-4384-11B1-78FDCBB2BB5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0E171038-F14B-1DF8-1B8D-49060634021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dirty="0"/>
          </a:p>
        </p:txBody>
      </p:sp>
      <p:sp>
        <p:nvSpPr>
          <p:cNvPr id="4" name="Text Placeholder 3">
            <a:extLst>
              <a:ext uri="{FF2B5EF4-FFF2-40B4-BE49-F238E27FC236}">
                <a16:creationId xmlns:a16="http://schemas.microsoft.com/office/drawing/2014/main" id="{02B22B1F-5773-6D1E-A6C4-77701DA4899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5C55233-E4C5-D2A7-0581-3BD140C53568}"/>
              </a:ext>
            </a:extLst>
          </p:cNvPr>
          <p:cNvSpPr>
            <a:spLocks noGrp="1"/>
          </p:cNvSpPr>
          <p:nvPr>
            <p:ph type="dt" sz="half" idx="10"/>
          </p:nvPr>
        </p:nvSpPr>
        <p:spPr/>
        <p:txBody>
          <a:bodyPr/>
          <a:lstStyle/>
          <a:p>
            <a:fld id="{27472EF4-EF96-49F8-BFC7-268FC8E04CDA}" type="datetimeFigureOut">
              <a:rPr lang="en-IN" smtClean="0"/>
              <a:t>26-02-2026</a:t>
            </a:fld>
            <a:endParaRPr lang="en-IN" dirty="0"/>
          </a:p>
        </p:txBody>
      </p:sp>
      <p:sp>
        <p:nvSpPr>
          <p:cNvPr id="6" name="Footer Placeholder 5">
            <a:extLst>
              <a:ext uri="{FF2B5EF4-FFF2-40B4-BE49-F238E27FC236}">
                <a16:creationId xmlns:a16="http://schemas.microsoft.com/office/drawing/2014/main" id="{7935A106-D5EE-02E5-58A6-67EE7793C797}"/>
              </a:ext>
            </a:extLst>
          </p:cNvPr>
          <p:cNvSpPr>
            <a:spLocks noGrp="1"/>
          </p:cNvSpPr>
          <p:nvPr>
            <p:ph type="ftr" sz="quarter" idx="11"/>
          </p:nvPr>
        </p:nvSpPr>
        <p:spPr/>
        <p:txBody>
          <a:bodyPr/>
          <a:lstStyle/>
          <a:p>
            <a:endParaRPr lang="en-IN" dirty="0"/>
          </a:p>
        </p:txBody>
      </p:sp>
      <p:sp>
        <p:nvSpPr>
          <p:cNvPr id="7" name="Slide Number Placeholder 6">
            <a:extLst>
              <a:ext uri="{FF2B5EF4-FFF2-40B4-BE49-F238E27FC236}">
                <a16:creationId xmlns:a16="http://schemas.microsoft.com/office/drawing/2014/main" id="{2DBCC652-EF77-3E3C-4F8F-BD2CF534C8E2}"/>
              </a:ext>
            </a:extLst>
          </p:cNvPr>
          <p:cNvSpPr>
            <a:spLocks noGrp="1"/>
          </p:cNvSpPr>
          <p:nvPr>
            <p:ph type="sldNum" sz="quarter" idx="12"/>
          </p:nvPr>
        </p:nvSpPr>
        <p:spPr/>
        <p:txBody>
          <a:bodyPr/>
          <a:lstStyle/>
          <a:p>
            <a:fld id="{4C8CE651-BCC8-4913-9B6C-768A93198347}" type="slidenum">
              <a:rPr lang="en-IN" smtClean="0"/>
              <a:t>‹#›</a:t>
            </a:fld>
            <a:endParaRPr lang="en-IN" dirty="0"/>
          </a:p>
        </p:txBody>
      </p:sp>
    </p:spTree>
    <p:extLst>
      <p:ext uri="{BB962C8B-B14F-4D97-AF65-F5344CB8AC3E}">
        <p14:creationId xmlns:p14="http://schemas.microsoft.com/office/powerpoint/2010/main" val="74391478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7CC6ED-62CE-BB23-9620-206ABE5E83E5}"/>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55160460-D8B3-DB13-A0D5-E96D6F5DBFA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2333AAC-C380-E76A-149C-886C4A0566D1}"/>
              </a:ext>
            </a:extLst>
          </p:cNvPr>
          <p:cNvSpPr>
            <a:spLocks noGrp="1"/>
          </p:cNvSpPr>
          <p:nvPr>
            <p:ph type="dt" sz="half" idx="10"/>
          </p:nvPr>
        </p:nvSpPr>
        <p:spPr/>
        <p:txBody>
          <a:bodyPr/>
          <a:lstStyle/>
          <a:p>
            <a:fld id="{27472EF4-EF96-49F8-BFC7-268FC8E04CDA}" type="datetimeFigureOut">
              <a:rPr lang="en-IN" smtClean="0"/>
              <a:t>26-02-2026</a:t>
            </a:fld>
            <a:endParaRPr lang="en-IN" dirty="0"/>
          </a:p>
        </p:txBody>
      </p:sp>
      <p:sp>
        <p:nvSpPr>
          <p:cNvPr id="5" name="Footer Placeholder 4">
            <a:extLst>
              <a:ext uri="{FF2B5EF4-FFF2-40B4-BE49-F238E27FC236}">
                <a16:creationId xmlns:a16="http://schemas.microsoft.com/office/drawing/2014/main" id="{36566512-2309-CBA4-3FEB-BB773595A642}"/>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0C784B9E-FCCD-2140-3742-821A2F183844}"/>
              </a:ext>
            </a:extLst>
          </p:cNvPr>
          <p:cNvSpPr>
            <a:spLocks noGrp="1"/>
          </p:cNvSpPr>
          <p:nvPr>
            <p:ph type="sldNum" sz="quarter" idx="12"/>
          </p:nvPr>
        </p:nvSpPr>
        <p:spPr/>
        <p:txBody>
          <a:bodyPr/>
          <a:lstStyle/>
          <a:p>
            <a:fld id="{4C8CE651-BCC8-4913-9B6C-768A93198347}" type="slidenum">
              <a:rPr lang="en-IN" smtClean="0"/>
              <a:t>‹#›</a:t>
            </a:fld>
            <a:endParaRPr lang="en-IN" dirty="0"/>
          </a:p>
        </p:txBody>
      </p:sp>
    </p:spTree>
    <p:extLst>
      <p:ext uri="{BB962C8B-B14F-4D97-AF65-F5344CB8AC3E}">
        <p14:creationId xmlns:p14="http://schemas.microsoft.com/office/powerpoint/2010/main" val="268656927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3A8B57B-BC36-69A5-DFA0-E71BE913CDB0}"/>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55B3D807-2927-E75D-3256-EF75CCC66F8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36827B7-3418-88AD-23BD-156773948E55}"/>
              </a:ext>
            </a:extLst>
          </p:cNvPr>
          <p:cNvSpPr>
            <a:spLocks noGrp="1"/>
          </p:cNvSpPr>
          <p:nvPr>
            <p:ph type="dt" sz="half" idx="10"/>
          </p:nvPr>
        </p:nvSpPr>
        <p:spPr/>
        <p:txBody>
          <a:bodyPr/>
          <a:lstStyle/>
          <a:p>
            <a:fld id="{27472EF4-EF96-49F8-BFC7-268FC8E04CDA}" type="datetimeFigureOut">
              <a:rPr lang="en-IN" smtClean="0"/>
              <a:t>26-02-2026</a:t>
            </a:fld>
            <a:endParaRPr lang="en-IN" dirty="0"/>
          </a:p>
        </p:txBody>
      </p:sp>
      <p:sp>
        <p:nvSpPr>
          <p:cNvPr id="5" name="Footer Placeholder 4">
            <a:extLst>
              <a:ext uri="{FF2B5EF4-FFF2-40B4-BE49-F238E27FC236}">
                <a16:creationId xmlns:a16="http://schemas.microsoft.com/office/drawing/2014/main" id="{C2319E8C-9C66-45B3-EAE9-06EEFB00D064}"/>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0B63E54C-47C8-12E5-1FB2-A7BDEF55BC47}"/>
              </a:ext>
            </a:extLst>
          </p:cNvPr>
          <p:cNvSpPr>
            <a:spLocks noGrp="1"/>
          </p:cNvSpPr>
          <p:nvPr>
            <p:ph type="sldNum" sz="quarter" idx="12"/>
          </p:nvPr>
        </p:nvSpPr>
        <p:spPr/>
        <p:txBody>
          <a:bodyPr/>
          <a:lstStyle/>
          <a:p>
            <a:fld id="{4C8CE651-BCC8-4913-9B6C-768A93198347}" type="slidenum">
              <a:rPr lang="en-IN" smtClean="0"/>
              <a:t>‹#›</a:t>
            </a:fld>
            <a:endParaRPr lang="en-IN" dirty="0"/>
          </a:p>
        </p:txBody>
      </p:sp>
    </p:spTree>
    <p:extLst>
      <p:ext uri="{BB962C8B-B14F-4D97-AF65-F5344CB8AC3E}">
        <p14:creationId xmlns:p14="http://schemas.microsoft.com/office/powerpoint/2010/main" val="331200071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253135F-FFAB-BC96-76A0-4BEAACC95CD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222CB960-F13E-767B-1DF7-95801B7CCC0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E902657-52D4-5F1D-B243-20B65A8EC49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7472EF4-EF96-49F8-BFC7-268FC8E04CDA}" type="datetimeFigureOut">
              <a:rPr lang="en-IN" smtClean="0"/>
              <a:t>26-02-2026</a:t>
            </a:fld>
            <a:endParaRPr lang="en-IN" dirty="0"/>
          </a:p>
        </p:txBody>
      </p:sp>
      <p:sp>
        <p:nvSpPr>
          <p:cNvPr id="5" name="Footer Placeholder 4">
            <a:extLst>
              <a:ext uri="{FF2B5EF4-FFF2-40B4-BE49-F238E27FC236}">
                <a16:creationId xmlns:a16="http://schemas.microsoft.com/office/drawing/2014/main" id="{A2E96988-7F07-6422-D84E-D51C370F64C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dirty="0"/>
          </a:p>
        </p:txBody>
      </p:sp>
      <p:sp>
        <p:nvSpPr>
          <p:cNvPr id="6" name="Slide Number Placeholder 5">
            <a:extLst>
              <a:ext uri="{FF2B5EF4-FFF2-40B4-BE49-F238E27FC236}">
                <a16:creationId xmlns:a16="http://schemas.microsoft.com/office/drawing/2014/main" id="{CCC8575B-B832-B44F-D018-45BDE0CC33F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C8CE651-BCC8-4913-9B6C-768A93198347}" type="slidenum">
              <a:rPr lang="en-IN" smtClean="0"/>
              <a:t>‹#›</a:t>
            </a:fld>
            <a:endParaRPr lang="en-IN" dirty="0"/>
          </a:p>
        </p:txBody>
      </p:sp>
    </p:spTree>
    <p:extLst>
      <p:ext uri="{BB962C8B-B14F-4D97-AF65-F5344CB8AC3E}">
        <p14:creationId xmlns:p14="http://schemas.microsoft.com/office/powerpoint/2010/main" val="361255134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6" Type="http://schemas.openxmlformats.org/officeDocument/2006/relationships/image" Target="../media/image18.png"/><Relationship Id="rId117" Type="http://schemas.openxmlformats.org/officeDocument/2006/relationships/image" Target="../media/image63.png"/><Relationship Id="rId21" Type="http://schemas.openxmlformats.org/officeDocument/2006/relationships/image" Target="../media/image150.png"/><Relationship Id="rId42" Type="http://schemas.openxmlformats.org/officeDocument/2006/relationships/image" Target="../media/image26.png"/><Relationship Id="rId47" Type="http://schemas.openxmlformats.org/officeDocument/2006/relationships/image" Target="../media/image280.png"/><Relationship Id="rId63" Type="http://schemas.openxmlformats.org/officeDocument/2006/relationships/image" Target="../media/image36.png"/><Relationship Id="rId68" Type="http://schemas.openxmlformats.org/officeDocument/2006/relationships/image" Target="../media/image39.png"/><Relationship Id="rId84" Type="http://schemas.openxmlformats.org/officeDocument/2006/relationships/image" Target="../media/image47.png"/><Relationship Id="rId89" Type="http://schemas.openxmlformats.org/officeDocument/2006/relationships/image" Target="../media/image49.png"/><Relationship Id="rId112" Type="http://schemas.openxmlformats.org/officeDocument/2006/relationships/image" Target="../media/image61.png"/><Relationship Id="rId16" Type="http://schemas.openxmlformats.org/officeDocument/2006/relationships/image" Target="../media/image13.png"/><Relationship Id="rId107" Type="http://schemas.openxmlformats.org/officeDocument/2006/relationships/image" Target="../media/image580.png"/><Relationship Id="rId11" Type="http://schemas.openxmlformats.org/officeDocument/2006/relationships/image" Target="../media/image10.png"/><Relationship Id="rId32" Type="http://schemas.openxmlformats.org/officeDocument/2006/relationships/image" Target="../media/image21.png"/><Relationship Id="rId37" Type="http://schemas.openxmlformats.org/officeDocument/2006/relationships/image" Target="../media/image23.png"/><Relationship Id="rId53" Type="http://schemas.openxmlformats.org/officeDocument/2006/relationships/image" Target="../media/image310.png"/><Relationship Id="rId58" Type="http://schemas.openxmlformats.org/officeDocument/2006/relationships/image" Target="../media/image34.png"/><Relationship Id="rId74" Type="http://schemas.openxmlformats.org/officeDocument/2006/relationships/image" Target="../media/image42.png"/><Relationship Id="rId79" Type="http://schemas.openxmlformats.org/officeDocument/2006/relationships/image" Target="../media/image44.png"/><Relationship Id="rId102" Type="http://schemas.openxmlformats.org/officeDocument/2006/relationships/image" Target="../media/image56.png"/><Relationship Id="rId5" Type="http://schemas.openxmlformats.org/officeDocument/2006/relationships/image" Target="../media/image4.png"/><Relationship Id="rId90" Type="http://schemas.openxmlformats.org/officeDocument/2006/relationships/image" Target="../media/image50.png"/><Relationship Id="rId95" Type="http://schemas.openxmlformats.org/officeDocument/2006/relationships/image" Target="../media/image52.png"/><Relationship Id="rId22" Type="http://schemas.openxmlformats.org/officeDocument/2006/relationships/image" Target="../media/image16.png"/><Relationship Id="rId27" Type="http://schemas.openxmlformats.org/officeDocument/2006/relationships/image" Target="../media/image18.png"/><Relationship Id="rId43" Type="http://schemas.openxmlformats.org/officeDocument/2006/relationships/image" Target="../media/image26.png"/><Relationship Id="rId48" Type="http://schemas.openxmlformats.org/officeDocument/2006/relationships/image" Target="../media/image29.png"/><Relationship Id="rId64" Type="http://schemas.openxmlformats.org/officeDocument/2006/relationships/image" Target="../media/image37.png"/><Relationship Id="rId69" Type="http://schemas.openxmlformats.org/officeDocument/2006/relationships/image" Target="../media/image39.png"/><Relationship Id="rId113" Type="http://schemas.openxmlformats.org/officeDocument/2006/relationships/image" Target="../media/image61.png"/><Relationship Id="rId80" Type="http://schemas.openxmlformats.org/officeDocument/2006/relationships/image" Target="../media/image45.png"/><Relationship Id="rId85" Type="http://schemas.openxmlformats.org/officeDocument/2006/relationships/image" Target="../media/image47.png"/><Relationship Id="rId12" Type="http://schemas.openxmlformats.org/officeDocument/2006/relationships/image" Target="../media/image11.png"/><Relationship Id="rId17" Type="http://schemas.openxmlformats.org/officeDocument/2006/relationships/image" Target="../media/image13.png"/><Relationship Id="rId33" Type="http://schemas.openxmlformats.org/officeDocument/2006/relationships/image" Target="../media/image21.png"/><Relationship Id="rId38" Type="http://schemas.openxmlformats.org/officeDocument/2006/relationships/image" Target="../media/image24.png"/><Relationship Id="rId59" Type="http://schemas.openxmlformats.org/officeDocument/2006/relationships/image" Target="../media/image34.png"/><Relationship Id="rId103" Type="http://schemas.openxmlformats.org/officeDocument/2006/relationships/image" Target="../media/image56.png"/><Relationship Id="rId108" Type="http://schemas.openxmlformats.org/officeDocument/2006/relationships/image" Target="../media/image59.png"/><Relationship Id="rId54" Type="http://schemas.openxmlformats.org/officeDocument/2006/relationships/image" Target="../media/image32.png"/><Relationship Id="rId70" Type="http://schemas.openxmlformats.org/officeDocument/2006/relationships/image" Target="../media/image40.png"/><Relationship Id="rId75" Type="http://schemas.openxmlformats.org/officeDocument/2006/relationships/image" Target="../media/image42.png"/><Relationship Id="rId91" Type="http://schemas.openxmlformats.org/officeDocument/2006/relationships/image" Target="../media/image50.png"/><Relationship Id="rId96" Type="http://schemas.openxmlformats.org/officeDocument/2006/relationships/image" Target="../media/image53.png"/><Relationship Id="rId1" Type="http://schemas.openxmlformats.org/officeDocument/2006/relationships/slideLayout" Target="../slideLayouts/slideLayout1.xml"/><Relationship Id="rId6" Type="http://schemas.openxmlformats.org/officeDocument/2006/relationships/image" Target="../media/image5.png"/><Relationship Id="rId23" Type="http://schemas.openxmlformats.org/officeDocument/2006/relationships/image" Target="../media/image16.png"/><Relationship Id="rId28" Type="http://schemas.openxmlformats.org/officeDocument/2006/relationships/image" Target="../media/image19.png"/><Relationship Id="rId49" Type="http://schemas.openxmlformats.org/officeDocument/2006/relationships/image" Target="../media/image290.png"/><Relationship Id="rId114" Type="http://schemas.openxmlformats.org/officeDocument/2006/relationships/image" Target="../media/image62.png"/><Relationship Id="rId10" Type="http://schemas.openxmlformats.org/officeDocument/2006/relationships/image" Target="../media/image9.png"/><Relationship Id="rId31" Type="http://schemas.openxmlformats.org/officeDocument/2006/relationships/image" Target="../media/image20.png"/><Relationship Id="rId44" Type="http://schemas.openxmlformats.org/officeDocument/2006/relationships/image" Target="../media/image27.png"/><Relationship Id="rId52" Type="http://schemas.openxmlformats.org/officeDocument/2006/relationships/image" Target="../media/image31.png"/><Relationship Id="rId60" Type="http://schemas.openxmlformats.org/officeDocument/2006/relationships/image" Target="../media/image35.png"/><Relationship Id="rId65" Type="http://schemas.openxmlformats.org/officeDocument/2006/relationships/image" Target="../media/image37.png"/><Relationship Id="rId73" Type="http://schemas.openxmlformats.org/officeDocument/2006/relationships/image" Target="../media/image41.png"/><Relationship Id="rId78" Type="http://schemas.openxmlformats.org/officeDocument/2006/relationships/image" Target="../media/image44.png"/><Relationship Id="rId81" Type="http://schemas.openxmlformats.org/officeDocument/2006/relationships/image" Target="../media/image45.png"/><Relationship Id="rId86" Type="http://schemas.openxmlformats.org/officeDocument/2006/relationships/image" Target="../media/image48.png"/><Relationship Id="rId94" Type="http://schemas.openxmlformats.org/officeDocument/2006/relationships/image" Target="../media/image52.png"/><Relationship Id="rId99" Type="http://schemas.openxmlformats.org/officeDocument/2006/relationships/image" Target="../media/image54.png"/><Relationship Id="rId101" Type="http://schemas.openxmlformats.org/officeDocument/2006/relationships/image" Target="../media/image55.png"/><Relationship Id="rId4" Type="http://schemas.openxmlformats.org/officeDocument/2006/relationships/image" Target="../media/image3.png"/><Relationship Id="rId9" Type="http://schemas.openxmlformats.org/officeDocument/2006/relationships/image" Target="../media/image8.png"/><Relationship Id="rId13" Type="http://schemas.openxmlformats.org/officeDocument/2006/relationships/image" Target="../media/image11.png"/><Relationship Id="rId18" Type="http://schemas.openxmlformats.org/officeDocument/2006/relationships/image" Target="../media/image14.png"/><Relationship Id="rId39" Type="http://schemas.openxmlformats.org/officeDocument/2006/relationships/image" Target="../media/image24.png"/><Relationship Id="rId109" Type="http://schemas.openxmlformats.org/officeDocument/2006/relationships/image" Target="../media/image59.png"/><Relationship Id="rId34" Type="http://schemas.openxmlformats.org/officeDocument/2006/relationships/image" Target="../media/image22.png"/><Relationship Id="rId50" Type="http://schemas.openxmlformats.org/officeDocument/2006/relationships/image" Target="../media/image30.png"/><Relationship Id="rId55" Type="http://schemas.openxmlformats.org/officeDocument/2006/relationships/image" Target="../media/image32.png"/><Relationship Id="rId76" Type="http://schemas.openxmlformats.org/officeDocument/2006/relationships/image" Target="../media/image43.png"/><Relationship Id="rId97" Type="http://schemas.openxmlformats.org/officeDocument/2006/relationships/image" Target="../media/image53.png"/><Relationship Id="rId104" Type="http://schemas.openxmlformats.org/officeDocument/2006/relationships/image" Target="../media/image57.png"/><Relationship Id="rId7" Type="http://schemas.openxmlformats.org/officeDocument/2006/relationships/image" Target="../media/image6.png"/><Relationship Id="rId71" Type="http://schemas.openxmlformats.org/officeDocument/2006/relationships/image" Target="../media/image40.png"/><Relationship Id="rId92" Type="http://schemas.openxmlformats.org/officeDocument/2006/relationships/image" Target="../media/image51.png"/><Relationship Id="rId2" Type="http://schemas.openxmlformats.org/officeDocument/2006/relationships/image" Target="../media/image1.jpeg"/><Relationship Id="rId29" Type="http://schemas.openxmlformats.org/officeDocument/2006/relationships/image" Target="../media/image190.png"/><Relationship Id="rId24" Type="http://schemas.openxmlformats.org/officeDocument/2006/relationships/image" Target="../media/image17.png"/><Relationship Id="rId40" Type="http://schemas.openxmlformats.org/officeDocument/2006/relationships/image" Target="../media/image25.png"/><Relationship Id="rId45" Type="http://schemas.openxmlformats.org/officeDocument/2006/relationships/image" Target="../media/image270.png"/><Relationship Id="rId66" Type="http://schemas.openxmlformats.org/officeDocument/2006/relationships/image" Target="../media/image38.png"/><Relationship Id="rId87" Type="http://schemas.openxmlformats.org/officeDocument/2006/relationships/image" Target="../media/image48.png"/><Relationship Id="rId110" Type="http://schemas.openxmlformats.org/officeDocument/2006/relationships/image" Target="../media/image60.png"/><Relationship Id="rId115" Type="http://schemas.openxmlformats.org/officeDocument/2006/relationships/image" Target="../media/image62.png"/><Relationship Id="rId61" Type="http://schemas.openxmlformats.org/officeDocument/2006/relationships/image" Target="../media/image35.png"/><Relationship Id="rId82" Type="http://schemas.openxmlformats.org/officeDocument/2006/relationships/image" Target="../media/image46.png"/><Relationship Id="rId19" Type="http://schemas.openxmlformats.org/officeDocument/2006/relationships/image" Target="../media/image14.png"/><Relationship Id="rId14" Type="http://schemas.openxmlformats.org/officeDocument/2006/relationships/image" Target="../media/image12.png"/><Relationship Id="rId30" Type="http://schemas.openxmlformats.org/officeDocument/2006/relationships/image" Target="../media/image20.png"/><Relationship Id="rId35" Type="http://schemas.openxmlformats.org/officeDocument/2006/relationships/image" Target="../media/image22.png"/><Relationship Id="rId56" Type="http://schemas.openxmlformats.org/officeDocument/2006/relationships/image" Target="../media/image33.png"/><Relationship Id="rId77" Type="http://schemas.openxmlformats.org/officeDocument/2006/relationships/image" Target="../media/image43.png"/><Relationship Id="rId100" Type="http://schemas.openxmlformats.org/officeDocument/2006/relationships/image" Target="../media/image55.png"/><Relationship Id="rId105" Type="http://schemas.openxmlformats.org/officeDocument/2006/relationships/image" Target="../media/image57.png"/><Relationship Id="rId8" Type="http://schemas.openxmlformats.org/officeDocument/2006/relationships/image" Target="../media/image7.png"/><Relationship Id="rId51" Type="http://schemas.openxmlformats.org/officeDocument/2006/relationships/image" Target="../media/image300.png"/><Relationship Id="rId72" Type="http://schemas.openxmlformats.org/officeDocument/2006/relationships/image" Target="../media/image41.png"/><Relationship Id="rId93" Type="http://schemas.openxmlformats.org/officeDocument/2006/relationships/image" Target="../media/image51.png"/><Relationship Id="rId98" Type="http://schemas.openxmlformats.org/officeDocument/2006/relationships/image" Target="../media/image54.png"/><Relationship Id="rId3" Type="http://schemas.openxmlformats.org/officeDocument/2006/relationships/image" Target="../media/image2.png"/><Relationship Id="rId25" Type="http://schemas.openxmlformats.org/officeDocument/2006/relationships/image" Target="../media/image17.png"/><Relationship Id="rId46" Type="http://schemas.openxmlformats.org/officeDocument/2006/relationships/image" Target="../media/image28.png"/><Relationship Id="rId67" Type="http://schemas.openxmlformats.org/officeDocument/2006/relationships/image" Target="../media/image38.png"/><Relationship Id="rId116" Type="http://schemas.openxmlformats.org/officeDocument/2006/relationships/image" Target="../media/image63.png"/><Relationship Id="rId20" Type="http://schemas.openxmlformats.org/officeDocument/2006/relationships/image" Target="../media/image15.png"/><Relationship Id="rId41" Type="http://schemas.openxmlformats.org/officeDocument/2006/relationships/image" Target="../media/image25.png"/><Relationship Id="rId62" Type="http://schemas.openxmlformats.org/officeDocument/2006/relationships/image" Target="../media/image36.png"/><Relationship Id="rId83" Type="http://schemas.openxmlformats.org/officeDocument/2006/relationships/image" Target="../media/image46.png"/><Relationship Id="rId88" Type="http://schemas.openxmlformats.org/officeDocument/2006/relationships/image" Target="../media/image49.png"/><Relationship Id="rId111" Type="http://schemas.openxmlformats.org/officeDocument/2006/relationships/image" Target="../media/image600.png"/><Relationship Id="rId15" Type="http://schemas.openxmlformats.org/officeDocument/2006/relationships/image" Target="../media/image12.png"/><Relationship Id="rId36" Type="http://schemas.openxmlformats.org/officeDocument/2006/relationships/image" Target="../media/image23.png"/><Relationship Id="rId57" Type="http://schemas.openxmlformats.org/officeDocument/2006/relationships/image" Target="../media/image33.png"/><Relationship Id="rId106" Type="http://schemas.openxmlformats.org/officeDocument/2006/relationships/image" Target="../media/image58.png"/></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8" Type="http://schemas.openxmlformats.org/officeDocument/2006/relationships/image" Target="../media/image69.png"/><Relationship Id="rId3" Type="http://schemas.openxmlformats.org/officeDocument/2006/relationships/image" Target="../media/image67.png"/><Relationship Id="rId7" Type="http://schemas.openxmlformats.org/officeDocument/2006/relationships/image" Target="../media/image69.png"/><Relationship Id="rId2" Type="http://schemas.openxmlformats.org/officeDocument/2006/relationships/image" Target="../media/image66.jpeg"/><Relationship Id="rId1" Type="http://schemas.openxmlformats.org/officeDocument/2006/relationships/slideLayout" Target="../slideLayouts/slideLayout2.xml"/><Relationship Id="rId6" Type="http://schemas.openxmlformats.org/officeDocument/2006/relationships/image" Target="../media/image680.png"/><Relationship Id="rId5" Type="http://schemas.openxmlformats.org/officeDocument/2006/relationships/image" Target="../media/image68.png"/><Relationship Id="rId4" Type="http://schemas.openxmlformats.org/officeDocument/2006/relationships/image" Target="../media/image6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8" Type="http://schemas.openxmlformats.org/officeDocument/2006/relationships/image" Target="../media/image73.png"/><Relationship Id="rId3" Type="http://schemas.openxmlformats.org/officeDocument/2006/relationships/image" Target="../media/image71.png"/><Relationship Id="rId7" Type="http://schemas.openxmlformats.org/officeDocument/2006/relationships/image" Target="../media/image73.png"/><Relationship Id="rId12" Type="http://schemas.openxmlformats.org/officeDocument/2006/relationships/image" Target="../media/image750.png"/><Relationship Id="rId2" Type="http://schemas.openxmlformats.org/officeDocument/2006/relationships/image" Target="../media/image70.png"/><Relationship Id="rId1" Type="http://schemas.openxmlformats.org/officeDocument/2006/relationships/slideLayout" Target="../slideLayouts/slideLayout2.xml"/><Relationship Id="rId6" Type="http://schemas.openxmlformats.org/officeDocument/2006/relationships/image" Target="../media/image72.png"/><Relationship Id="rId11" Type="http://schemas.openxmlformats.org/officeDocument/2006/relationships/image" Target="../media/image75.png"/><Relationship Id="rId5" Type="http://schemas.openxmlformats.org/officeDocument/2006/relationships/image" Target="../media/image72.png"/><Relationship Id="rId10" Type="http://schemas.openxmlformats.org/officeDocument/2006/relationships/image" Target="../media/image74.png"/><Relationship Id="rId4" Type="http://schemas.openxmlformats.org/officeDocument/2006/relationships/image" Target="../media/image71.png"/><Relationship Id="rId9" Type="http://schemas.openxmlformats.org/officeDocument/2006/relationships/image" Target="../media/image74.png"/></Relationships>
</file>

<file path=ppt/slides/_rels/slide11.xml.rels><?xml version="1.0" encoding="UTF-8" standalone="yes"?>
<Relationships xmlns="http://schemas.openxmlformats.org/package/2006/relationships"><Relationship Id="rId2" Type="http://schemas.openxmlformats.org/officeDocument/2006/relationships/image" Target="../media/image7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7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7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8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8" Type="http://schemas.openxmlformats.org/officeDocument/2006/relationships/image" Target="../media/image84.png"/><Relationship Id="rId3" Type="http://schemas.openxmlformats.org/officeDocument/2006/relationships/image" Target="../media/image81.png"/><Relationship Id="rId7" Type="http://schemas.openxmlformats.org/officeDocument/2006/relationships/image" Target="../media/image83.png"/><Relationship Id="rId2" Type="http://schemas.openxmlformats.org/officeDocument/2006/relationships/image" Target="../media/image81.png"/><Relationship Id="rId1" Type="http://schemas.openxmlformats.org/officeDocument/2006/relationships/slideLayout" Target="../slideLayouts/slideLayout2.xml"/><Relationship Id="rId6" Type="http://schemas.openxmlformats.org/officeDocument/2006/relationships/image" Target="../media/image83.png"/><Relationship Id="rId11" Type="http://schemas.openxmlformats.org/officeDocument/2006/relationships/image" Target="../media/image850.png"/><Relationship Id="rId5" Type="http://schemas.openxmlformats.org/officeDocument/2006/relationships/image" Target="../media/image82.png"/><Relationship Id="rId10" Type="http://schemas.openxmlformats.org/officeDocument/2006/relationships/image" Target="../media/image85.png"/><Relationship Id="rId4" Type="http://schemas.openxmlformats.org/officeDocument/2006/relationships/image" Target="../media/image82.png"/><Relationship Id="rId9" Type="http://schemas.openxmlformats.org/officeDocument/2006/relationships/image" Target="../media/image84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8" Type="http://schemas.openxmlformats.org/officeDocument/2006/relationships/image" Target="../media/image84.png"/><Relationship Id="rId3" Type="http://schemas.openxmlformats.org/officeDocument/2006/relationships/image" Target="../media/image81.png"/><Relationship Id="rId7" Type="http://schemas.openxmlformats.org/officeDocument/2006/relationships/image" Target="../media/image83.png"/><Relationship Id="rId2" Type="http://schemas.openxmlformats.org/officeDocument/2006/relationships/image" Target="../media/image81.png"/><Relationship Id="rId1" Type="http://schemas.openxmlformats.org/officeDocument/2006/relationships/slideLayout" Target="../slideLayouts/slideLayout2.xml"/><Relationship Id="rId6" Type="http://schemas.openxmlformats.org/officeDocument/2006/relationships/image" Target="../media/image83.png"/><Relationship Id="rId11" Type="http://schemas.openxmlformats.org/officeDocument/2006/relationships/image" Target="../media/image850.png"/><Relationship Id="rId5" Type="http://schemas.openxmlformats.org/officeDocument/2006/relationships/image" Target="../media/image82.png"/><Relationship Id="rId10" Type="http://schemas.openxmlformats.org/officeDocument/2006/relationships/image" Target="../media/image85.png"/><Relationship Id="rId4" Type="http://schemas.openxmlformats.org/officeDocument/2006/relationships/image" Target="../media/image82.png"/><Relationship Id="rId9" Type="http://schemas.openxmlformats.org/officeDocument/2006/relationships/image" Target="../media/image841.png"/></Relationships>
</file>

<file path=ppt/slides/_rels/slide23.xml.rels><?xml version="1.0" encoding="UTF-8" standalone="yes"?>
<Relationships xmlns="http://schemas.openxmlformats.org/package/2006/relationships"><Relationship Id="rId8" Type="http://schemas.openxmlformats.org/officeDocument/2006/relationships/image" Target="../media/image92.svg"/><Relationship Id="rId13" Type="http://schemas.openxmlformats.org/officeDocument/2006/relationships/image" Target="../media/image97.png"/><Relationship Id="rId3" Type="http://schemas.openxmlformats.org/officeDocument/2006/relationships/image" Target="../media/image87.png"/><Relationship Id="rId7" Type="http://schemas.openxmlformats.org/officeDocument/2006/relationships/image" Target="../media/image91.png"/><Relationship Id="rId12" Type="http://schemas.openxmlformats.org/officeDocument/2006/relationships/image" Target="../media/image96.svg"/><Relationship Id="rId2" Type="http://schemas.openxmlformats.org/officeDocument/2006/relationships/image" Target="../media/image86.png"/><Relationship Id="rId1" Type="http://schemas.openxmlformats.org/officeDocument/2006/relationships/slideLayout" Target="../slideLayouts/slideLayout2.xml"/><Relationship Id="rId6" Type="http://schemas.openxmlformats.org/officeDocument/2006/relationships/image" Target="../media/image90.svg"/><Relationship Id="rId11" Type="http://schemas.openxmlformats.org/officeDocument/2006/relationships/image" Target="../media/image95.png"/><Relationship Id="rId5" Type="http://schemas.openxmlformats.org/officeDocument/2006/relationships/image" Target="../media/image89.png"/><Relationship Id="rId10" Type="http://schemas.openxmlformats.org/officeDocument/2006/relationships/image" Target="../media/image94.svg"/><Relationship Id="rId4" Type="http://schemas.openxmlformats.org/officeDocument/2006/relationships/image" Target="../media/image88.svg"/><Relationship Id="rId9" Type="http://schemas.openxmlformats.org/officeDocument/2006/relationships/image" Target="../media/image93.png"/><Relationship Id="rId14" Type="http://schemas.openxmlformats.org/officeDocument/2006/relationships/image" Target="../media/image98.svg"/></Relationships>
</file>

<file path=ppt/slides/_rels/slide24.xml.rels><?xml version="1.0" encoding="UTF-8" standalone="yes"?>
<Relationships xmlns="http://schemas.openxmlformats.org/package/2006/relationships"><Relationship Id="rId8" Type="http://schemas.openxmlformats.org/officeDocument/2006/relationships/image" Target="../media/image104.png"/><Relationship Id="rId3" Type="http://schemas.openxmlformats.org/officeDocument/2006/relationships/hyperlink" Target="https://medium.com/@anuragdeshmukh668/how-coding-changes-the-way-you-think-3ef1d46c653a" TargetMode="External"/><Relationship Id="rId7" Type="http://schemas.openxmlformats.org/officeDocument/2006/relationships/image" Target="../media/image103.svg"/><Relationship Id="rId2" Type="http://schemas.openxmlformats.org/officeDocument/2006/relationships/image" Target="../media/image99.jpeg"/><Relationship Id="rId1" Type="http://schemas.openxmlformats.org/officeDocument/2006/relationships/slideLayout" Target="../slideLayouts/slideLayout2.xml"/><Relationship Id="rId6" Type="http://schemas.openxmlformats.org/officeDocument/2006/relationships/image" Target="../media/image102.png"/><Relationship Id="rId11" Type="http://schemas.openxmlformats.org/officeDocument/2006/relationships/image" Target="../media/image107.svg"/><Relationship Id="rId5" Type="http://schemas.openxmlformats.org/officeDocument/2006/relationships/image" Target="../media/image101.svg"/><Relationship Id="rId10" Type="http://schemas.openxmlformats.org/officeDocument/2006/relationships/image" Target="../media/image106.png"/><Relationship Id="rId4" Type="http://schemas.openxmlformats.org/officeDocument/2006/relationships/image" Target="../media/image100.png"/><Relationship Id="rId9" Type="http://schemas.openxmlformats.org/officeDocument/2006/relationships/image" Target="../media/image105.svg"/></Relationships>
</file>

<file path=ppt/slides/_rels/slide25.xml.rels><?xml version="1.0" encoding="UTF-8" standalone="yes"?>
<Relationships xmlns="http://schemas.openxmlformats.org/package/2006/relationships"><Relationship Id="rId2" Type="http://schemas.openxmlformats.org/officeDocument/2006/relationships/image" Target="../media/image108.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09.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10.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11.jpe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8" Type="http://schemas.openxmlformats.org/officeDocument/2006/relationships/image" Target="../media/image115.png"/><Relationship Id="rId3" Type="http://schemas.openxmlformats.org/officeDocument/2006/relationships/image" Target="../media/image113.png"/><Relationship Id="rId7" Type="http://schemas.openxmlformats.org/officeDocument/2006/relationships/image" Target="../media/image115.png"/><Relationship Id="rId2" Type="http://schemas.openxmlformats.org/officeDocument/2006/relationships/image" Target="../media/image112.png"/><Relationship Id="rId1" Type="http://schemas.openxmlformats.org/officeDocument/2006/relationships/slideLayout" Target="../slideLayouts/slideLayout2.xml"/><Relationship Id="rId6" Type="http://schemas.openxmlformats.org/officeDocument/2006/relationships/image" Target="../media/image114.png"/><Relationship Id="rId5" Type="http://schemas.openxmlformats.org/officeDocument/2006/relationships/image" Target="../media/image114.png"/><Relationship Id="rId10" Type="http://schemas.openxmlformats.org/officeDocument/2006/relationships/image" Target="../media/image770.png"/><Relationship Id="rId4" Type="http://schemas.openxmlformats.org/officeDocument/2006/relationships/image" Target="../media/image113.png"/><Relationship Id="rId9" Type="http://schemas.openxmlformats.org/officeDocument/2006/relationships/image" Target="../media/image116.png"/></Relationships>
</file>

<file path=ppt/slides/_rels/slide30.xml.rels><?xml version="1.0" encoding="UTF-8" standalone="yes"?>
<Relationships xmlns="http://schemas.openxmlformats.org/package/2006/relationships"><Relationship Id="rId2" Type="http://schemas.openxmlformats.org/officeDocument/2006/relationships/image" Target="../media/image117.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18.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19.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20.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21.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22.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8" Type="http://schemas.openxmlformats.org/officeDocument/2006/relationships/image" Target="../media/image831.png"/><Relationship Id="rId3" Type="http://schemas.openxmlformats.org/officeDocument/2006/relationships/image" Target="../media/image124.png"/><Relationship Id="rId7" Type="http://schemas.openxmlformats.org/officeDocument/2006/relationships/image" Target="../media/image126.png"/><Relationship Id="rId2" Type="http://schemas.openxmlformats.org/officeDocument/2006/relationships/image" Target="../media/image123.png"/><Relationship Id="rId1" Type="http://schemas.openxmlformats.org/officeDocument/2006/relationships/slideLayout" Target="../slideLayouts/slideLayout2.xml"/><Relationship Id="rId6" Type="http://schemas.openxmlformats.org/officeDocument/2006/relationships/image" Target="../media/image840.png"/><Relationship Id="rId5" Type="http://schemas.openxmlformats.org/officeDocument/2006/relationships/image" Target="../media/image125.png"/><Relationship Id="rId4" Type="http://schemas.openxmlformats.org/officeDocument/2006/relationships/image" Target="../media/image830.png"/></Relationships>
</file>

<file path=ppt/slides/_rels/slide38.xml.rels><?xml version="1.0" encoding="UTF-8" standalone="yes"?>
<Relationships xmlns="http://schemas.openxmlformats.org/package/2006/relationships"><Relationship Id="rId2" Type="http://schemas.openxmlformats.org/officeDocument/2006/relationships/image" Target="../media/image127.jpe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28.jpe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129.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8" Type="http://schemas.openxmlformats.org/officeDocument/2006/relationships/image" Target="../media/image134.svg"/><Relationship Id="rId3" Type="http://schemas.openxmlformats.org/officeDocument/2006/relationships/image" Target="../media/image87.png"/><Relationship Id="rId7" Type="http://schemas.openxmlformats.org/officeDocument/2006/relationships/image" Target="../media/image133.png"/><Relationship Id="rId2" Type="http://schemas.openxmlformats.org/officeDocument/2006/relationships/image" Target="../media/image130.png"/><Relationship Id="rId1" Type="http://schemas.openxmlformats.org/officeDocument/2006/relationships/slideLayout" Target="../slideLayouts/slideLayout2.xml"/><Relationship Id="rId6" Type="http://schemas.openxmlformats.org/officeDocument/2006/relationships/image" Target="../media/image132.svg"/><Relationship Id="rId5" Type="http://schemas.openxmlformats.org/officeDocument/2006/relationships/image" Target="../media/image131.png"/><Relationship Id="rId10" Type="http://schemas.openxmlformats.org/officeDocument/2006/relationships/image" Target="../media/image94.svg"/><Relationship Id="rId4" Type="http://schemas.openxmlformats.org/officeDocument/2006/relationships/image" Target="../media/image88.svg"/><Relationship Id="rId9" Type="http://schemas.openxmlformats.org/officeDocument/2006/relationships/image" Target="../media/image93.png"/></Relationships>
</file>

<file path=ppt/slides/_rels/slide42.xml.rels><?xml version="1.0" encoding="UTF-8" standalone="yes"?>
<Relationships xmlns="http://schemas.openxmlformats.org/package/2006/relationships"><Relationship Id="rId8" Type="http://schemas.openxmlformats.org/officeDocument/2006/relationships/image" Target="../media/image940.png"/><Relationship Id="rId3" Type="http://schemas.openxmlformats.org/officeDocument/2006/relationships/image" Target="../media/image136.png"/><Relationship Id="rId7" Type="http://schemas.openxmlformats.org/officeDocument/2006/relationships/image" Target="../media/image138.png"/><Relationship Id="rId2" Type="http://schemas.openxmlformats.org/officeDocument/2006/relationships/image" Target="../media/image135.png"/><Relationship Id="rId1" Type="http://schemas.openxmlformats.org/officeDocument/2006/relationships/slideLayout" Target="../slideLayouts/slideLayout2.xml"/><Relationship Id="rId6" Type="http://schemas.openxmlformats.org/officeDocument/2006/relationships/image" Target="../media/image930.png"/><Relationship Id="rId5" Type="http://schemas.openxmlformats.org/officeDocument/2006/relationships/image" Target="../media/image137.png"/><Relationship Id="rId10" Type="http://schemas.openxmlformats.org/officeDocument/2006/relationships/image" Target="../media/image1000.png"/><Relationship Id="rId4" Type="http://schemas.openxmlformats.org/officeDocument/2006/relationships/image" Target="../media/image920.png"/><Relationship Id="rId9" Type="http://schemas.openxmlformats.org/officeDocument/2006/relationships/image" Target="../media/image139.png"/></Relationships>
</file>

<file path=ppt/slides/_rels/slide43.xml.rels><?xml version="1.0" encoding="UTF-8" standalone="yes"?>
<Relationships xmlns="http://schemas.openxmlformats.org/package/2006/relationships"><Relationship Id="rId2" Type="http://schemas.openxmlformats.org/officeDocument/2006/relationships/image" Target="../media/image140.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141.jpe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142.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143.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8" Type="http://schemas.openxmlformats.org/officeDocument/2006/relationships/image" Target="../media/image150.svg"/><Relationship Id="rId3" Type="http://schemas.openxmlformats.org/officeDocument/2006/relationships/image" Target="../media/image145.png"/><Relationship Id="rId7" Type="http://schemas.openxmlformats.org/officeDocument/2006/relationships/image" Target="../media/image149.png"/><Relationship Id="rId12" Type="http://schemas.openxmlformats.org/officeDocument/2006/relationships/image" Target="../media/image154.svg"/><Relationship Id="rId2" Type="http://schemas.openxmlformats.org/officeDocument/2006/relationships/image" Target="../media/image144.jpeg"/><Relationship Id="rId1" Type="http://schemas.openxmlformats.org/officeDocument/2006/relationships/slideLayout" Target="../slideLayouts/slideLayout2.xml"/><Relationship Id="rId6" Type="http://schemas.openxmlformats.org/officeDocument/2006/relationships/image" Target="../media/image148.svg"/><Relationship Id="rId11" Type="http://schemas.openxmlformats.org/officeDocument/2006/relationships/image" Target="../media/image153.png"/><Relationship Id="rId5" Type="http://schemas.openxmlformats.org/officeDocument/2006/relationships/image" Target="../media/image147.png"/><Relationship Id="rId10" Type="http://schemas.openxmlformats.org/officeDocument/2006/relationships/image" Target="../media/image152.svg"/><Relationship Id="rId4" Type="http://schemas.openxmlformats.org/officeDocument/2006/relationships/image" Target="../media/image146.svg"/><Relationship Id="rId9" Type="http://schemas.openxmlformats.org/officeDocument/2006/relationships/image" Target="../media/image151.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8" Type="http://schemas.openxmlformats.org/officeDocument/2006/relationships/image" Target="../media/image1090.png"/><Relationship Id="rId3" Type="http://schemas.openxmlformats.org/officeDocument/2006/relationships/image" Target="../media/image156.png"/><Relationship Id="rId7" Type="http://schemas.openxmlformats.org/officeDocument/2006/relationships/image" Target="../media/image158.png"/><Relationship Id="rId2" Type="http://schemas.openxmlformats.org/officeDocument/2006/relationships/image" Target="../media/image155.jpeg"/><Relationship Id="rId1" Type="http://schemas.openxmlformats.org/officeDocument/2006/relationships/slideLayout" Target="../slideLayouts/slideLayout2.xml"/><Relationship Id="rId6" Type="http://schemas.openxmlformats.org/officeDocument/2006/relationships/image" Target="../media/image1570.png"/><Relationship Id="rId5" Type="http://schemas.openxmlformats.org/officeDocument/2006/relationships/image" Target="../media/image157.png"/><Relationship Id="rId10" Type="http://schemas.openxmlformats.org/officeDocument/2006/relationships/image" Target="../media/image1100.png"/><Relationship Id="rId4" Type="http://schemas.openxmlformats.org/officeDocument/2006/relationships/image" Target="../media/image156.png"/><Relationship Id="rId9" Type="http://schemas.openxmlformats.org/officeDocument/2006/relationships/image" Target="../media/image159.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6" Type="http://schemas.openxmlformats.org/officeDocument/2006/relationships/image" Target="../media/image18.png"/><Relationship Id="rId117" Type="http://schemas.openxmlformats.org/officeDocument/2006/relationships/image" Target="../media/image63.png"/><Relationship Id="rId21" Type="http://schemas.openxmlformats.org/officeDocument/2006/relationships/image" Target="../media/image150.png"/><Relationship Id="rId42" Type="http://schemas.openxmlformats.org/officeDocument/2006/relationships/image" Target="../media/image26.png"/><Relationship Id="rId47" Type="http://schemas.openxmlformats.org/officeDocument/2006/relationships/image" Target="../media/image280.png"/><Relationship Id="rId63" Type="http://schemas.openxmlformats.org/officeDocument/2006/relationships/image" Target="../media/image36.png"/><Relationship Id="rId68" Type="http://schemas.openxmlformats.org/officeDocument/2006/relationships/image" Target="../media/image39.png"/><Relationship Id="rId84" Type="http://schemas.openxmlformats.org/officeDocument/2006/relationships/image" Target="../media/image47.png"/><Relationship Id="rId89" Type="http://schemas.openxmlformats.org/officeDocument/2006/relationships/image" Target="../media/image49.png"/><Relationship Id="rId112" Type="http://schemas.openxmlformats.org/officeDocument/2006/relationships/image" Target="../media/image61.png"/><Relationship Id="rId16" Type="http://schemas.openxmlformats.org/officeDocument/2006/relationships/image" Target="../media/image13.png"/><Relationship Id="rId107" Type="http://schemas.openxmlformats.org/officeDocument/2006/relationships/image" Target="../media/image1660.png"/><Relationship Id="rId11" Type="http://schemas.openxmlformats.org/officeDocument/2006/relationships/image" Target="../media/image10.png"/><Relationship Id="rId32" Type="http://schemas.openxmlformats.org/officeDocument/2006/relationships/image" Target="../media/image21.png"/><Relationship Id="rId37" Type="http://schemas.openxmlformats.org/officeDocument/2006/relationships/image" Target="../media/image23.png"/><Relationship Id="rId53" Type="http://schemas.openxmlformats.org/officeDocument/2006/relationships/image" Target="../media/image1620.png"/><Relationship Id="rId58" Type="http://schemas.openxmlformats.org/officeDocument/2006/relationships/image" Target="../media/image34.png"/><Relationship Id="rId74" Type="http://schemas.openxmlformats.org/officeDocument/2006/relationships/image" Target="../media/image42.png"/><Relationship Id="rId79" Type="http://schemas.openxmlformats.org/officeDocument/2006/relationships/image" Target="../media/image44.png"/><Relationship Id="rId102" Type="http://schemas.openxmlformats.org/officeDocument/2006/relationships/image" Target="../media/image56.png"/><Relationship Id="rId5" Type="http://schemas.openxmlformats.org/officeDocument/2006/relationships/image" Target="../media/image4.png"/><Relationship Id="rId90" Type="http://schemas.openxmlformats.org/officeDocument/2006/relationships/image" Target="../media/image50.png"/><Relationship Id="rId95" Type="http://schemas.openxmlformats.org/officeDocument/2006/relationships/image" Target="../media/image52.png"/><Relationship Id="rId22" Type="http://schemas.openxmlformats.org/officeDocument/2006/relationships/image" Target="../media/image16.png"/><Relationship Id="rId27" Type="http://schemas.openxmlformats.org/officeDocument/2006/relationships/image" Target="../media/image18.png"/><Relationship Id="rId43" Type="http://schemas.openxmlformats.org/officeDocument/2006/relationships/image" Target="../media/image26.png"/><Relationship Id="rId48" Type="http://schemas.openxmlformats.org/officeDocument/2006/relationships/image" Target="../media/image162.png"/><Relationship Id="rId64" Type="http://schemas.openxmlformats.org/officeDocument/2006/relationships/image" Target="../media/image37.png"/><Relationship Id="rId69" Type="http://schemas.openxmlformats.org/officeDocument/2006/relationships/image" Target="../media/image39.png"/><Relationship Id="rId113" Type="http://schemas.openxmlformats.org/officeDocument/2006/relationships/image" Target="../media/image61.png"/><Relationship Id="rId118" Type="http://schemas.openxmlformats.org/officeDocument/2006/relationships/image" Target="../media/image168.png"/><Relationship Id="rId80" Type="http://schemas.openxmlformats.org/officeDocument/2006/relationships/image" Target="../media/image45.png"/><Relationship Id="rId85" Type="http://schemas.openxmlformats.org/officeDocument/2006/relationships/image" Target="../media/image47.png"/><Relationship Id="rId12" Type="http://schemas.openxmlformats.org/officeDocument/2006/relationships/image" Target="../media/image11.png"/><Relationship Id="rId17" Type="http://schemas.openxmlformats.org/officeDocument/2006/relationships/image" Target="../media/image13.png"/><Relationship Id="rId33" Type="http://schemas.openxmlformats.org/officeDocument/2006/relationships/image" Target="../media/image21.png"/><Relationship Id="rId38" Type="http://schemas.openxmlformats.org/officeDocument/2006/relationships/image" Target="../media/image24.png"/><Relationship Id="rId59" Type="http://schemas.openxmlformats.org/officeDocument/2006/relationships/image" Target="../media/image34.png"/><Relationship Id="rId103" Type="http://schemas.openxmlformats.org/officeDocument/2006/relationships/image" Target="../media/image56.png"/><Relationship Id="rId108" Type="http://schemas.openxmlformats.org/officeDocument/2006/relationships/image" Target="../media/image59.png"/><Relationship Id="rId54" Type="http://schemas.openxmlformats.org/officeDocument/2006/relationships/image" Target="../media/image32.png"/><Relationship Id="rId70" Type="http://schemas.openxmlformats.org/officeDocument/2006/relationships/image" Target="../media/image40.png"/><Relationship Id="rId75" Type="http://schemas.openxmlformats.org/officeDocument/2006/relationships/image" Target="../media/image42.png"/><Relationship Id="rId91" Type="http://schemas.openxmlformats.org/officeDocument/2006/relationships/image" Target="../media/image50.png"/><Relationship Id="rId96" Type="http://schemas.openxmlformats.org/officeDocument/2006/relationships/image" Target="../media/image53.png"/><Relationship Id="rId1" Type="http://schemas.openxmlformats.org/officeDocument/2006/relationships/slideLayout" Target="../slideLayouts/slideLayout1.xml"/><Relationship Id="rId6" Type="http://schemas.openxmlformats.org/officeDocument/2006/relationships/image" Target="../media/image5.png"/><Relationship Id="rId23" Type="http://schemas.openxmlformats.org/officeDocument/2006/relationships/image" Target="../media/image16.png"/><Relationship Id="rId28" Type="http://schemas.openxmlformats.org/officeDocument/2006/relationships/image" Target="../media/image161.png"/><Relationship Id="rId49" Type="http://schemas.openxmlformats.org/officeDocument/2006/relationships/image" Target="../media/image1610.png"/><Relationship Id="rId114" Type="http://schemas.openxmlformats.org/officeDocument/2006/relationships/image" Target="../media/image62.png"/><Relationship Id="rId119" Type="http://schemas.openxmlformats.org/officeDocument/2006/relationships/image" Target="../media/image1670.png"/><Relationship Id="rId10" Type="http://schemas.openxmlformats.org/officeDocument/2006/relationships/image" Target="../media/image9.png"/><Relationship Id="rId31" Type="http://schemas.openxmlformats.org/officeDocument/2006/relationships/image" Target="../media/image20.png"/><Relationship Id="rId44" Type="http://schemas.openxmlformats.org/officeDocument/2006/relationships/image" Target="../media/image27.png"/><Relationship Id="rId52" Type="http://schemas.openxmlformats.org/officeDocument/2006/relationships/image" Target="../media/image163.png"/><Relationship Id="rId60" Type="http://schemas.openxmlformats.org/officeDocument/2006/relationships/image" Target="../media/image35.png"/><Relationship Id="rId65" Type="http://schemas.openxmlformats.org/officeDocument/2006/relationships/image" Target="../media/image37.png"/><Relationship Id="rId73" Type="http://schemas.openxmlformats.org/officeDocument/2006/relationships/image" Target="../media/image41.png"/><Relationship Id="rId78" Type="http://schemas.openxmlformats.org/officeDocument/2006/relationships/image" Target="../media/image44.png"/><Relationship Id="rId81" Type="http://schemas.openxmlformats.org/officeDocument/2006/relationships/image" Target="../media/image45.png"/><Relationship Id="rId86" Type="http://schemas.openxmlformats.org/officeDocument/2006/relationships/image" Target="../media/image48.png"/><Relationship Id="rId94" Type="http://schemas.openxmlformats.org/officeDocument/2006/relationships/image" Target="../media/image52.png"/><Relationship Id="rId99" Type="http://schemas.openxmlformats.org/officeDocument/2006/relationships/image" Target="../media/image54.png"/><Relationship Id="rId101" Type="http://schemas.openxmlformats.org/officeDocument/2006/relationships/image" Target="../media/image55.png"/><Relationship Id="rId4" Type="http://schemas.openxmlformats.org/officeDocument/2006/relationships/image" Target="../media/image3.png"/><Relationship Id="rId9" Type="http://schemas.openxmlformats.org/officeDocument/2006/relationships/image" Target="../media/image8.png"/><Relationship Id="rId13" Type="http://schemas.openxmlformats.org/officeDocument/2006/relationships/image" Target="../media/image11.png"/><Relationship Id="rId18" Type="http://schemas.openxmlformats.org/officeDocument/2006/relationships/image" Target="../media/image14.png"/><Relationship Id="rId39" Type="http://schemas.openxmlformats.org/officeDocument/2006/relationships/image" Target="../media/image24.png"/><Relationship Id="rId109" Type="http://schemas.openxmlformats.org/officeDocument/2006/relationships/image" Target="../media/image59.png"/><Relationship Id="rId34" Type="http://schemas.openxmlformats.org/officeDocument/2006/relationships/image" Target="../media/image22.png"/><Relationship Id="rId50" Type="http://schemas.openxmlformats.org/officeDocument/2006/relationships/image" Target="../media/image30.png"/><Relationship Id="rId55" Type="http://schemas.openxmlformats.org/officeDocument/2006/relationships/image" Target="../media/image32.png"/><Relationship Id="rId76" Type="http://schemas.openxmlformats.org/officeDocument/2006/relationships/image" Target="../media/image43.png"/><Relationship Id="rId97" Type="http://schemas.openxmlformats.org/officeDocument/2006/relationships/image" Target="../media/image53.png"/><Relationship Id="rId104" Type="http://schemas.openxmlformats.org/officeDocument/2006/relationships/image" Target="../media/image57.png"/><Relationship Id="rId7" Type="http://schemas.openxmlformats.org/officeDocument/2006/relationships/image" Target="../media/image6.png"/><Relationship Id="rId71" Type="http://schemas.openxmlformats.org/officeDocument/2006/relationships/image" Target="../media/image40.png"/><Relationship Id="rId92" Type="http://schemas.openxmlformats.org/officeDocument/2006/relationships/image" Target="../media/image166.png"/><Relationship Id="rId2" Type="http://schemas.openxmlformats.org/officeDocument/2006/relationships/image" Target="../media/image1.jpeg"/><Relationship Id="rId29" Type="http://schemas.openxmlformats.org/officeDocument/2006/relationships/image" Target="../media/image1600.png"/><Relationship Id="rId24" Type="http://schemas.openxmlformats.org/officeDocument/2006/relationships/image" Target="../media/image17.png"/><Relationship Id="rId40" Type="http://schemas.openxmlformats.org/officeDocument/2006/relationships/image" Target="../media/image25.png"/><Relationship Id="rId45" Type="http://schemas.openxmlformats.org/officeDocument/2006/relationships/image" Target="../media/image270.png"/><Relationship Id="rId66" Type="http://schemas.openxmlformats.org/officeDocument/2006/relationships/image" Target="../media/image164.png"/><Relationship Id="rId87" Type="http://schemas.openxmlformats.org/officeDocument/2006/relationships/image" Target="../media/image48.png"/><Relationship Id="rId110" Type="http://schemas.openxmlformats.org/officeDocument/2006/relationships/image" Target="../media/image60.png"/><Relationship Id="rId115" Type="http://schemas.openxmlformats.org/officeDocument/2006/relationships/image" Target="../media/image62.png"/><Relationship Id="rId61" Type="http://schemas.openxmlformats.org/officeDocument/2006/relationships/image" Target="../media/image35.png"/><Relationship Id="rId82" Type="http://schemas.openxmlformats.org/officeDocument/2006/relationships/image" Target="../media/image165.png"/><Relationship Id="rId19" Type="http://schemas.openxmlformats.org/officeDocument/2006/relationships/image" Target="../media/image14.png"/><Relationship Id="rId14" Type="http://schemas.openxmlformats.org/officeDocument/2006/relationships/image" Target="../media/image12.png"/><Relationship Id="rId30" Type="http://schemas.openxmlformats.org/officeDocument/2006/relationships/image" Target="../media/image20.png"/><Relationship Id="rId35" Type="http://schemas.openxmlformats.org/officeDocument/2006/relationships/image" Target="../media/image22.png"/><Relationship Id="rId56" Type="http://schemas.openxmlformats.org/officeDocument/2006/relationships/image" Target="../media/image33.png"/><Relationship Id="rId77" Type="http://schemas.openxmlformats.org/officeDocument/2006/relationships/image" Target="../media/image43.png"/><Relationship Id="rId100" Type="http://schemas.openxmlformats.org/officeDocument/2006/relationships/image" Target="../media/image55.png"/><Relationship Id="rId105" Type="http://schemas.openxmlformats.org/officeDocument/2006/relationships/image" Target="../media/image57.png"/><Relationship Id="rId8" Type="http://schemas.openxmlformats.org/officeDocument/2006/relationships/image" Target="../media/image7.png"/><Relationship Id="rId51" Type="http://schemas.openxmlformats.org/officeDocument/2006/relationships/image" Target="../media/image300.png"/><Relationship Id="rId72" Type="http://schemas.openxmlformats.org/officeDocument/2006/relationships/image" Target="../media/image41.png"/><Relationship Id="rId93" Type="http://schemas.openxmlformats.org/officeDocument/2006/relationships/image" Target="../media/image166.png"/><Relationship Id="rId98" Type="http://schemas.openxmlformats.org/officeDocument/2006/relationships/image" Target="../media/image54.png"/><Relationship Id="rId3" Type="http://schemas.openxmlformats.org/officeDocument/2006/relationships/image" Target="../media/image2.png"/><Relationship Id="rId25" Type="http://schemas.openxmlformats.org/officeDocument/2006/relationships/image" Target="../media/image17.png"/><Relationship Id="rId46" Type="http://schemas.openxmlformats.org/officeDocument/2006/relationships/image" Target="../media/image28.png"/><Relationship Id="rId67" Type="http://schemas.openxmlformats.org/officeDocument/2006/relationships/image" Target="../media/image164.png"/><Relationship Id="rId116" Type="http://schemas.openxmlformats.org/officeDocument/2006/relationships/image" Target="../media/image63.png"/><Relationship Id="rId20" Type="http://schemas.openxmlformats.org/officeDocument/2006/relationships/image" Target="../media/image160.png"/><Relationship Id="rId41" Type="http://schemas.openxmlformats.org/officeDocument/2006/relationships/image" Target="../media/image25.png"/><Relationship Id="rId62" Type="http://schemas.openxmlformats.org/officeDocument/2006/relationships/image" Target="../media/image36.png"/><Relationship Id="rId83" Type="http://schemas.openxmlformats.org/officeDocument/2006/relationships/image" Target="../media/image165.png"/><Relationship Id="rId88" Type="http://schemas.openxmlformats.org/officeDocument/2006/relationships/image" Target="../media/image49.png"/><Relationship Id="rId111" Type="http://schemas.openxmlformats.org/officeDocument/2006/relationships/image" Target="../media/image600.png"/><Relationship Id="rId15" Type="http://schemas.openxmlformats.org/officeDocument/2006/relationships/image" Target="../media/image12.png"/><Relationship Id="rId36" Type="http://schemas.openxmlformats.org/officeDocument/2006/relationships/image" Target="../media/image23.png"/><Relationship Id="rId57" Type="http://schemas.openxmlformats.org/officeDocument/2006/relationships/image" Target="../media/image33.png"/><Relationship Id="rId106" Type="http://schemas.openxmlformats.org/officeDocument/2006/relationships/image" Target="../media/image167.png"/></Relationships>
</file>

<file path=ppt/slides/_rels/slide55.xml.rels><?xml version="1.0" encoding="UTF-8" standalone="yes"?>
<Relationships xmlns="http://schemas.openxmlformats.org/package/2006/relationships"><Relationship Id="rId3" Type="http://schemas.openxmlformats.org/officeDocument/2006/relationships/image" Target="../media/image170.png"/><Relationship Id="rId2" Type="http://schemas.openxmlformats.org/officeDocument/2006/relationships/image" Target="../media/image169.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171" name="Picture 170">
            <a:extLst>
              <a:ext uri="{FF2B5EF4-FFF2-40B4-BE49-F238E27FC236}">
                <a16:creationId xmlns:a16="http://schemas.microsoft.com/office/drawing/2014/main" id="{D155544F-4FC2-D7FB-DFEE-87F946760C1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001138" y="2129236"/>
            <a:ext cx="2970122" cy="2008303"/>
          </a:xfrm>
          <a:prstGeom prst="rect">
            <a:avLst/>
          </a:prstGeom>
        </p:spPr>
      </p:pic>
      <p:pic>
        <p:nvPicPr>
          <p:cNvPr id="173" name="Picture 172">
            <a:extLst>
              <a:ext uri="{FF2B5EF4-FFF2-40B4-BE49-F238E27FC236}">
                <a16:creationId xmlns:a16="http://schemas.microsoft.com/office/drawing/2014/main" id="{F5FD18C0-06FC-F6E1-1AA2-0AD92BF4577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404600" y="3820622"/>
            <a:ext cx="1442936" cy="1875816"/>
          </a:xfrm>
          <a:prstGeom prst="rect">
            <a:avLst/>
          </a:prstGeom>
        </p:spPr>
      </p:pic>
      <p:pic>
        <p:nvPicPr>
          <p:cNvPr id="165" name="Picture 164">
            <a:extLst>
              <a:ext uri="{FF2B5EF4-FFF2-40B4-BE49-F238E27FC236}">
                <a16:creationId xmlns:a16="http://schemas.microsoft.com/office/drawing/2014/main" id="{CC73F1D5-FEBC-1662-0684-F74ABA61343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01915" y="2458294"/>
            <a:ext cx="1447245" cy="1447245"/>
          </a:xfrm>
          <a:prstGeom prst="rect">
            <a:avLst/>
          </a:prstGeom>
        </p:spPr>
      </p:pic>
      <p:pic>
        <p:nvPicPr>
          <p:cNvPr id="169" name="Picture 168">
            <a:extLst>
              <a:ext uri="{FF2B5EF4-FFF2-40B4-BE49-F238E27FC236}">
                <a16:creationId xmlns:a16="http://schemas.microsoft.com/office/drawing/2014/main" id="{168BF070-9A38-316C-716A-074E62011B08}"/>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92480" y="3740123"/>
            <a:ext cx="892832" cy="1020557"/>
          </a:xfrm>
          <a:prstGeom prst="rect">
            <a:avLst/>
          </a:prstGeom>
        </p:spPr>
      </p:pic>
      <p:pic>
        <p:nvPicPr>
          <p:cNvPr id="161" name="Picture 160">
            <a:extLst>
              <a:ext uri="{FF2B5EF4-FFF2-40B4-BE49-F238E27FC236}">
                <a16:creationId xmlns:a16="http://schemas.microsoft.com/office/drawing/2014/main" id="{CA0FD38C-0B1B-435F-2D3C-E20E0A89A2D1}"/>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2527680" y="2057143"/>
            <a:ext cx="3246484" cy="3246484"/>
          </a:xfrm>
          <a:prstGeom prst="rect">
            <a:avLst/>
          </a:prstGeom>
        </p:spPr>
      </p:pic>
      <p:pic>
        <p:nvPicPr>
          <p:cNvPr id="163" name="Picture 162">
            <a:extLst>
              <a:ext uri="{FF2B5EF4-FFF2-40B4-BE49-F238E27FC236}">
                <a16:creationId xmlns:a16="http://schemas.microsoft.com/office/drawing/2014/main" id="{AF1FF2D7-19C8-94BD-6564-55AEC6EF595B}"/>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9811683" y="2868648"/>
            <a:ext cx="3352807" cy="2990094"/>
          </a:xfrm>
          <a:prstGeom prst="rect">
            <a:avLst/>
          </a:prstGeom>
        </p:spPr>
      </p:pic>
      <p:pic>
        <p:nvPicPr>
          <p:cNvPr id="167" name="Picture 166">
            <a:extLst>
              <a:ext uri="{FF2B5EF4-FFF2-40B4-BE49-F238E27FC236}">
                <a16:creationId xmlns:a16="http://schemas.microsoft.com/office/drawing/2014/main" id="{51922E84-D674-BE2F-BCA9-884481A091EE}"/>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7626987" y="4376132"/>
            <a:ext cx="2578988" cy="2578988"/>
          </a:xfrm>
          <a:prstGeom prst="rect">
            <a:avLst/>
          </a:prstGeom>
        </p:spPr>
      </p:pic>
      <p:sp useBgFill="1">
        <p:nvSpPr>
          <p:cNvPr id="2" name="Title 1">
            <a:extLst>
              <a:ext uri="{FF2B5EF4-FFF2-40B4-BE49-F238E27FC236}">
                <a16:creationId xmlns:a16="http://schemas.microsoft.com/office/drawing/2014/main" id="{BEA4BE70-F847-BE4C-E847-104398A59DAE}"/>
              </a:ext>
            </a:extLst>
          </p:cNvPr>
          <p:cNvSpPr>
            <a:spLocks noGrp="1"/>
          </p:cNvSpPr>
          <p:nvPr>
            <p:ph type="ctrTitle"/>
          </p:nvPr>
        </p:nvSpPr>
        <p:spPr>
          <a:xfrm>
            <a:off x="436879" y="472339"/>
            <a:ext cx="9845041" cy="1204277"/>
          </a:xfrm>
        </p:spPr>
        <p:txBody>
          <a:bodyPr>
            <a:normAutofit fontScale="90000"/>
            <a:scene3d>
              <a:camera prst="orthographicFront"/>
              <a:lightRig rig="soft" dir="t">
                <a:rot lat="0" lon="0" rev="15600000"/>
              </a:lightRig>
            </a:scene3d>
            <a:sp3d extrusionH="57150" prstMaterial="softEdge">
              <a:bevelT w="25400" h="38100"/>
            </a:sp3d>
          </a:bodyPr>
          <a:lstStyle/>
          <a:p>
            <a:r>
              <a:rPr lang="en-IN" b="1" i="1" dirty="0">
                <a:ln/>
                <a:solidFill>
                  <a:schemeClr val="accent4"/>
                </a:solidFill>
              </a:rPr>
              <a:t>Real time transaction monitoring dashboard</a:t>
            </a:r>
          </a:p>
        </p:txBody>
      </p:sp>
      <p:pic>
        <p:nvPicPr>
          <p:cNvPr id="5" name="Picture 4">
            <a:extLst>
              <a:ext uri="{FF2B5EF4-FFF2-40B4-BE49-F238E27FC236}">
                <a16:creationId xmlns:a16="http://schemas.microsoft.com/office/drawing/2014/main" id="{740D949A-61EF-A944-3FFE-C742F384FFD8}"/>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0" y="5725160"/>
            <a:ext cx="1132840" cy="1132840"/>
          </a:xfrm>
          <a:prstGeom prst="rect">
            <a:avLst/>
          </a:prstGeom>
        </p:spPr>
      </p:pic>
      <p:sp>
        <p:nvSpPr>
          <p:cNvPr id="4" name="TextBox 3">
            <a:extLst>
              <a:ext uri="{FF2B5EF4-FFF2-40B4-BE49-F238E27FC236}">
                <a16:creationId xmlns:a16="http://schemas.microsoft.com/office/drawing/2014/main" id="{614379A4-6D1F-E82A-3A8D-D4AA7C2BB812}"/>
              </a:ext>
            </a:extLst>
          </p:cNvPr>
          <p:cNvSpPr txBox="1"/>
          <p:nvPr/>
        </p:nvSpPr>
        <p:spPr>
          <a:xfrm>
            <a:off x="594498" y="1616901"/>
            <a:ext cx="7249021" cy="923330"/>
          </a:xfrm>
          <a:prstGeom prst="rect">
            <a:avLst/>
          </a:prstGeom>
          <a:noFill/>
        </p:spPr>
        <p:txBody>
          <a:bodyPr wrap="square">
            <a:spAutoFit/>
          </a:bodyPr>
          <a:lstStyle/>
          <a:p>
            <a:pPr algn="just"/>
            <a:r>
              <a:rPr lang="en-IN" dirty="0">
                <a:solidFill>
                  <a:schemeClr val="bg1"/>
                </a:solidFill>
              </a:rPr>
              <a:t>An advanced system leveraging machine learning for the identification of fraudulent financial activities and real-time monitoring using a dynamic user interface.</a:t>
            </a:r>
          </a:p>
        </p:txBody>
      </p:sp>
      <p:pic>
        <p:nvPicPr>
          <p:cNvPr id="132" name="Picture 131">
            <a:extLst>
              <a:ext uri="{FF2B5EF4-FFF2-40B4-BE49-F238E27FC236}">
                <a16:creationId xmlns:a16="http://schemas.microsoft.com/office/drawing/2014/main" id="{37205024-659F-F150-3762-C1F368F9B028}"/>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11051765" y="1386205"/>
            <a:ext cx="939800" cy="939800"/>
          </a:xfrm>
          <a:prstGeom prst="rect">
            <a:avLst/>
          </a:prstGeom>
        </p:spPr>
      </p:pic>
      <p:cxnSp>
        <p:nvCxnSpPr>
          <p:cNvPr id="134" name="Connector: Curved 133">
            <a:extLst>
              <a:ext uri="{FF2B5EF4-FFF2-40B4-BE49-F238E27FC236}">
                <a16:creationId xmlns:a16="http://schemas.microsoft.com/office/drawing/2014/main" id="{659DEB5F-C719-1632-1A23-D43187B89590}"/>
              </a:ext>
            </a:extLst>
          </p:cNvPr>
          <p:cNvCxnSpPr>
            <a:cxnSpLocks/>
            <a:endCxn id="132" idx="1"/>
          </p:cNvCxnSpPr>
          <p:nvPr/>
        </p:nvCxnSpPr>
        <p:spPr>
          <a:xfrm flipV="1">
            <a:off x="995680" y="1856105"/>
            <a:ext cx="10056085" cy="4144645"/>
          </a:xfrm>
          <a:prstGeom prst="curvedConnector3">
            <a:avLst>
              <a:gd name="adj1" fmla="val 55153"/>
            </a:avLst>
          </a:prstGeom>
          <a:ln w="196850">
            <a:solidFill>
              <a:schemeClr val="bg2"/>
            </a:solidFill>
            <a:tailEnd type="triangle"/>
          </a:ln>
        </p:spPr>
        <p:style>
          <a:lnRef idx="3">
            <a:schemeClr val="accent2"/>
          </a:lnRef>
          <a:fillRef idx="0">
            <a:schemeClr val="accent2"/>
          </a:fillRef>
          <a:effectRef idx="2">
            <a:schemeClr val="accent2"/>
          </a:effectRef>
          <a:fontRef idx="minor">
            <a:schemeClr val="tx1"/>
          </a:fontRef>
        </p:style>
      </p:cxnSp>
      <p:cxnSp>
        <p:nvCxnSpPr>
          <p:cNvPr id="137" name="Connector: Curved 136">
            <a:extLst>
              <a:ext uri="{FF2B5EF4-FFF2-40B4-BE49-F238E27FC236}">
                <a16:creationId xmlns:a16="http://schemas.microsoft.com/office/drawing/2014/main" id="{98BA7AC3-E3C1-8B63-5301-3B342E77D599}"/>
              </a:ext>
            </a:extLst>
          </p:cNvPr>
          <p:cNvCxnSpPr>
            <a:cxnSpLocks/>
          </p:cNvCxnSpPr>
          <p:nvPr/>
        </p:nvCxnSpPr>
        <p:spPr>
          <a:xfrm flipV="1">
            <a:off x="995680" y="1856105"/>
            <a:ext cx="9865360" cy="4144645"/>
          </a:xfrm>
          <a:prstGeom prst="curvedConnector3">
            <a:avLst>
              <a:gd name="adj1" fmla="val 56385"/>
            </a:avLst>
          </a:prstGeom>
          <a:ln w="34925">
            <a:prstDash val="dashDot"/>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pslz="http://schemas.microsoft.com/office/powerpoint/2016/slidezoom">
        <mc:Choice Requires="pslz">
          <p:graphicFrame>
            <p:nvGraphicFramePr>
              <p:cNvPr id="9" name="Slide Zoom 8">
                <a:extLst>
                  <a:ext uri="{FF2B5EF4-FFF2-40B4-BE49-F238E27FC236}">
                    <a16:creationId xmlns:a16="http://schemas.microsoft.com/office/drawing/2014/main" id="{11CE974B-2C66-B917-B25B-C89AFA732F78}"/>
                  </a:ext>
                </a:extLst>
              </p:cNvPr>
              <p:cNvGraphicFramePr>
                <a:graphicFrameLocks noChangeAspect="1"/>
              </p:cNvGraphicFramePr>
              <p:nvPr>
                <p:extLst>
                  <p:ext uri="{D42A27DB-BD31-4B8C-83A1-F6EECF244321}">
                    <p14:modId xmlns:p14="http://schemas.microsoft.com/office/powerpoint/2010/main" val="4270423799"/>
                  </p:ext>
                </p:extLst>
              </p:nvPr>
            </p:nvGraphicFramePr>
            <p:xfrm>
              <a:off x="167255" y="5017837"/>
              <a:ext cx="1083733" cy="609600"/>
            </p:xfrm>
            <a:graphic>
              <a:graphicData uri="http://schemas.microsoft.com/office/powerpoint/2016/slidezoom">
                <pslz:sldZm>
                  <pslz:sldZmObj sldId="319" cId="2212548108">
                    <pslz:zmPr id="{75417D6B-449D-4944-A08B-8B1169CA1F0C}" returnToParent="0" transitionDur="1000">
                      <p166:blipFill xmlns:p166="http://schemas.microsoft.com/office/powerpoint/2016/6/main">
                        <a:blip r:embed="rId12"/>
                        <a:stretch>
                          <a:fillRect/>
                        </a:stretch>
                      </p166:blipFill>
                      <p166:spPr xmlns:p166="http://schemas.microsoft.com/office/powerpoint/2016/6/main">
                        <a:xfrm>
                          <a:off x="0" y="0"/>
                          <a:ext cx="1083733" cy="609600"/>
                        </a:xfrm>
                        <a:prstGeom prst="rect">
                          <a:avLst/>
                        </a:prstGeom>
                        <a:ln w="3175">
                          <a:solidFill>
                            <a:prstClr val="ltGray"/>
                          </a:solidFill>
                        </a:ln>
                      </p166:spPr>
                    </pslz:zmPr>
                  </pslz:sldZmObj>
                </pslz:sldZm>
              </a:graphicData>
            </a:graphic>
          </p:graphicFrame>
        </mc:Choice>
        <mc:Fallback xmlns="">
          <p:pic>
            <p:nvPicPr>
              <p:cNvPr id="9" name="Slide Zoom 8">
                <a:extLst>
                  <a:ext uri="{FF2B5EF4-FFF2-40B4-BE49-F238E27FC236}">
                    <a16:creationId xmlns:a16="http://schemas.microsoft.com/office/drawing/2014/main" id="{11CE974B-2C66-B917-B25B-C89AFA732F78}"/>
                  </a:ext>
                </a:extLst>
              </p:cNvPr>
              <p:cNvPicPr>
                <a:picLocks noGrp="1" noRot="1" noChangeAspect="1" noMove="1" noResize="1" noEditPoints="1" noAdjustHandles="1" noChangeArrowheads="1" noChangeShapeType="1"/>
              </p:cNvPicPr>
              <p:nvPr/>
            </p:nvPicPr>
            <p:blipFill>
              <a:blip r:embed="rId13"/>
              <a:stretch>
                <a:fillRect/>
              </a:stretch>
            </p:blipFill>
            <p:spPr>
              <a:xfrm>
                <a:off x="167255" y="5017837"/>
                <a:ext cx="1083733" cy="609600"/>
              </a:xfrm>
              <a:prstGeom prst="rect">
                <a:avLst/>
              </a:prstGeom>
              <a:ln w="3175">
                <a:solidFill>
                  <a:prstClr val="ltGray"/>
                </a:solidFill>
              </a:ln>
            </p:spPr>
          </p:pic>
        </mc:Fallback>
      </mc:AlternateContent>
      <mc:AlternateContent xmlns:mc="http://schemas.openxmlformats.org/markup-compatibility/2006" xmlns:pslz="http://schemas.microsoft.com/office/powerpoint/2016/slidezoom">
        <mc:Choice Requires="pslz">
          <p:graphicFrame>
            <p:nvGraphicFramePr>
              <p:cNvPr id="14" name="Slide Zoom 13">
                <a:extLst>
                  <a:ext uri="{FF2B5EF4-FFF2-40B4-BE49-F238E27FC236}">
                    <a16:creationId xmlns:a16="http://schemas.microsoft.com/office/drawing/2014/main" id="{2F5E6EF0-4B4A-9A62-B5DE-7F9763799CA0}"/>
                  </a:ext>
                </a:extLst>
              </p:cNvPr>
              <p:cNvGraphicFramePr>
                <a:graphicFrameLocks noChangeAspect="1"/>
              </p:cNvGraphicFramePr>
              <p:nvPr>
                <p:extLst>
                  <p:ext uri="{D42A27DB-BD31-4B8C-83A1-F6EECF244321}">
                    <p14:modId xmlns:p14="http://schemas.microsoft.com/office/powerpoint/2010/main" val="1339042886"/>
                  </p:ext>
                </p:extLst>
              </p:nvPr>
            </p:nvGraphicFramePr>
            <p:xfrm>
              <a:off x="1276195" y="5322637"/>
              <a:ext cx="140311" cy="78925"/>
            </p:xfrm>
            <a:graphic>
              <a:graphicData uri="http://schemas.microsoft.com/office/powerpoint/2016/slidezoom">
                <pslz:sldZm>
                  <pslz:sldZmObj sldId="258" cId="4219654171">
                    <pslz:zmPr id="{E690D636-F735-4FF6-AD9B-EB2B84A777A9}" returnToParent="0" transitionDur="1000">
                      <p166:blipFill xmlns:p166="http://schemas.microsoft.com/office/powerpoint/2016/6/main">
                        <a:blip r:embed="rId14"/>
                        <a:stretch>
                          <a:fillRect/>
                        </a:stretch>
                      </p166:blipFill>
                      <p166:spPr xmlns:p166="http://schemas.microsoft.com/office/powerpoint/2016/6/main">
                        <a:xfrm>
                          <a:off x="0" y="0"/>
                          <a:ext cx="140311" cy="78925"/>
                        </a:xfrm>
                        <a:prstGeom prst="rect">
                          <a:avLst/>
                        </a:prstGeom>
                        <a:ln w="3175">
                          <a:solidFill>
                            <a:prstClr val="ltGray"/>
                          </a:solidFill>
                        </a:ln>
                      </p166:spPr>
                    </pslz:zmPr>
                  </pslz:sldZmObj>
                </pslz:sldZm>
              </a:graphicData>
            </a:graphic>
          </p:graphicFrame>
        </mc:Choice>
        <mc:Fallback xmlns="">
          <p:pic>
            <p:nvPicPr>
              <p:cNvPr id="14" name="Slide Zoom 13">
                <a:extLst>
                  <a:ext uri="{FF2B5EF4-FFF2-40B4-BE49-F238E27FC236}">
                    <a16:creationId xmlns:a16="http://schemas.microsoft.com/office/drawing/2014/main" id="{2F5E6EF0-4B4A-9A62-B5DE-7F9763799CA0}"/>
                  </a:ext>
                </a:extLst>
              </p:cNvPr>
              <p:cNvPicPr>
                <a:picLocks noGrp="1" noRot="1" noChangeAspect="1" noMove="1" noResize="1" noEditPoints="1" noAdjustHandles="1" noChangeArrowheads="1" noChangeShapeType="1"/>
              </p:cNvPicPr>
              <p:nvPr/>
            </p:nvPicPr>
            <p:blipFill>
              <a:blip r:embed="rId15"/>
              <a:stretch>
                <a:fillRect/>
              </a:stretch>
            </p:blipFill>
            <p:spPr>
              <a:xfrm>
                <a:off x="1276195" y="5322637"/>
                <a:ext cx="140311" cy="78925"/>
              </a:xfrm>
              <a:prstGeom prst="rect">
                <a:avLst/>
              </a:prstGeom>
              <a:ln w="3175">
                <a:solidFill>
                  <a:prstClr val="ltGray"/>
                </a:solidFill>
              </a:ln>
            </p:spPr>
          </p:pic>
        </mc:Fallback>
      </mc:AlternateContent>
      <mc:AlternateContent xmlns:mc="http://schemas.openxmlformats.org/markup-compatibility/2006" xmlns:pslz="http://schemas.microsoft.com/office/powerpoint/2016/slidezoom">
        <mc:Choice Requires="pslz">
          <p:graphicFrame>
            <p:nvGraphicFramePr>
              <p:cNvPr id="18" name="Slide Zoom 17">
                <a:extLst>
                  <a:ext uri="{FF2B5EF4-FFF2-40B4-BE49-F238E27FC236}">
                    <a16:creationId xmlns:a16="http://schemas.microsoft.com/office/drawing/2014/main" id="{ECEABF46-C487-3312-D617-79C684CA30DE}"/>
                  </a:ext>
                </a:extLst>
              </p:cNvPr>
              <p:cNvGraphicFramePr>
                <a:graphicFrameLocks noChangeAspect="1"/>
              </p:cNvGraphicFramePr>
              <p:nvPr>
                <p:extLst>
                  <p:ext uri="{D42A27DB-BD31-4B8C-83A1-F6EECF244321}">
                    <p14:modId xmlns:p14="http://schemas.microsoft.com/office/powerpoint/2010/main" val="2460850261"/>
                  </p:ext>
                </p:extLst>
              </p:nvPr>
            </p:nvGraphicFramePr>
            <p:xfrm>
              <a:off x="1107440" y="6245593"/>
              <a:ext cx="168275" cy="94655"/>
            </p:xfrm>
            <a:graphic>
              <a:graphicData uri="http://schemas.microsoft.com/office/powerpoint/2016/slidezoom">
                <pslz:sldZm>
                  <pslz:sldZmObj sldId="263" cId="3844208508">
                    <pslz:zmPr id="{BE52D20F-6431-413B-BD1B-9675C89EC941}" returnToParent="0" transitionDur="1000">
                      <p166:blipFill xmlns:p166="http://schemas.microsoft.com/office/powerpoint/2016/6/main">
                        <a:blip r:embed="rId16"/>
                        <a:stretch>
                          <a:fillRect/>
                        </a:stretch>
                      </p166:blipFill>
                      <p166:spPr xmlns:p166="http://schemas.microsoft.com/office/powerpoint/2016/6/main">
                        <a:xfrm>
                          <a:off x="0" y="0"/>
                          <a:ext cx="168275" cy="94655"/>
                        </a:xfrm>
                        <a:prstGeom prst="rect">
                          <a:avLst/>
                        </a:prstGeom>
                        <a:ln w="3175">
                          <a:solidFill>
                            <a:prstClr val="ltGray"/>
                          </a:solidFill>
                        </a:ln>
                      </p166:spPr>
                    </pslz:zmPr>
                  </pslz:sldZmObj>
                </pslz:sldZm>
              </a:graphicData>
            </a:graphic>
          </p:graphicFrame>
        </mc:Choice>
        <mc:Fallback xmlns="">
          <p:pic>
            <p:nvPicPr>
              <p:cNvPr id="18" name="Slide Zoom 17">
                <a:extLst>
                  <a:ext uri="{FF2B5EF4-FFF2-40B4-BE49-F238E27FC236}">
                    <a16:creationId xmlns:a16="http://schemas.microsoft.com/office/drawing/2014/main" id="{ECEABF46-C487-3312-D617-79C684CA30DE}"/>
                  </a:ext>
                </a:extLst>
              </p:cNvPr>
              <p:cNvPicPr>
                <a:picLocks noGrp="1" noRot="1" noChangeAspect="1" noMove="1" noResize="1" noEditPoints="1" noAdjustHandles="1" noChangeArrowheads="1" noChangeShapeType="1"/>
              </p:cNvPicPr>
              <p:nvPr/>
            </p:nvPicPr>
            <p:blipFill>
              <a:blip r:embed="rId17"/>
              <a:stretch>
                <a:fillRect/>
              </a:stretch>
            </p:blipFill>
            <p:spPr>
              <a:xfrm>
                <a:off x="1107440" y="6245593"/>
                <a:ext cx="168275" cy="94655"/>
              </a:xfrm>
              <a:prstGeom prst="rect">
                <a:avLst/>
              </a:prstGeom>
              <a:ln w="3175">
                <a:solidFill>
                  <a:prstClr val="ltGray"/>
                </a:solidFill>
              </a:ln>
            </p:spPr>
          </p:pic>
        </mc:Fallback>
      </mc:AlternateContent>
      <mc:AlternateContent xmlns:mc="http://schemas.openxmlformats.org/markup-compatibility/2006" xmlns:pslz="http://schemas.microsoft.com/office/powerpoint/2016/slidezoom">
        <mc:Choice Requires="pslz">
          <p:graphicFrame>
            <p:nvGraphicFramePr>
              <p:cNvPr id="22" name="Slide Zoom 21">
                <a:extLst>
                  <a:ext uri="{FF2B5EF4-FFF2-40B4-BE49-F238E27FC236}">
                    <a16:creationId xmlns:a16="http://schemas.microsoft.com/office/drawing/2014/main" id="{E18EF9F9-72C1-0684-0687-DB30BF9B78E7}"/>
                  </a:ext>
                </a:extLst>
              </p:cNvPr>
              <p:cNvGraphicFramePr>
                <a:graphicFrameLocks noChangeAspect="1"/>
              </p:cNvGraphicFramePr>
              <p:nvPr>
                <p:extLst>
                  <p:ext uri="{D42A27DB-BD31-4B8C-83A1-F6EECF244321}">
                    <p14:modId xmlns:p14="http://schemas.microsoft.com/office/powerpoint/2010/main" val="353541466"/>
                  </p:ext>
                </p:extLst>
              </p:nvPr>
            </p:nvGraphicFramePr>
            <p:xfrm>
              <a:off x="1272378" y="6436437"/>
              <a:ext cx="351635" cy="197795"/>
            </p:xfrm>
            <a:graphic>
              <a:graphicData uri="http://schemas.microsoft.com/office/powerpoint/2016/slidezoom">
                <pslz:sldZm>
                  <pslz:sldZmObj sldId="265" cId="3044569321">
                    <pslz:zmPr id="{8C6183CA-7C58-4D3C-ACBF-3037D86007DE}" returnToParent="0" transitionDur="1000">
                      <p166:blipFill xmlns:p166="http://schemas.microsoft.com/office/powerpoint/2016/6/main">
                        <a:blip r:embed="rId18"/>
                        <a:stretch>
                          <a:fillRect/>
                        </a:stretch>
                      </p166:blipFill>
                      <p166:spPr xmlns:p166="http://schemas.microsoft.com/office/powerpoint/2016/6/main">
                        <a:xfrm>
                          <a:off x="0" y="0"/>
                          <a:ext cx="351635" cy="197795"/>
                        </a:xfrm>
                        <a:prstGeom prst="rect">
                          <a:avLst/>
                        </a:prstGeom>
                        <a:ln w="3175">
                          <a:solidFill>
                            <a:prstClr val="ltGray"/>
                          </a:solidFill>
                        </a:ln>
                      </p166:spPr>
                    </pslz:zmPr>
                  </pslz:sldZmObj>
                </pslz:sldZm>
              </a:graphicData>
            </a:graphic>
          </p:graphicFrame>
        </mc:Choice>
        <mc:Fallback xmlns="">
          <p:pic>
            <p:nvPicPr>
              <p:cNvPr id="22" name="Slide Zoom 21">
                <a:extLst>
                  <a:ext uri="{FF2B5EF4-FFF2-40B4-BE49-F238E27FC236}">
                    <a16:creationId xmlns:a16="http://schemas.microsoft.com/office/drawing/2014/main" id="{E18EF9F9-72C1-0684-0687-DB30BF9B78E7}"/>
                  </a:ext>
                </a:extLst>
              </p:cNvPr>
              <p:cNvPicPr>
                <a:picLocks noGrp="1" noRot="1" noChangeAspect="1" noMove="1" noResize="1" noEditPoints="1" noAdjustHandles="1" noChangeArrowheads="1" noChangeShapeType="1"/>
              </p:cNvPicPr>
              <p:nvPr/>
            </p:nvPicPr>
            <p:blipFill>
              <a:blip r:embed="rId19"/>
              <a:stretch>
                <a:fillRect/>
              </a:stretch>
            </p:blipFill>
            <p:spPr>
              <a:xfrm>
                <a:off x="1272378" y="6436437"/>
                <a:ext cx="351635" cy="197795"/>
              </a:xfrm>
              <a:prstGeom prst="rect">
                <a:avLst/>
              </a:prstGeom>
              <a:ln w="3175">
                <a:solidFill>
                  <a:prstClr val="ltGray"/>
                </a:solidFill>
              </a:ln>
            </p:spPr>
          </p:pic>
        </mc:Fallback>
      </mc:AlternateContent>
      <mc:AlternateContent xmlns:mc="http://schemas.openxmlformats.org/markup-compatibility/2006" xmlns:pslz="http://schemas.microsoft.com/office/powerpoint/2016/slidezoom">
        <mc:Choice Requires="pslz">
          <p:graphicFrame>
            <p:nvGraphicFramePr>
              <p:cNvPr id="26" name="Slide Zoom 25">
                <a:extLst>
                  <a:ext uri="{FF2B5EF4-FFF2-40B4-BE49-F238E27FC236}">
                    <a16:creationId xmlns:a16="http://schemas.microsoft.com/office/drawing/2014/main" id="{4B1B591D-2844-5091-3F63-5EC7F84A23F2}"/>
                  </a:ext>
                </a:extLst>
              </p:cNvPr>
              <p:cNvGraphicFramePr>
                <a:graphicFrameLocks noChangeAspect="1"/>
              </p:cNvGraphicFramePr>
              <p:nvPr>
                <p:extLst>
                  <p:ext uri="{D42A27DB-BD31-4B8C-83A1-F6EECF244321}">
                    <p14:modId xmlns:p14="http://schemas.microsoft.com/office/powerpoint/2010/main" val="1612728710"/>
                  </p:ext>
                </p:extLst>
              </p:nvPr>
            </p:nvGraphicFramePr>
            <p:xfrm>
              <a:off x="943334" y="4197514"/>
              <a:ext cx="1083733" cy="667923"/>
            </p:xfrm>
            <a:graphic>
              <a:graphicData uri="http://schemas.microsoft.com/office/powerpoint/2016/slidezoom">
                <pslz:sldZm>
                  <pslz:sldZmObj sldId="259" cId="3467072385">
                    <pslz:zmPr id="{D6F9B3AE-2D24-4316-B593-F36ECE8FB190}" returnToParent="0" transitionDur="1000">
                      <p166:blipFill xmlns:p166="http://schemas.microsoft.com/office/powerpoint/2016/6/main">
                        <a:blip r:embed="rId20"/>
                        <a:stretch>
                          <a:fillRect/>
                        </a:stretch>
                      </p166:blipFill>
                      <p166:spPr xmlns:p166="http://schemas.microsoft.com/office/powerpoint/2016/6/main">
                        <a:xfrm>
                          <a:off x="0" y="0"/>
                          <a:ext cx="1083733" cy="667923"/>
                        </a:xfrm>
                        <a:prstGeom prst="rect">
                          <a:avLst/>
                        </a:prstGeom>
                        <a:ln w="3175">
                          <a:solidFill>
                            <a:prstClr val="ltGray"/>
                          </a:solidFill>
                        </a:ln>
                      </p166:spPr>
                    </pslz:zmPr>
                  </pslz:sldZmObj>
                </pslz:sldZm>
              </a:graphicData>
            </a:graphic>
          </p:graphicFrame>
        </mc:Choice>
        <mc:Fallback xmlns="">
          <p:pic>
            <p:nvPicPr>
              <p:cNvPr id="26" name="Slide Zoom 25">
                <a:extLst>
                  <a:ext uri="{FF2B5EF4-FFF2-40B4-BE49-F238E27FC236}">
                    <a16:creationId xmlns:a16="http://schemas.microsoft.com/office/drawing/2014/main" id="{4B1B591D-2844-5091-3F63-5EC7F84A23F2}"/>
                  </a:ext>
                </a:extLst>
              </p:cNvPr>
              <p:cNvPicPr>
                <a:picLocks noGrp="1" noRot="1" noChangeAspect="1" noMove="1" noResize="1" noEditPoints="1" noAdjustHandles="1" noChangeArrowheads="1" noChangeShapeType="1"/>
              </p:cNvPicPr>
              <p:nvPr/>
            </p:nvPicPr>
            <p:blipFill>
              <a:blip r:embed="rId21"/>
              <a:stretch>
                <a:fillRect/>
              </a:stretch>
            </p:blipFill>
            <p:spPr>
              <a:xfrm>
                <a:off x="943334" y="4197514"/>
                <a:ext cx="1083733" cy="667923"/>
              </a:xfrm>
              <a:prstGeom prst="rect">
                <a:avLst/>
              </a:prstGeom>
              <a:ln w="3175">
                <a:solidFill>
                  <a:prstClr val="ltGray"/>
                </a:solidFill>
              </a:ln>
            </p:spPr>
          </p:pic>
        </mc:Fallback>
      </mc:AlternateContent>
      <mc:AlternateContent xmlns:mc="http://schemas.openxmlformats.org/markup-compatibility/2006" xmlns:pslz="http://schemas.microsoft.com/office/powerpoint/2016/slidezoom">
        <mc:Choice Requires="pslz">
          <p:graphicFrame>
            <p:nvGraphicFramePr>
              <p:cNvPr id="30" name="Slide Zoom 29">
                <a:extLst>
                  <a:ext uri="{FF2B5EF4-FFF2-40B4-BE49-F238E27FC236}">
                    <a16:creationId xmlns:a16="http://schemas.microsoft.com/office/drawing/2014/main" id="{83F64C68-C1A9-AA0D-49E6-310A85764953}"/>
                  </a:ext>
                </a:extLst>
              </p:cNvPr>
              <p:cNvGraphicFramePr>
                <a:graphicFrameLocks noChangeAspect="1"/>
              </p:cNvGraphicFramePr>
              <p:nvPr>
                <p:extLst>
                  <p:ext uri="{D42A27DB-BD31-4B8C-83A1-F6EECF244321}">
                    <p14:modId xmlns:p14="http://schemas.microsoft.com/office/powerpoint/2010/main" val="623444911"/>
                  </p:ext>
                </p:extLst>
              </p:nvPr>
            </p:nvGraphicFramePr>
            <p:xfrm>
              <a:off x="2041672" y="4204465"/>
              <a:ext cx="205739" cy="132050"/>
            </p:xfrm>
            <a:graphic>
              <a:graphicData uri="http://schemas.microsoft.com/office/powerpoint/2016/slidezoom">
                <pslz:sldZm>
                  <pslz:sldZmObj sldId="260" cId="3483977700">
                    <pslz:zmPr id="{C89AA6F3-F793-4F0B-A4FD-DCACE0174929}" returnToParent="0" transitionDur="1000">
                      <p166:blipFill xmlns:p166="http://schemas.microsoft.com/office/powerpoint/2016/6/main">
                        <a:blip r:embed="rId22"/>
                        <a:stretch>
                          <a:fillRect/>
                        </a:stretch>
                      </p166:blipFill>
                      <p166:spPr xmlns:p166="http://schemas.microsoft.com/office/powerpoint/2016/6/main">
                        <a:xfrm>
                          <a:off x="0" y="0"/>
                          <a:ext cx="205739" cy="132050"/>
                        </a:xfrm>
                        <a:prstGeom prst="rect">
                          <a:avLst/>
                        </a:prstGeom>
                        <a:ln w="3175">
                          <a:solidFill>
                            <a:prstClr val="ltGray"/>
                          </a:solidFill>
                        </a:ln>
                      </p166:spPr>
                    </pslz:zmPr>
                  </pslz:sldZmObj>
                </pslz:sldZm>
              </a:graphicData>
            </a:graphic>
          </p:graphicFrame>
        </mc:Choice>
        <mc:Fallback xmlns="">
          <p:pic>
            <p:nvPicPr>
              <p:cNvPr id="30" name="Slide Zoom 29">
                <a:extLst>
                  <a:ext uri="{FF2B5EF4-FFF2-40B4-BE49-F238E27FC236}">
                    <a16:creationId xmlns:a16="http://schemas.microsoft.com/office/drawing/2014/main" id="{83F64C68-C1A9-AA0D-49E6-310A85764953}"/>
                  </a:ext>
                </a:extLst>
              </p:cNvPr>
              <p:cNvPicPr>
                <a:picLocks noGrp="1" noRot="1" noChangeAspect="1" noMove="1" noResize="1" noEditPoints="1" noAdjustHandles="1" noChangeArrowheads="1" noChangeShapeType="1"/>
              </p:cNvPicPr>
              <p:nvPr/>
            </p:nvPicPr>
            <p:blipFill>
              <a:blip r:embed="rId23"/>
              <a:stretch>
                <a:fillRect/>
              </a:stretch>
            </p:blipFill>
            <p:spPr>
              <a:xfrm>
                <a:off x="2041672" y="4204465"/>
                <a:ext cx="205739" cy="132050"/>
              </a:xfrm>
              <a:prstGeom prst="rect">
                <a:avLst/>
              </a:prstGeom>
              <a:ln w="3175">
                <a:solidFill>
                  <a:prstClr val="ltGray"/>
                </a:solidFill>
              </a:ln>
            </p:spPr>
          </p:pic>
        </mc:Fallback>
      </mc:AlternateContent>
      <mc:AlternateContent xmlns:mc="http://schemas.openxmlformats.org/markup-compatibility/2006" xmlns:pslz="http://schemas.microsoft.com/office/powerpoint/2016/slidezoom">
        <mc:Choice Requires="pslz">
          <p:graphicFrame>
            <p:nvGraphicFramePr>
              <p:cNvPr id="34" name="Slide Zoom 33">
                <a:extLst>
                  <a:ext uri="{FF2B5EF4-FFF2-40B4-BE49-F238E27FC236}">
                    <a16:creationId xmlns:a16="http://schemas.microsoft.com/office/drawing/2014/main" id="{94A111F8-586D-0871-007A-4C5D7DA6815F}"/>
                  </a:ext>
                </a:extLst>
              </p:cNvPr>
              <p:cNvGraphicFramePr>
                <a:graphicFrameLocks noChangeAspect="1"/>
              </p:cNvGraphicFramePr>
              <p:nvPr>
                <p:extLst>
                  <p:ext uri="{D42A27DB-BD31-4B8C-83A1-F6EECF244321}">
                    <p14:modId xmlns:p14="http://schemas.microsoft.com/office/powerpoint/2010/main" val="2741088563"/>
                  </p:ext>
                </p:extLst>
              </p:nvPr>
            </p:nvGraphicFramePr>
            <p:xfrm>
              <a:off x="2047804" y="4428587"/>
              <a:ext cx="199607" cy="132050"/>
            </p:xfrm>
            <a:graphic>
              <a:graphicData uri="http://schemas.microsoft.com/office/powerpoint/2016/slidezoom">
                <pslz:sldZm>
                  <pslz:sldZmObj sldId="261" cId="3288343054">
                    <pslz:zmPr id="{0346C1F6-2E6C-4E84-8B9D-4A5AF03FBA15}" returnToParent="0" transitionDur="1000">
                      <p166:blipFill xmlns:p166="http://schemas.microsoft.com/office/powerpoint/2016/6/main">
                        <a:blip r:embed="rId24"/>
                        <a:stretch>
                          <a:fillRect/>
                        </a:stretch>
                      </p166:blipFill>
                      <p166:spPr xmlns:p166="http://schemas.microsoft.com/office/powerpoint/2016/6/main">
                        <a:xfrm>
                          <a:off x="0" y="0"/>
                          <a:ext cx="199607" cy="132050"/>
                        </a:xfrm>
                        <a:prstGeom prst="rect">
                          <a:avLst/>
                        </a:prstGeom>
                        <a:ln w="3175">
                          <a:solidFill>
                            <a:prstClr val="ltGray"/>
                          </a:solidFill>
                        </a:ln>
                      </p166:spPr>
                    </pslz:zmPr>
                  </pslz:sldZmObj>
                </pslz:sldZm>
              </a:graphicData>
            </a:graphic>
          </p:graphicFrame>
        </mc:Choice>
        <mc:Fallback xmlns="">
          <p:pic>
            <p:nvPicPr>
              <p:cNvPr id="34" name="Slide Zoom 33">
                <a:extLst>
                  <a:ext uri="{FF2B5EF4-FFF2-40B4-BE49-F238E27FC236}">
                    <a16:creationId xmlns:a16="http://schemas.microsoft.com/office/drawing/2014/main" id="{94A111F8-586D-0871-007A-4C5D7DA6815F}"/>
                  </a:ext>
                </a:extLst>
              </p:cNvPr>
              <p:cNvPicPr>
                <a:picLocks noGrp="1" noRot="1" noChangeAspect="1" noMove="1" noResize="1" noEditPoints="1" noAdjustHandles="1" noChangeArrowheads="1" noChangeShapeType="1"/>
              </p:cNvPicPr>
              <p:nvPr/>
            </p:nvPicPr>
            <p:blipFill>
              <a:blip r:embed="rId25"/>
              <a:stretch>
                <a:fillRect/>
              </a:stretch>
            </p:blipFill>
            <p:spPr>
              <a:xfrm>
                <a:off x="2047804" y="4428587"/>
                <a:ext cx="199607" cy="132050"/>
              </a:xfrm>
              <a:prstGeom prst="rect">
                <a:avLst/>
              </a:prstGeom>
              <a:ln w="3175">
                <a:solidFill>
                  <a:prstClr val="ltGray"/>
                </a:solidFill>
              </a:ln>
            </p:spPr>
          </p:pic>
        </mc:Fallback>
      </mc:AlternateContent>
      <mc:AlternateContent xmlns:mc="http://schemas.openxmlformats.org/markup-compatibility/2006" xmlns:pslz="http://schemas.microsoft.com/office/powerpoint/2016/slidezoom">
        <mc:Choice Requires="pslz">
          <p:graphicFrame>
            <p:nvGraphicFramePr>
              <p:cNvPr id="38" name="Slide Zoom 37">
                <a:extLst>
                  <a:ext uri="{FF2B5EF4-FFF2-40B4-BE49-F238E27FC236}">
                    <a16:creationId xmlns:a16="http://schemas.microsoft.com/office/drawing/2014/main" id="{FF48BD1A-999E-55C7-63EB-1A3AF46A52A9}"/>
                  </a:ext>
                </a:extLst>
              </p:cNvPr>
              <p:cNvGraphicFramePr>
                <a:graphicFrameLocks noChangeAspect="1"/>
              </p:cNvGraphicFramePr>
              <p:nvPr>
                <p:extLst>
                  <p:ext uri="{D42A27DB-BD31-4B8C-83A1-F6EECF244321}">
                    <p14:modId xmlns:p14="http://schemas.microsoft.com/office/powerpoint/2010/main" val="300570278"/>
                  </p:ext>
                </p:extLst>
              </p:nvPr>
            </p:nvGraphicFramePr>
            <p:xfrm>
              <a:off x="2047804" y="4666746"/>
              <a:ext cx="199607" cy="132050"/>
            </p:xfrm>
            <a:graphic>
              <a:graphicData uri="http://schemas.microsoft.com/office/powerpoint/2016/slidezoom">
                <pslz:sldZm>
                  <pslz:sldZmObj sldId="262" cId="2925710915">
                    <pslz:zmPr id="{29C4D6CF-9D8E-4824-9D23-8AC692F72695}" returnToParent="0" transitionDur="1000">
                      <p166:blipFill xmlns:p166="http://schemas.microsoft.com/office/powerpoint/2016/6/main">
                        <a:blip r:embed="rId26"/>
                        <a:stretch>
                          <a:fillRect/>
                        </a:stretch>
                      </p166:blipFill>
                      <p166:spPr xmlns:p166="http://schemas.microsoft.com/office/powerpoint/2016/6/main">
                        <a:xfrm>
                          <a:off x="0" y="0"/>
                          <a:ext cx="199607" cy="132050"/>
                        </a:xfrm>
                        <a:prstGeom prst="rect">
                          <a:avLst/>
                        </a:prstGeom>
                        <a:ln w="3175">
                          <a:solidFill>
                            <a:prstClr val="ltGray"/>
                          </a:solidFill>
                        </a:ln>
                      </p166:spPr>
                    </pslz:zmPr>
                  </pslz:sldZmObj>
                </pslz:sldZm>
              </a:graphicData>
            </a:graphic>
          </p:graphicFrame>
        </mc:Choice>
        <mc:Fallback xmlns="">
          <p:pic>
            <p:nvPicPr>
              <p:cNvPr id="38" name="Slide Zoom 37">
                <a:extLst>
                  <a:ext uri="{FF2B5EF4-FFF2-40B4-BE49-F238E27FC236}">
                    <a16:creationId xmlns:a16="http://schemas.microsoft.com/office/drawing/2014/main" id="{FF48BD1A-999E-55C7-63EB-1A3AF46A52A9}"/>
                  </a:ext>
                </a:extLst>
              </p:cNvPr>
              <p:cNvPicPr>
                <a:picLocks noGrp="1" noRot="1" noChangeAspect="1" noMove="1" noResize="1" noEditPoints="1" noAdjustHandles="1" noChangeArrowheads="1" noChangeShapeType="1"/>
              </p:cNvPicPr>
              <p:nvPr/>
            </p:nvPicPr>
            <p:blipFill>
              <a:blip r:embed="rId27"/>
              <a:stretch>
                <a:fillRect/>
              </a:stretch>
            </p:blipFill>
            <p:spPr>
              <a:xfrm>
                <a:off x="2047804" y="4666746"/>
                <a:ext cx="199607" cy="132050"/>
              </a:xfrm>
              <a:prstGeom prst="rect">
                <a:avLst/>
              </a:prstGeom>
              <a:ln w="3175">
                <a:solidFill>
                  <a:prstClr val="ltGray"/>
                </a:solidFill>
              </a:ln>
            </p:spPr>
          </p:pic>
        </mc:Fallback>
      </mc:AlternateContent>
      <mc:AlternateContent xmlns:mc="http://schemas.openxmlformats.org/markup-compatibility/2006" xmlns:pslz="http://schemas.microsoft.com/office/powerpoint/2016/slidezoom">
        <mc:Choice Requires="pslz">
          <p:graphicFrame>
            <p:nvGraphicFramePr>
              <p:cNvPr id="42" name="Slide Zoom 41">
                <a:extLst>
                  <a:ext uri="{FF2B5EF4-FFF2-40B4-BE49-F238E27FC236}">
                    <a16:creationId xmlns:a16="http://schemas.microsoft.com/office/drawing/2014/main" id="{412B0409-12F6-3790-ACFE-D5FEF57FB0B2}"/>
                  </a:ext>
                </a:extLst>
              </p:cNvPr>
              <p:cNvGraphicFramePr>
                <a:graphicFrameLocks noChangeAspect="1"/>
              </p:cNvGraphicFramePr>
              <p:nvPr>
                <p:extLst>
                  <p:ext uri="{D42A27DB-BD31-4B8C-83A1-F6EECF244321}">
                    <p14:modId xmlns:p14="http://schemas.microsoft.com/office/powerpoint/2010/main" val="1461274339"/>
                  </p:ext>
                </p:extLst>
              </p:nvPr>
            </p:nvGraphicFramePr>
            <p:xfrm>
              <a:off x="2207242" y="6092822"/>
              <a:ext cx="1041253" cy="629405"/>
            </p:xfrm>
            <a:graphic>
              <a:graphicData uri="http://schemas.microsoft.com/office/powerpoint/2016/slidezoom">
                <pslz:sldZm>
                  <pslz:sldZmObj sldId="266" cId="1884865604">
                    <pslz:zmPr id="{97E11310-A489-4364-8C61-778EBA04F05F}" returnToParent="0" transitionDur="1000">
                      <p166:blipFill xmlns:p166="http://schemas.microsoft.com/office/powerpoint/2016/6/main">
                        <a:blip r:embed="rId28"/>
                        <a:stretch>
                          <a:fillRect/>
                        </a:stretch>
                      </p166:blipFill>
                      <p166:spPr xmlns:p166="http://schemas.microsoft.com/office/powerpoint/2016/6/main">
                        <a:xfrm>
                          <a:off x="0" y="0"/>
                          <a:ext cx="1041253" cy="629405"/>
                        </a:xfrm>
                        <a:prstGeom prst="rect">
                          <a:avLst/>
                        </a:prstGeom>
                        <a:ln w="3175">
                          <a:solidFill>
                            <a:prstClr val="ltGray"/>
                          </a:solidFill>
                        </a:ln>
                      </p166:spPr>
                    </pslz:zmPr>
                  </pslz:sldZmObj>
                </pslz:sldZm>
              </a:graphicData>
            </a:graphic>
          </p:graphicFrame>
        </mc:Choice>
        <mc:Fallback xmlns="">
          <p:pic>
            <p:nvPicPr>
              <p:cNvPr id="42" name="Slide Zoom 41">
                <a:extLst>
                  <a:ext uri="{FF2B5EF4-FFF2-40B4-BE49-F238E27FC236}">
                    <a16:creationId xmlns:a16="http://schemas.microsoft.com/office/drawing/2014/main" id="{412B0409-12F6-3790-ACFE-D5FEF57FB0B2}"/>
                  </a:ext>
                </a:extLst>
              </p:cNvPr>
              <p:cNvPicPr>
                <a:picLocks noGrp="1" noRot="1" noChangeAspect="1" noMove="1" noResize="1" noEditPoints="1" noAdjustHandles="1" noChangeArrowheads="1" noChangeShapeType="1"/>
              </p:cNvPicPr>
              <p:nvPr/>
            </p:nvPicPr>
            <p:blipFill>
              <a:blip r:embed="rId29"/>
              <a:stretch>
                <a:fillRect/>
              </a:stretch>
            </p:blipFill>
            <p:spPr>
              <a:xfrm>
                <a:off x="2207242" y="6092822"/>
                <a:ext cx="1041253" cy="629405"/>
              </a:xfrm>
              <a:prstGeom prst="rect">
                <a:avLst/>
              </a:prstGeom>
              <a:ln w="3175">
                <a:solidFill>
                  <a:prstClr val="ltGray"/>
                </a:solidFill>
              </a:ln>
            </p:spPr>
          </p:pic>
        </mc:Fallback>
      </mc:AlternateContent>
      <mc:AlternateContent xmlns:mc="http://schemas.openxmlformats.org/markup-compatibility/2006" xmlns:pslz="http://schemas.microsoft.com/office/powerpoint/2016/slidezoom">
        <mc:Choice Requires="pslz">
          <p:graphicFrame>
            <p:nvGraphicFramePr>
              <p:cNvPr id="46" name="Slide Zoom 45">
                <a:extLst>
                  <a:ext uri="{FF2B5EF4-FFF2-40B4-BE49-F238E27FC236}">
                    <a16:creationId xmlns:a16="http://schemas.microsoft.com/office/drawing/2014/main" id="{1E184F97-3A91-4E61-A23C-85CE95685B93}"/>
                  </a:ext>
                </a:extLst>
              </p:cNvPr>
              <p:cNvGraphicFramePr>
                <a:graphicFrameLocks noChangeAspect="1"/>
              </p:cNvGraphicFramePr>
              <p:nvPr>
                <p:extLst>
                  <p:ext uri="{D42A27DB-BD31-4B8C-83A1-F6EECF244321}">
                    <p14:modId xmlns:p14="http://schemas.microsoft.com/office/powerpoint/2010/main" val="1577596262"/>
                  </p:ext>
                </p:extLst>
              </p:nvPr>
            </p:nvGraphicFramePr>
            <p:xfrm>
              <a:off x="2041672" y="6103084"/>
              <a:ext cx="111610" cy="62781"/>
            </p:xfrm>
            <a:graphic>
              <a:graphicData uri="http://schemas.microsoft.com/office/powerpoint/2016/slidezoom">
                <pslz:sldZm>
                  <pslz:sldZmObj sldId="268" cId="1068971947">
                    <pslz:zmPr id="{AAB9C534-0999-4CF8-A14B-ABD428F44AE5}" returnToParent="0" transitionDur="1000">
                      <p166:blipFill xmlns:p166="http://schemas.microsoft.com/office/powerpoint/2016/6/main">
                        <a:blip r:embed="rId30"/>
                        <a:stretch>
                          <a:fillRect/>
                        </a:stretch>
                      </p166:blipFill>
                      <p166:spPr xmlns:p166="http://schemas.microsoft.com/office/powerpoint/2016/6/main">
                        <a:xfrm>
                          <a:off x="0" y="0"/>
                          <a:ext cx="111610" cy="62781"/>
                        </a:xfrm>
                        <a:prstGeom prst="rect">
                          <a:avLst/>
                        </a:prstGeom>
                        <a:ln w="3175">
                          <a:solidFill>
                            <a:prstClr val="ltGray"/>
                          </a:solidFill>
                        </a:ln>
                      </p166:spPr>
                    </pslz:zmPr>
                  </pslz:sldZmObj>
                </pslz:sldZm>
              </a:graphicData>
            </a:graphic>
          </p:graphicFrame>
        </mc:Choice>
        <mc:Fallback xmlns="">
          <p:pic>
            <p:nvPicPr>
              <p:cNvPr id="46" name="Slide Zoom 45">
                <a:extLst>
                  <a:ext uri="{FF2B5EF4-FFF2-40B4-BE49-F238E27FC236}">
                    <a16:creationId xmlns:a16="http://schemas.microsoft.com/office/drawing/2014/main" id="{1E184F97-3A91-4E61-A23C-85CE95685B93}"/>
                  </a:ext>
                </a:extLst>
              </p:cNvPr>
              <p:cNvPicPr>
                <a:picLocks noGrp="1" noRot="1" noChangeAspect="1" noMove="1" noResize="1" noEditPoints="1" noAdjustHandles="1" noChangeArrowheads="1" noChangeShapeType="1"/>
              </p:cNvPicPr>
              <p:nvPr/>
            </p:nvPicPr>
            <p:blipFill>
              <a:blip r:embed="rId31"/>
              <a:stretch>
                <a:fillRect/>
              </a:stretch>
            </p:blipFill>
            <p:spPr>
              <a:xfrm>
                <a:off x="2041672" y="6103084"/>
                <a:ext cx="111610" cy="62781"/>
              </a:xfrm>
              <a:prstGeom prst="rect">
                <a:avLst/>
              </a:prstGeom>
              <a:ln w="3175">
                <a:solidFill>
                  <a:prstClr val="ltGray"/>
                </a:solidFill>
              </a:ln>
            </p:spPr>
          </p:pic>
        </mc:Fallback>
      </mc:AlternateContent>
      <mc:AlternateContent xmlns:mc="http://schemas.openxmlformats.org/markup-compatibility/2006" xmlns:pslz="http://schemas.microsoft.com/office/powerpoint/2016/slidezoom">
        <mc:Choice Requires="pslz">
          <p:graphicFrame>
            <p:nvGraphicFramePr>
              <p:cNvPr id="50" name="Slide Zoom 49">
                <a:extLst>
                  <a:ext uri="{FF2B5EF4-FFF2-40B4-BE49-F238E27FC236}">
                    <a16:creationId xmlns:a16="http://schemas.microsoft.com/office/drawing/2014/main" id="{00DDDD4A-F4EC-7E37-97FF-93F1D4CECC8D}"/>
                  </a:ext>
                </a:extLst>
              </p:cNvPr>
              <p:cNvGraphicFramePr>
                <a:graphicFrameLocks noChangeAspect="1"/>
              </p:cNvGraphicFramePr>
              <p:nvPr>
                <p:extLst>
                  <p:ext uri="{D42A27DB-BD31-4B8C-83A1-F6EECF244321}">
                    <p14:modId xmlns:p14="http://schemas.microsoft.com/office/powerpoint/2010/main" val="2037126101"/>
                  </p:ext>
                </p:extLst>
              </p:nvPr>
            </p:nvGraphicFramePr>
            <p:xfrm>
              <a:off x="2042626" y="6231140"/>
              <a:ext cx="110656" cy="74117"/>
            </p:xfrm>
            <a:graphic>
              <a:graphicData uri="http://schemas.microsoft.com/office/powerpoint/2016/slidezoom">
                <pslz:sldZm>
                  <pslz:sldZmObj sldId="271" cId="162204613">
                    <pslz:zmPr id="{19D9863C-FF23-48C5-B9B1-A7B9F1142E4B}" returnToParent="0" transitionDur="1000">
                      <p166:blipFill xmlns:p166="http://schemas.microsoft.com/office/powerpoint/2016/6/main">
                        <a:blip r:embed="rId32"/>
                        <a:stretch>
                          <a:fillRect/>
                        </a:stretch>
                      </p166:blipFill>
                      <p166:spPr xmlns:p166="http://schemas.microsoft.com/office/powerpoint/2016/6/main">
                        <a:xfrm>
                          <a:off x="0" y="0"/>
                          <a:ext cx="110656" cy="74117"/>
                        </a:xfrm>
                        <a:prstGeom prst="rect">
                          <a:avLst/>
                        </a:prstGeom>
                        <a:ln w="3175">
                          <a:solidFill>
                            <a:prstClr val="ltGray"/>
                          </a:solidFill>
                        </a:ln>
                      </p166:spPr>
                    </pslz:zmPr>
                  </pslz:sldZmObj>
                </pslz:sldZm>
              </a:graphicData>
            </a:graphic>
          </p:graphicFrame>
        </mc:Choice>
        <mc:Fallback xmlns="">
          <p:pic>
            <p:nvPicPr>
              <p:cNvPr id="50" name="Slide Zoom 49">
                <a:extLst>
                  <a:ext uri="{FF2B5EF4-FFF2-40B4-BE49-F238E27FC236}">
                    <a16:creationId xmlns:a16="http://schemas.microsoft.com/office/drawing/2014/main" id="{00DDDD4A-F4EC-7E37-97FF-93F1D4CECC8D}"/>
                  </a:ext>
                </a:extLst>
              </p:cNvPr>
              <p:cNvPicPr>
                <a:picLocks noGrp="1" noRot="1" noChangeAspect="1" noMove="1" noResize="1" noEditPoints="1" noAdjustHandles="1" noChangeArrowheads="1" noChangeShapeType="1"/>
              </p:cNvPicPr>
              <p:nvPr/>
            </p:nvPicPr>
            <p:blipFill>
              <a:blip r:embed="rId33"/>
              <a:stretch>
                <a:fillRect/>
              </a:stretch>
            </p:blipFill>
            <p:spPr>
              <a:xfrm>
                <a:off x="2042626" y="6231140"/>
                <a:ext cx="110656" cy="74117"/>
              </a:xfrm>
              <a:prstGeom prst="rect">
                <a:avLst/>
              </a:prstGeom>
              <a:ln w="3175">
                <a:solidFill>
                  <a:prstClr val="ltGray"/>
                </a:solidFill>
              </a:ln>
            </p:spPr>
          </p:pic>
        </mc:Fallback>
      </mc:AlternateContent>
      <mc:AlternateContent xmlns:mc="http://schemas.openxmlformats.org/markup-compatibility/2006" xmlns:pslz="http://schemas.microsoft.com/office/powerpoint/2016/slidezoom">
        <mc:Choice Requires="pslz">
          <p:graphicFrame>
            <p:nvGraphicFramePr>
              <p:cNvPr id="52" name="Slide Zoom 51">
                <a:extLst>
                  <a:ext uri="{FF2B5EF4-FFF2-40B4-BE49-F238E27FC236}">
                    <a16:creationId xmlns:a16="http://schemas.microsoft.com/office/drawing/2014/main" id="{5A7A1AB1-F856-3A37-B042-1EA1508149B1}"/>
                  </a:ext>
                </a:extLst>
              </p:cNvPr>
              <p:cNvGraphicFramePr>
                <a:graphicFrameLocks noChangeAspect="1"/>
              </p:cNvGraphicFramePr>
              <p:nvPr>
                <p:extLst>
                  <p:ext uri="{D42A27DB-BD31-4B8C-83A1-F6EECF244321}">
                    <p14:modId xmlns:p14="http://schemas.microsoft.com/office/powerpoint/2010/main" val="2550480867"/>
                  </p:ext>
                </p:extLst>
              </p:nvPr>
            </p:nvGraphicFramePr>
            <p:xfrm>
              <a:off x="2042626" y="6364009"/>
              <a:ext cx="112953" cy="65365"/>
            </p:xfrm>
            <a:graphic>
              <a:graphicData uri="http://schemas.microsoft.com/office/powerpoint/2016/slidezoom">
                <pslz:sldZm>
                  <pslz:sldZmObj sldId="272" cId="862168544">
                    <pslz:zmPr id="{0801D425-3204-439F-BAFA-B5DCBED5CB6B}" returnToParent="0" transitionDur="1000">
                      <p166:blipFill xmlns:p166="http://schemas.microsoft.com/office/powerpoint/2016/6/main">
                        <a:blip r:embed="rId34"/>
                        <a:stretch>
                          <a:fillRect/>
                        </a:stretch>
                      </p166:blipFill>
                      <p166:spPr xmlns:p166="http://schemas.microsoft.com/office/powerpoint/2016/6/main">
                        <a:xfrm>
                          <a:off x="0" y="0"/>
                          <a:ext cx="112953" cy="65365"/>
                        </a:xfrm>
                        <a:prstGeom prst="rect">
                          <a:avLst/>
                        </a:prstGeom>
                        <a:ln w="3175">
                          <a:solidFill>
                            <a:prstClr val="ltGray"/>
                          </a:solidFill>
                        </a:ln>
                      </p166:spPr>
                    </pslz:zmPr>
                  </pslz:sldZmObj>
                </pslz:sldZm>
              </a:graphicData>
            </a:graphic>
          </p:graphicFrame>
        </mc:Choice>
        <mc:Fallback xmlns="">
          <p:pic>
            <p:nvPicPr>
              <p:cNvPr id="52" name="Slide Zoom 51">
                <a:extLst>
                  <a:ext uri="{FF2B5EF4-FFF2-40B4-BE49-F238E27FC236}">
                    <a16:creationId xmlns:a16="http://schemas.microsoft.com/office/drawing/2014/main" id="{5A7A1AB1-F856-3A37-B042-1EA1508149B1}"/>
                  </a:ext>
                </a:extLst>
              </p:cNvPr>
              <p:cNvPicPr>
                <a:picLocks noGrp="1" noRot="1" noChangeAspect="1" noMove="1" noResize="1" noEditPoints="1" noAdjustHandles="1" noChangeArrowheads="1" noChangeShapeType="1"/>
              </p:cNvPicPr>
              <p:nvPr/>
            </p:nvPicPr>
            <p:blipFill>
              <a:blip r:embed="rId35"/>
              <a:stretch>
                <a:fillRect/>
              </a:stretch>
            </p:blipFill>
            <p:spPr>
              <a:xfrm>
                <a:off x="2042626" y="6364009"/>
                <a:ext cx="112953" cy="65365"/>
              </a:xfrm>
              <a:prstGeom prst="rect">
                <a:avLst/>
              </a:prstGeom>
              <a:ln w="3175">
                <a:solidFill>
                  <a:prstClr val="ltGray"/>
                </a:solidFill>
              </a:ln>
            </p:spPr>
          </p:pic>
        </mc:Fallback>
      </mc:AlternateContent>
      <mc:AlternateContent xmlns:mc="http://schemas.openxmlformats.org/markup-compatibility/2006" xmlns:pslz="http://schemas.microsoft.com/office/powerpoint/2016/slidezoom">
        <mc:Choice Requires="pslz">
          <p:graphicFrame>
            <p:nvGraphicFramePr>
              <p:cNvPr id="54" name="Slide Zoom 53">
                <a:extLst>
                  <a:ext uri="{FF2B5EF4-FFF2-40B4-BE49-F238E27FC236}">
                    <a16:creationId xmlns:a16="http://schemas.microsoft.com/office/drawing/2014/main" id="{755186A0-F46D-3312-A600-6B23810AB128}"/>
                  </a:ext>
                </a:extLst>
              </p:cNvPr>
              <p:cNvGraphicFramePr>
                <a:graphicFrameLocks noChangeAspect="1"/>
              </p:cNvGraphicFramePr>
              <p:nvPr>
                <p:extLst>
                  <p:ext uri="{D42A27DB-BD31-4B8C-83A1-F6EECF244321}">
                    <p14:modId xmlns:p14="http://schemas.microsoft.com/office/powerpoint/2010/main" val="1893412015"/>
                  </p:ext>
                </p:extLst>
              </p:nvPr>
            </p:nvGraphicFramePr>
            <p:xfrm>
              <a:off x="2041672" y="6491456"/>
              <a:ext cx="113907" cy="73514"/>
            </p:xfrm>
            <a:graphic>
              <a:graphicData uri="http://schemas.microsoft.com/office/powerpoint/2016/slidezoom">
                <pslz:sldZm>
                  <pslz:sldZmObj sldId="269" cId="3792771495">
                    <pslz:zmPr id="{CB032E01-229C-4F55-B561-FB7FA514F196}" returnToParent="0" transitionDur="1000">
                      <p166:blipFill xmlns:p166="http://schemas.microsoft.com/office/powerpoint/2016/6/main">
                        <a:blip r:embed="rId36"/>
                        <a:stretch>
                          <a:fillRect/>
                        </a:stretch>
                      </p166:blipFill>
                      <p166:spPr xmlns:p166="http://schemas.microsoft.com/office/powerpoint/2016/6/main">
                        <a:xfrm>
                          <a:off x="0" y="0"/>
                          <a:ext cx="113907" cy="73514"/>
                        </a:xfrm>
                        <a:prstGeom prst="rect">
                          <a:avLst/>
                        </a:prstGeom>
                        <a:ln w="3175">
                          <a:solidFill>
                            <a:prstClr val="ltGray"/>
                          </a:solidFill>
                        </a:ln>
                      </p166:spPr>
                    </pslz:zmPr>
                  </pslz:sldZmObj>
                </pslz:sldZm>
              </a:graphicData>
            </a:graphic>
          </p:graphicFrame>
        </mc:Choice>
        <mc:Fallback xmlns="">
          <p:pic>
            <p:nvPicPr>
              <p:cNvPr id="54" name="Slide Zoom 53">
                <a:extLst>
                  <a:ext uri="{FF2B5EF4-FFF2-40B4-BE49-F238E27FC236}">
                    <a16:creationId xmlns:a16="http://schemas.microsoft.com/office/drawing/2014/main" id="{755186A0-F46D-3312-A600-6B23810AB128}"/>
                  </a:ext>
                </a:extLst>
              </p:cNvPr>
              <p:cNvPicPr>
                <a:picLocks noGrp="1" noRot="1" noChangeAspect="1" noMove="1" noResize="1" noEditPoints="1" noAdjustHandles="1" noChangeArrowheads="1" noChangeShapeType="1"/>
              </p:cNvPicPr>
              <p:nvPr/>
            </p:nvPicPr>
            <p:blipFill>
              <a:blip r:embed="rId37"/>
              <a:stretch>
                <a:fillRect/>
              </a:stretch>
            </p:blipFill>
            <p:spPr>
              <a:xfrm>
                <a:off x="2041672" y="6491456"/>
                <a:ext cx="113907" cy="73514"/>
              </a:xfrm>
              <a:prstGeom prst="rect">
                <a:avLst/>
              </a:prstGeom>
              <a:ln w="3175">
                <a:solidFill>
                  <a:prstClr val="ltGray"/>
                </a:solidFill>
              </a:ln>
            </p:spPr>
          </p:pic>
        </mc:Fallback>
      </mc:AlternateContent>
      <mc:AlternateContent xmlns:mc="http://schemas.openxmlformats.org/markup-compatibility/2006" xmlns:pslz="http://schemas.microsoft.com/office/powerpoint/2016/slidezoom">
        <mc:Choice Requires="pslz">
          <p:graphicFrame>
            <p:nvGraphicFramePr>
              <p:cNvPr id="58" name="Slide Zoom 57">
                <a:extLst>
                  <a:ext uri="{FF2B5EF4-FFF2-40B4-BE49-F238E27FC236}">
                    <a16:creationId xmlns:a16="http://schemas.microsoft.com/office/drawing/2014/main" id="{B9F28E96-0725-6F99-08D4-2BC23789137B}"/>
                  </a:ext>
                </a:extLst>
              </p:cNvPr>
              <p:cNvGraphicFramePr>
                <a:graphicFrameLocks noChangeAspect="1"/>
              </p:cNvGraphicFramePr>
              <p:nvPr>
                <p:extLst>
                  <p:ext uri="{D42A27DB-BD31-4B8C-83A1-F6EECF244321}">
                    <p14:modId xmlns:p14="http://schemas.microsoft.com/office/powerpoint/2010/main" val="4075338803"/>
                  </p:ext>
                </p:extLst>
              </p:nvPr>
            </p:nvGraphicFramePr>
            <p:xfrm>
              <a:off x="3650402" y="2889112"/>
              <a:ext cx="255328" cy="143622"/>
            </p:xfrm>
            <a:graphic>
              <a:graphicData uri="http://schemas.microsoft.com/office/powerpoint/2016/slidezoom">
                <pslz:sldZm>
                  <pslz:sldZmObj sldId="274" cId="1517884879">
                    <pslz:zmPr id="{DB073309-E4A9-4D7B-90FA-B13EBDF5B56B}" returnToParent="0" transitionDur="1000">
                      <p166:blipFill xmlns:p166="http://schemas.microsoft.com/office/powerpoint/2016/6/main">
                        <a:blip r:embed="rId38"/>
                        <a:stretch>
                          <a:fillRect/>
                        </a:stretch>
                      </p166:blipFill>
                      <p166:spPr xmlns:p166="http://schemas.microsoft.com/office/powerpoint/2016/6/main">
                        <a:xfrm>
                          <a:off x="0" y="0"/>
                          <a:ext cx="255328" cy="143622"/>
                        </a:xfrm>
                        <a:prstGeom prst="rect">
                          <a:avLst/>
                        </a:prstGeom>
                        <a:ln w="3175">
                          <a:solidFill>
                            <a:prstClr val="ltGray"/>
                          </a:solidFill>
                        </a:ln>
                      </p166:spPr>
                    </pslz:zmPr>
                  </pslz:sldZmObj>
                </pslz:sldZm>
              </a:graphicData>
            </a:graphic>
          </p:graphicFrame>
        </mc:Choice>
        <mc:Fallback xmlns="">
          <p:pic>
            <p:nvPicPr>
              <p:cNvPr id="58" name="Slide Zoom 57">
                <a:extLst>
                  <a:ext uri="{FF2B5EF4-FFF2-40B4-BE49-F238E27FC236}">
                    <a16:creationId xmlns:a16="http://schemas.microsoft.com/office/drawing/2014/main" id="{B9F28E96-0725-6F99-08D4-2BC23789137B}"/>
                  </a:ext>
                </a:extLst>
              </p:cNvPr>
              <p:cNvPicPr>
                <a:picLocks noGrp="1" noRot="1" noChangeAspect="1" noMove="1" noResize="1" noEditPoints="1" noAdjustHandles="1" noChangeArrowheads="1" noChangeShapeType="1"/>
              </p:cNvPicPr>
              <p:nvPr/>
            </p:nvPicPr>
            <p:blipFill>
              <a:blip r:embed="rId39"/>
              <a:stretch>
                <a:fillRect/>
              </a:stretch>
            </p:blipFill>
            <p:spPr>
              <a:xfrm>
                <a:off x="3650402" y="2889112"/>
                <a:ext cx="255328" cy="143622"/>
              </a:xfrm>
              <a:prstGeom prst="rect">
                <a:avLst/>
              </a:prstGeom>
              <a:ln w="3175">
                <a:solidFill>
                  <a:prstClr val="ltGray"/>
                </a:solidFill>
              </a:ln>
            </p:spPr>
          </p:pic>
        </mc:Fallback>
      </mc:AlternateContent>
      <mc:AlternateContent xmlns:mc="http://schemas.openxmlformats.org/markup-compatibility/2006" xmlns:pslz="http://schemas.microsoft.com/office/powerpoint/2016/slidezoom">
        <mc:Choice Requires="pslz">
          <p:graphicFrame>
            <p:nvGraphicFramePr>
              <p:cNvPr id="60" name="Slide Zoom 59">
                <a:extLst>
                  <a:ext uri="{FF2B5EF4-FFF2-40B4-BE49-F238E27FC236}">
                    <a16:creationId xmlns:a16="http://schemas.microsoft.com/office/drawing/2014/main" id="{976B323B-CBAF-8EC0-4945-609EEF5F148A}"/>
                  </a:ext>
                </a:extLst>
              </p:cNvPr>
              <p:cNvGraphicFramePr>
                <a:graphicFrameLocks noChangeAspect="1"/>
              </p:cNvGraphicFramePr>
              <p:nvPr>
                <p:extLst>
                  <p:ext uri="{D42A27DB-BD31-4B8C-83A1-F6EECF244321}">
                    <p14:modId xmlns:p14="http://schemas.microsoft.com/office/powerpoint/2010/main" val="1481889354"/>
                  </p:ext>
                </p:extLst>
              </p:nvPr>
            </p:nvGraphicFramePr>
            <p:xfrm>
              <a:off x="3650402" y="3110106"/>
              <a:ext cx="255328" cy="143622"/>
            </p:xfrm>
            <a:graphic>
              <a:graphicData uri="http://schemas.microsoft.com/office/powerpoint/2016/slidezoom">
                <pslz:sldZm>
                  <pslz:sldZmObj sldId="276" cId="1739233074">
                    <pslz:zmPr id="{5D7ED0BB-9B02-43A3-8929-D0186A13200F}" returnToParent="0" transitionDur="1000">
                      <p166:blipFill xmlns:p166="http://schemas.microsoft.com/office/powerpoint/2016/6/main">
                        <a:blip r:embed="rId40"/>
                        <a:stretch>
                          <a:fillRect/>
                        </a:stretch>
                      </p166:blipFill>
                      <p166:spPr xmlns:p166="http://schemas.microsoft.com/office/powerpoint/2016/6/main">
                        <a:xfrm>
                          <a:off x="0" y="0"/>
                          <a:ext cx="255328" cy="143622"/>
                        </a:xfrm>
                        <a:prstGeom prst="rect">
                          <a:avLst/>
                        </a:prstGeom>
                        <a:ln w="3175">
                          <a:solidFill>
                            <a:prstClr val="ltGray"/>
                          </a:solidFill>
                        </a:ln>
                      </p166:spPr>
                    </pslz:zmPr>
                  </pslz:sldZmObj>
                </pslz:sldZm>
              </a:graphicData>
            </a:graphic>
          </p:graphicFrame>
        </mc:Choice>
        <mc:Fallback xmlns="">
          <p:pic>
            <p:nvPicPr>
              <p:cNvPr id="60" name="Slide Zoom 59">
                <a:extLst>
                  <a:ext uri="{FF2B5EF4-FFF2-40B4-BE49-F238E27FC236}">
                    <a16:creationId xmlns:a16="http://schemas.microsoft.com/office/drawing/2014/main" id="{976B323B-CBAF-8EC0-4945-609EEF5F148A}"/>
                  </a:ext>
                </a:extLst>
              </p:cNvPr>
              <p:cNvPicPr>
                <a:picLocks noGrp="1" noRot="1" noChangeAspect="1" noMove="1" noResize="1" noEditPoints="1" noAdjustHandles="1" noChangeArrowheads="1" noChangeShapeType="1"/>
              </p:cNvPicPr>
              <p:nvPr/>
            </p:nvPicPr>
            <p:blipFill>
              <a:blip r:embed="rId41"/>
              <a:stretch>
                <a:fillRect/>
              </a:stretch>
            </p:blipFill>
            <p:spPr>
              <a:xfrm>
                <a:off x="3650402" y="3110106"/>
                <a:ext cx="255328" cy="143622"/>
              </a:xfrm>
              <a:prstGeom prst="rect">
                <a:avLst/>
              </a:prstGeom>
              <a:ln w="3175">
                <a:solidFill>
                  <a:prstClr val="ltGray"/>
                </a:solidFill>
              </a:ln>
            </p:spPr>
          </p:pic>
        </mc:Fallback>
      </mc:AlternateContent>
      <mc:AlternateContent xmlns:mc="http://schemas.openxmlformats.org/markup-compatibility/2006" xmlns:pslz="http://schemas.microsoft.com/office/powerpoint/2016/slidezoom">
        <mc:Choice Requires="pslz">
          <p:graphicFrame>
            <p:nvGraphicFramePr>
              <p:cNvPr id="62" name="Slide Zoom 61">
                <a:extLst>
                  <a:ext uri="{FF2B5EF4-FFF2-40B4-BE49-F238E27FC236}">
                    <a16:creationId xmlns:a16="http://schemas.microsoft.com/office/drawing/2014/main" id="{B9230408-B906-A2D4-42B8-7DF3068142A5}"/>
                  </a:ext>
                </a:extLst>
              </p:cNvPr>
              <p:cNvGraphicFramePr>
                <a:graphicFrameLocks noChangeAspect="1"/>
              </p:cNvGraphicFramePr>
              <p:nvPr>
                <p:extLst>
                  <p:ext uri="{D42A27DB-BD31-4B8C-83A1-F6EECF244321}">
                    <p14:modId xmlns:p14="http://schemas.microsoft.com/office/powerpoint/2010/main" val="1395446978"/>
                  </p:ext>
                </p:extLst>
              </p:nvPr>
            </p:nvGraphicFramePr>
            <p:xfrm>
              <a:off x="3650402" y="3321108"/>
              <a:ext cx="275013" cy="171534"/>
            </p:xfrm>
            <a:graphic>
              <a:graphicData uri="http://schemas.microsoft.com/office/powerpoint/2016/slidezoom">
                <pslz:sldZm>
                  <pslz:sldZmObj sldId="278" cId="2392129402">
                    <pslz:zmPr id="{AFE5B367-AB0D-4354-9887-FB183635CE54}" returnToParent="0" transitionDur="1000">
                      <p166:blipFill xmlns:p166="http://schemas.microsoft.com/office/powerpoint/2016/6/main">
                        <a:blip r:embed="rId42"/>
                        <a:stretch>
                          <a:fillRect/>
                        </a:stretch>
                      </p166:blipFill>
                      <p166:spPr xmlns:p166="http://schemas.microsoft.com/office/powerpoint/2016/6/main">
                        <a:xfrm>
                          <a:off x="0" y="0"/>
                          <a:ext cx="275013" cy="171534"/>
                        </a:xfrm>
                        <a:prstGeom prst="rect">
                          <a:avLst/>
                        </a:prstGeom>
                        <a:ln w="3175">
                          <a:solidFill>
                            <a:prstClr val="ltGray"/>
                          </a:solidFill>
                        </a:ln>
                      </p166:spPr>
                    </pslz:zmPr>
                  </pslz:sldZmObj>
                </pslz:sldZm>
              </a:graphicData>
            </a:graphic>
          </p:graphicFrame>
        </mc:Choice>
        <mc:Fallback xmlns="">
          <p:pic>
            <p:nvPicPr>
              <p:cNvPr id="62" name="Slide Zoom 61">
                <a:extLst>
                  <a:ext uri="{FF2B5EF4-FFF2-40B4-BE49-F238E27FC236}">
                    <a16:creationId xmlns:a16="http://schemas.microsoft.com/office/drawing/2014/main" id="{B9230408-B906-A2D4-42B8-7DF3068142A5}"/>
                  </a:ext>
                </a:extLst>
              </p:cNvPr>
              <p:cNvPicPr>
                <a:picLocks noGrp="1" noRot="1" noChangeAspect="1" noMove="1" noResize="1" noEditPoints="1" noAdjustHandles="1" noChangeArrowheads="1" noChangeShapeType="1"/>
              </p:cNvPicPr>
              <p:nvPr/>
            </p:nvPicPr>
            <p:blipFill>
              <a:blip r:embed="rId43"/>
              <a:stretch>
                <a:fillRect/>
              </a:stretch>
            </p:blipFill>
            <p:spPr>
              <a:xfrm>
                <a:off x="3650402" y="3321108"/>
                <a:ext cx="275013" cy="171534"/>
              </a:xfrm>
              <a:prstGeom prst="rect">
                <a:avLst/>
              </a:prstGeom>
              <a:ln w="3175">
                <a:solidFill>
                  <a:prstClr val="ltGray"/>
                </a:solidFill>
              </a:ln>
            </p:spPr>
          </p:pic>
        </mc:Fallback>
      </mc:AlternateContent>
      <mc:AlternateContent xmlns:mc="http://schemas.openxmlformats.org/markup-compatibility/2006" xmlns:pslz="http://schemas.microsoft.com/office/powerpoint/2016/slidezoom">
        <mc:Choice Requires="pslz">
          <p:graphicFrame>
            <p:nvGraphicFramePr>
              <p:cNvPr id="128" name="Slide Zoom 127">
                <a:extLst>
                  <a:ext uri="{FF2B5EF4-FFF2-40B4-BE49-F238E27FC236}">
                    <a16:creationId xmlns:a16="http://schemas.microsoft.com/office/drawing/2014/main" id="{C51618FB-AE5A-CA4F-27ED-8367396614BB}"/>
                  </a:ext>
                </a:extLst>
              </p:cNvPr>
              <p:cNvGraphicFramePr>
                <a:graphicFrameLocks noChangeAspect="1"/>
              </p:cNvGraphicFramePr>
              <p:nvPr>
                <p:extLst>
                  <p:ext uri="{D42A27DB-BD31-4B8C-83A1-F6EECF244321}">
                    <p14:modId xmlns:p14="http://schemas.microsoft.com/office/powerpoint/2010/main" val="597522220"/>
                  </p:ext>
                </p:extLst>
              </p:nvPr>
            </p:nvGraphicFramePr>
            <p:xfrm>
              <a:off x="3649449" y="3540464"/>
              <a:ext cx="275966" cy="148000"/>
            </p:xfrm>
            <a:graphic>
              <a:graphicData uri="http://schemas.microsoft.com/office/powerpoint/2016/slidezoom">
                <pslz:sldZm>
                  <pslz:sldZmObj sldId="279" cId="3197189488">
                    <pslz:zmPr id="{AF87E7FA-12C8-48AA-B9FB-1EB3EDEEEC86}" returnToParent="0" transitionDur="1000">
                      <p166:blipFill xmlns:p166="http://schemas.microsoft.com/office/powerpoint/2016/6/main">
                        <a:blip r:embed="rId44"/>
                        <a:stretch>
                          <a:fillRect/>
                        </a:stretch>
                      </p166:blipFill>
                      <p166:spPr xmlns:p166="http://schemas.microsoft.com/office/powerpoint/2016/6/main">
                        <a:xfrm>
                          <a:off x="0" y="0"/>
                          <a:ext cx="275966" cy="148000"/>
                        </a:xfrm>
                        <a:prstGeom prst="rect">
                          <a:avLst/>
                        </a:prstGeom>
                        <a:ln w="3175">
                          <a:solidFill>
                            <a:prstClr val="ltGray"/>
                          </a:solidFill>
                        </a:ln>
                      </p166:spPr>
                    </pslz:zmPr>
                  </pslz:sldZmObj>
                </pslz:sldZm>
              </a:graphicData>
            </a:graphic>
          </p:graphicFrame>
        </mc:Choice>
        <mc:Fallback xmlns="">
          <p:pic>
            <p:nvPicPr>
              <p:cNvPr id="128" name="Slide Zoom 127">
                <a:extLst>
                  <a:ext uri="{FF2B5EF4-FFF2-40B4-BE49-F238E27FC236}">
                    <a16:creationId xmlns:a16="http://schemas.microsoft.com/office/drawing/2014/main" id="{C51618FB-AE5A-CA4F-27ED-8367396614BB}"/>
                  </a:ext>
                </a:extLst>
              </p:cNvPr>
              <p:cNvPicPr>
                <a:picLocks noGrp="1" noRot="1" noChangeAspect="1" noMove="1" noResize="1" noEditPoints="1" noAdjustHandles="1" noChangeArrowheads="1" noChangeShapeType="1"/>
              </p:cNvPicPr>
              <p:nvPr/>
            </p:nvPicPr>
            <p:blipFill>
              <a:blip r:embed="rId45"/>
              <a:stretch>
                <a:fillRect/>
              </a:stretch>
            </p:blipFill>
            <p:spPr>
              <a:xfrm>
                <a:off x="3649449" y="3540464"/>
                <a:ext cx="275966" cy="148000"/>
              </a:xfrm>
              <a:prstGeom prst="rect">
                <a:avLst/>
              </a:prstGeom>
              <a:ln w="3175">
                <a:solidFill>
                  <a:prstClr val="ltGray"/>
                </a:solidFill>
              </a:ln>
            </p:spPr>
          </p:pic>
        </mc:Fallback>
      </mc:AlternateContent>
      <mc:AlternateContent xmlns:mc="http://schemas.openxmlformats.org/markup-compatibility/2006" xmlns:pslz="http://schemas.microsoft.com/office/powerpoint/2016/slidezoom">
        <mc:Choice Requires="pslz">
          <p:graphicFrame>
            <p:nvGraphicFramePr>
              <p:cNvPr id="130" name="Slide Zoom 129">
                <a:extLst>
                  <a:ext uri="{FF2B5EF4-FFF2-40B4-BE49-F238E27FC236}">
                    <a16:creationId xmlns:a16="http://schemas.microsoft.com/office/drawing/2014/main" id="{3DD22F0A-ED30-B608-0E3A-01F1AB620CA2}"/>
                  </a:ext>
                </a:extLst>
              </p:cNvPr>
              <p:cNvGraphicFramePr>
                <a:graphicFrameLocks noChangeAspect="1"/>
              </p:cNvGraphicFramePr>
              <p:nvPr>
                <p:extLst>
                  <p:ext uri="{D42A27DB-BD31-4B8C-83A1-F6EECF244321}">
                    <p14:modId xmlns:p14="http://schemas.microsoft.com/office/powerpoint/2010/main" val="1424450186"/>
                  </p:ext>
                </p:extLst>
              </p:nvPr>
            </p:nvGraphicFramePr>
            <p:xfrm>
              <a:off x="3649450" y="3746069"/>
              <a:ext cx="275966" cy="171534"/>
            </p:xfrm>
            <a:graphic>
              <a:graphicData uri="http://schemas.microsoft.com/office/powerpoint/2016/slidezoom">
                <pslz:sldZm>
                  <pslz:sldZmObj sldId="277" cId="157234478">
                    <pslz:zmPr id="{B2723497-866E-499D-B3A3-4FD2D82CE5D5}" returnToParent="0" transitionDur="1000">
                      <p166:blipFill xmlns:p166="http://schemas.microsoft.com/office/powerpoint/2016/6/main">
                        <a:blip r:embed="rId46"/>
                        <a:stretch>
                          <a:fillRect/>
                        </a:stretch>
                      </p166:blipFill>
                      <p166:spPr xmlns:p166="http://schemas.microsoft.com/office/powerpoint/2016/6/main">
                        <a:xfrm>
                          <a:off x="0" y="0"/>
                          <a:ext cx="275966" cy="171534"/>
                        </a:xfrm>
                        <a:prstGeom prst="rect">
                          <a:avLst/>
                        </a:prstGeom>
                        <a:ln w="3175">
                          <a:solidFill>
                            <a:prstClr val="ltGray"/>
                          </a:solidFill>
                        </a:ln>
                      </p166:spPr>
                    </pslz:zmPr>
                  </pslz:sldZmObj>
                </pslz:sldZm>
              </a:graphicData>
            </a:graphic>
          </p:graphicFrame>
        </mc:Choice>
        <mc:Fallback xmlns="">
          <p:pic>
            <p:nvPicPr>
              <p:cNvPr id="130" name="Slide Zoom 129">
                <a:extLst>
                  <a:ext uri="{FF2B5EF4-FFF2-40B4-BE49-F238E27FC236}">
                    <a16:creationId xmlns:a16="http://schemas.microsoft.com/office/drawing/2014/main" id="{3DD22F0A-ED30-B608-0E3A-01F1AB620CA2}"/>
                  </a:ext>
                </a:extLst>
              </p:cNvPr>
              <p:cNvPicPr>
                <a:picLocks noGrp="1" noRot="1" noChangeAspect="1" noMove="1" noResize="1" noEditPoints="1" noAdjustHandles="1" noChangeArrowheads="1" noChangeShapeType="1"/>
              </p:cNvPicPr>
              <p:nvPr/>
            </p:nvPicPr>
            <p:blipFill>
              <a:blip r:embed="rId47"/>
              <a:stretch>
                <a:fillRect/>
              </a:stretch>
            </p:blipFill>
            <p:spPr>
              <a:xfrm>
                <a:off x="3649450" y="3746069"/>
                <a:ext cx="275966" cy="171534"/>
              </a:xfrm>
              <a:prstGeom prst="rect">
                <a:avLst/>
              </a:prstGeom>
              <a:ln w="3175">
                <a:solidFill>
                  <a:prstClr val="ltGray"/>
                </a:solidFill>
              </a:ln>
            </p:spPr>
          </p:pic>
        </mc:Fallback>
      </mc:AlternateContent>
      <mc:AlternateContent xmlns:mc="http://schemas.openxmlformats.org/markup-compatibility/2006" xmlns:pslz="http://schemas.microsoft.com/office/powerpoint/2016/slidezoom">
        <mc:Choice Requires="pslz">
          <p:graphicFrame>
            <p:nvGraphicFramePr>
              <p:cNvPr id="133" name="Slide Zoom 132">
                <a:extLst>
                  <a:ext uri="{FF2B5EF4-FFF2-40B4-BE49-F238E27FC236}">
                    <a16:creationId xmlns:a16="http://schemas.microsoft.com/office/drawing/2014/main" id="{FEA263C1-5A55-B844-A55B-DB12C71E09C8}"/>
                  </a:ext>
                </a:extLst>
              </p:cNvPr>
              <p:cNvGraphicFramePr>
                <a:graphicFrameLocks noChangeAspect="1"/>
              </p:cNvGraphicFramePr>
              <p:nvPr>
                <p:extLst>
                  <p:ext uri="{D42A27DB-BD31-4B8C-83A1-F6EECF244321}">
                    <p14:modId xmlns:p14="http://schemas.microsoft.com/office/powerpoint/2010/main" val="3638600613"/>
                  </p:ext>
                </p:extLst>
              </p:nvPr>
            </p:nvGraphicFramePr>
            <p:xfrm>
              <a:off x="2773020" y="4372523"/>
              <a:ext cx="1400682" cy="787884"/>
            </p:xfrm>
            <a:graphic>
              <a:graphicData uri="http://schemas.microsoft.com/office/powerpoint/2016/slidezoom">
                <pslz:sldZm>
                  <pslz:sldZmObj sldId="296" cId="1720586822">
                    <pslz:zmPr id="{5EA0A67C-D747-4DCC-8C94-739BA351169E}" returnToParent="0" transitionDur="1000">
                      <p166:blipFill xmlns:p166="http://schemas.microsoft.com/office/powerpoint/2016/6/main">
                        <a:blip r:embed="rId48"/>
                        <a:stretch>
                          <a:fillRect/>
                        </a:stretch>
                      </p166:blipFill>
                      <p166:spPr xmlns:p166="http://schemas.microsoft.com/office/powerpoint/2016/6/main">
                        <a:xfrm>
                          <a:off x="0" y="0"/>
                          <a:ext cx="1400682" cy="787884"/>
                        </a:xfrm>
                        <a:prstGeom prst="rect">
                          <a:avLst/>
                        </a:prstGeom>
                        <a:ln w="3175">
                          <a:solidFill>
                            <a:prstClr val="ltGray"/>
                          </a:solidFill>
                        </a:ln>
                      </p166:spPr>
                    </pslz:zmPr>
                  </pslz:sldZmObj>
                </pslz:sldZm>
              </a:graphicData>
            </a:graphic>
          </p:graphicFrame>
        </mc:Choice>
        <mc:Fallback xmlns="">
          <p:pic>
            <p:nvPicPr>
              <p:cNvPr id="133" name="Slide Zoom 132">
                <a:extLst>
                  <a:ext uri="{FF2B5EF4-FFF2-40B4-BE49-F238E27FC236}">
                    <a16:creationId xmlns:a16="http://schemas.microsoft.com/office/drawing/2014/main" id="{FEA263C1-5A55-B844-A55B-DB12C71E09C8}"/>
                  </a:ext>
                </a:extLst>
              </p:cNvPr>
              <p:cNvPicPr>
                <a:picLocks noGrp="1" noRot="1" noChangeAspect="1" noMove="1" noResize="1" noEditPoints="1" noAdjustHandles="1" noChangeArrowheads="1" noChangeShapeType="1"/>
              </p:cNvPicPr>
              <p:nvPr/>
            </p:nvPicPr>
            <p:blipFill>
              <a:blip r:embed="rId49"/>
              <a:stretch>
                <a:fillRect/>
              </a:stretch>
            </p:blipFill>
            <p:spPr>
              <a:xfrm>
                <a:off x="2773020" y="4372523"/>
                <a:ext cx="1400682" cy="787884"/>
              </a:xfrm>
              <a:prstGeom prst="rect">
                <a:avLst/>
              </a:prstGeom>
              <a:ln w="3175">
                <a:solidFill>
                  <a:prstClr val="ltGray"/>
                </a:solidFill>
              </a:ln>
            </p:spPr>
          </p:pic>
        </mc:Fallback>
      </mc:AlternateContent>
      <mc:AlternateContent xmlns:mc="http://schemas.openxmlformats.org/markup-compatibility/2006" xmlns:pslz="http://schemas.microsoft.com/office/powerpoint/2016/slidezoom">
        <mc:Choice Requires="pslz">
          <p:graphicFrame>
            <p:nvGraphicFramePr>
              <p:cNvPr id="6" name="Slide Zoom 5">
                <a:extLst>
                  <a:ext uri="{FF2B5EF4-FFF2-40B4-BE49-F238E27FC236}">
                    <a16:creationId xmlns:a16="http://schemas.microsoft.com/office/drawing/2014/main" id="{FE908430-4B05-D4C6-2FD2-7349BA33F30C}"/>
                  </a:ext>
                </a:extLst>
              </p:cNvPr>
              <p:cNvGraphicFramePr>
                <a:graphicFrameLocks noChangeAspect="1"/>
              </p:cNvGraphicFramePr>
              <p:nvPr>
                <p:extLst>
                  <p:ext uri="{D42A27DB-BD31-4B8C-83A1-F6EECF244321}">
                    <p14:modId xmlns:p14="http://schemas.microsoft.com/office/powerpoint/2010/main" val="4215239546"/>
                  </p:ext>
                </p:extLst>
              </p:nvPr>
            </p:nvGraphicFramePr>
            <p:xfrm>
              <a:off x="2041671" y="6627052"/>
              <a:ext cx="113907" cy="73514"/>
            </p:xfrm>
            <a:graphic>
              <a:graphicData uri="http://schemas.microsoft.com/office/powerpoint/2016/slidezoom">
                <pslz:sldZm>
                  <pslz:sldZmObj sldId="270" cId="1376759998">
                    <pslz:zmPr id="{18C6290C-A3EC-4730-BC6D-52E2F71A65CA}" returnToParent="0" transitionDur="1000">
                      <p166:blipFill xmlns:p166="http://schemas.microsoft.com/office/powerpoint/2016/6/main">
                        <a:blip r:embed="rId50"/>
                        <a:stretch>
                          <a:fillRect/>
                        </a:stretch>
                      </p166:blipFill>
                      <p166:spPr xmlns:p166="http://schemas.microsoft.com/office/powerpoint/2016/6/main">
                        <a:xfrm>
                          <a:off x="0" y="0"/>
                          <a:ext cx="113907" cy="73514"/>
                        </a:xfrm>
                        <a:prstGeom prst="rect">
                          <a:avLst/>
                        </a:prstGeom>
                        <a:ln w="3175">
                          <a:solidFill>
                            <a:prstClr val="ltGray"/>
                          </a:solidFill>
                        </a:ln>
                      </p166:spPr>
                    </pslz:zmPr>
                  </pslz:sldZmObj>
                </pslz:sldZm>
              </a:graphicData>
            </a:graphic>
          </p:graphicFrame>
        </mc:Choice>
        <mc:Fallback xmlns="">
          <p:pic>
            <p:nvPicPr>
              <p:cNvPr id="6" name="Slide Zoom 5">
                <a:extLst>
                  <a:ext uri="{FF2B5EF4-FFF2-40B4-BE49-F238E27FC236}">
                    <a16:creationId xmlns:a16="http://schemas.microsoft.com/office/drawing/2014/main" id="{FE908430-4B05-D4C6-2FD2-7349BA33F30C}"/>
                  </a:ext>
                </a:extLst>
              </p:cNvPr>
              <p:cNvPicPr>
                <a:picLocks noGrp="1" noRot="1" noChangeAspect="1" noMove="1" noResize="1" noEditPoints="1" noAdjustHandles="1" noChangeArrowheads="1" noChangeShapeType="1"/>
              </p:cNvPicPr>
              <p:nvPr/>
            </p:nvPicPr>
            <p:blipFill>
              <a:blip r:embed="rId51"/>
              <a:stretch>
                <a:fillRect/>
              </a:stretch>
            </p:blipFill>
            <p:spPr>
              <a:xfrm>
                <a:off x="2041671" y="6627052"/>
                <a:ext cx="113907" cy="73514"/>
              </a:xfrm>
              <a:prstGeom prst="rect">
                <a:avLst/>
              </a:prstGeom>
              <a:ln w="3175">
                <a:solidFill>
                  <a:prstClr val="ltGray"/>
                </a:solidFill>
              </a:ln>
            </p:spPr>
          </p:pic>
        </mc:Fallback>
      </mc:AlternateContent>
      <mc:AlternateContent xmlns:mc="http://schemas.openxmlformats.org/markup-compatibility/2006" xmlns:pslz="http://schemas.microsoft.com/office/powerpoint/2016/slidezoom">
        <mc:Choice Requires="pslz">
          <p:graphicFrame>
            <p:nvGraphicFramePr>
              <p:cNvPr id="8" name="Slide Zoom 7">
                <a:extLst>
                  <a:ext uri="{FF2B5EF4-FFF2-40B4-BE49-F238E27FC236}">
                    <a16:creationId xmlns:a16="http://schemas.microsoft.com/office/drawing/2014/main" id="{BC7FD458-C9DB-8705-94CA-4F7FC13EF479}"/>
                  </a:ext>
                </a:extLst>
              </p:cNvPr>
              <p:cNvGraphicFramePr>
                <a:graphicFrameLocks noChangeAspect="1"/>
              </p:cNvGraphicFramePr>
              <p:nvPr>
                <p:extLst>
                  <p:ext uri="{D42A27DB-BD31-4B8C-83A1-F6EECF244321}">
                    <p14:modId xmlns:p14="http://schemas.microsoft.com/office/powerpoint/2010/main" val="537058768"/>
                  </p:ext>
                </p:extLst>
              </p:nvPr>
            </p:nvGraphicFramePr>
            <p:xfrm>
              <a:off x="1999544" y="2887226"/>
              <a:ext cx="1578827" cy="1067343"/>
            </p:xfrm>
            <a:graphic>
              <a:graphicData uri="http://schemas.microsoft.com/office/powerpoint/2016/slidezoom">
                <pslz:sldZm>
                  <pslz:sldZmObj sldId="273" cId="78632754">
                    <pslz:zmPr id="{F5BFBCC0-F275-42D1-9584-92E246511B25}" returnToParent="0" transitionDur="1000">
                      <p166:blipFill xmlns:p166="http://schemas.microsoft.com/office/powerpoint/2016/6/main">
                        <a:blip r:embed="rId52"/>
                        <a:stretch>
                          <a:fillRect/>
                        </a:stretch>
                      </p166:blipFill>
                      <p166:spPr xmlns:p166="http://schemas.microsoft.com/office/powerpoint/2016/6/main">
                        <a:xfrm>
                          <a:off x="0" y="0"/>
                          <a:ext cx="1578827" cy="1067343"/>
                        </a:xfrm>
                        <a:prstGeom prst="rect">
                          <a:avLst/>
                        </a:prstGeom>
                        <a:ln w="3175">
                          <a:solidFill>
                            <a:prstClr val="ltGray"/>
                          </a:solidFill>
                        </a:ln>
                      </p166:spPr>
                    </pslz:zmPr>
                  </pslz:sldZmObj>
                </pslz:sldZm>
              </a:graphicData>
            </a:graphic>
          </p:graphicFrame>
        </mc:Choice>
        <mc:Fallback xmlns="">
          <p:pic>
            <p:nvPicPr>
              <p:cNvPr id="8" name="Slide Zoom 7">
                <a:extLst>
                  <a:ext uri="{FF2B5EF4-FFF2-40B4-BE49-F238E27FC236}">
                    <a16:creationId xmlns:a16="http://schemas.microsoft.com/office/drawing/2014/main" id="{BC7FD458-C9DB-8705-94CA-4F7FC13EF479}"/>
                  </a:ext>
                </a:extLst>
              </p:cNvPr>
              <p:cNvPicPr>
                <a:picLocks noGrp="1" noRot="1" noChangeAspect="1" noMove="1" noResize="1" noEditPoints="1" noAdjustHandles="1" noChangeArrowheads="1" noChangeShapeType="1"/>
              </p:cNvPicPr>
              <p:nvPr/>
            </p:nvPicPr>
            <p:blipFill>
              <a:blip r:embed="rId53"/>
              <a:stretch>
                <a:fillRect/>
              </a:stretch>
            </p:blipFill>
            <p:spPr>
              <a:xfrm>
                <a:off x="1999544" y="2887226"/>
                <a:ext cx="1578827" cy="1067343"/>
              </a:xfrm>
              <a:prstGeom prst="rect">
                <a:avLst/>
              </a:prstGeom>
              <a:ln w="3175">
                <a:solidFill>
                  <a:prstClr val="ltGray"/>
                </a:solidFill>
              </a:ln>
            </p:spPr>
          </p:pic>
        </mc:Fallback>
      </mc:AlternateContent>
      <mc:AlternateContent xmlns:mc="http://schemas.openxmlformats.org/markup-compatibility/2006" xmlns:pslz="http://schemas.microsoft.com/office/powerpoint/2016/slidezoom">
        <mc:Choice Requires="pslz">
          <p:graphicFrame>
            <p:nvGraphicFramePr>
              <p:cNvPr id="11" name="Slide Zoom 10">
                <a:extLst>
                  <a:ext uri="{FF2B5EF4-FFF2-40B4-BE49-F238E27FC236}">
                    <a16:creationId xmlns:a16="http://schemas.microsoft.com/office/drawing/2014/main" id="{3C12B55A-9735-BF5D-24A6-AB298FB8D280}"/>
                  </a:ext>
                </a:extLst>
              </p:cNvPr>
              <p:cNvGraphicFramePr>
                <a:graphicFrameLocks noChangeAspect="1"/>
              </p:cNvGraphicFramePr>
              <p:nvPr>
                <p:extLst>
                  <p:ext uri="{D42A27DB-BD31-4B8C-83A1-F6EECF244321}">
                    <p14:modId xmlns:p14="http://schemas.microsoft.com/office/powerpoint/2010/main" val="2996960873"/>
                  </p:ext>
                </p:extLst>
              </p:nvPr>
            </p:nvGraphicFramePr>
            <p:xfrm>
              <a:off x="3635458" y="5937324"/>
              <a:ext cx="522340" cy="293816"/>
            </p:xfrm>
            <a:graphic>
              <a:graphicData uri="http://schemas.microsoft.com/office/powerpoint/2016/slidezoom">
                <pslz:sldZm>
                  <pslz:sldZmObj sldId="281" cId="4250933284">
                    <pslz:zmPr id="{16284C36-0C30-4C2C-9BBC-211395D0306E}" returnToParent="0" transitionDur="1000">
                      <p166:blipFill xmlns:p166="http://schemas.microsoft.com/office/powerpoint/2016/6/main">
                        <a:blip r:embed="rId54"/>
                        <a:stretch>
                          <a:fillRect/>
                        </a:stretch>
                      </p166:blipFill>
                      <p166:spPr xmlns:p166="http://schemas.microsoft.com/office/powerpoint/2016/6/main">
                        <a:xfrm>
                          <a:off x="0" y="0"/>
                          <a:ext cx="522340" cy="293816"/>
                        </a:xfrm>
                        <a:prstGeom prst="rect">
                          <a:avLst/>
                        </a:prstGeom>
                        <a:ln w="3175">
                          <a:solidFill>
                            <a:prstClr val="ltGray"/>
                          </a:solidFill>
                        </a:ln>
                      </p166:spPr>
                    </pslz:zmPr>
                  </pslz:sldZmObj>
                </pslz:sldZm>
              </a:graphicData>
            </a:graphic>
          </p:graphicFrame>
        </mc:Choice>
        <mc:Fallback xmlns="">
          <p:pic>
            <p:nvPicPr>
              <p:cNvPr id="11" name="Slide Zoom 10">
                <a:extLst>
                  <a:ext uri="{FF2B5EF4-FFF2-40B4-BE49-F238E27FC236}">
                    <a16:creationId xmlns:a16="http://schemas.microsoft.com/office/drawing/2014/main" id="{3C12B55A-9735-BF5D-24A6-AB298FB8D280}"/>
                  </a:ext>
                </a:extLst>
              </p:cNvPr>
              <p:cNvPicPr>
                <a:picLocks noGrp="1" noRot="1" noChangeAspect="1" noMove="1" noResize="1" noEditPoints="1" noAdjustHandles="1" noChangeArrowheads="1" noChangeShapeType="1"/>
              </p:cNvPicPr>
              <p:nvPr/>
            </p:nvPicPr>
            <p:blipFill>
              <a:blip r:embed="rId55"/>
              <a:stretch>
                <a:fillRect/>
              </a:stretch>
            </p:blipFill>
            <p:spPr>
              <a:xfrm>
                <a:off x="3635458" y="5937324"/>
                <a:ext cx="522340" cy="293816"/>
              </a:xfrm>
              <a:prstGeom prst="rect">
                <a:avLst/>
              </a:prstGeom>
              <a:ln w="3175">
                <a:solidFill>
                  <a:prstClr val="ltGray"/>
                </a:solidFill>
              </a:ln>
            </p:spPr>
          </p:pic>
        </mc:Fallback>
      </mc:AlternateContent>
      <mc:AlternateContent xmlns:mc="http://schemas.openxmlformats.org/markup-compatibility/2006" xmlns:pslz="http://schemas.microsoft.com/office/powerpoint/2016/slidezoom">
        <mc:Choice Requires="pslz">
          <p:graphicFrame>
            <p:nvGraphicFramePr>
              <p:cNvPr id="13" name="Slide Zoom 12">
                <a:extLst>
                  <a:ext uri="{FF2B5EF4-FFF2-40B4-BE49-F238E27FC236}">
                    <a16:creationId xmlns:a16="http://schemas.microsoft.com/office/drawing/2014/main" id="{3A93C366-2C60-4371-7BC8-D0D189E26566}"/>
                  </a:ext>
                </a:extLst>
              </p:cNvPr>
              <p:cNvGraphicFramePr>
                <a:graphicFrameLocks noChangeAspect="1"/>
              </p:cNvGraphicFramePr>
              <p:nvPr>
                <p:extLst>
                  <p:ext uri="{D42A27DB-BD31-4B8C-83A1-F6EECF244321}">
                    <p14:modId xmlns:p14="http://schemas.microsoft.com/office/powerpoint/2010/main" val="3537460229"/>
                  </p:ext>
                </p:extLst>
              </p:nvPr>
            </p:nvGraphicFramePr>
            <p:xfrm>
              <a:off x="3578371" y="6364221"/>
              <a:ext cx="608405" cy="342228"/>
            </p:xfrm>
            <a:graphic>
              <a:graphicData uri="http://schemas.microsoft.com/office/powerpoint/2016/slidezoom">
                <pslz:sldZm>
                  <pslz:sldZmObj sldId="282" cId="3690588320">
                    <pslz:zmPr id="{D6E7326E-5852-4283-A66A-A6B9F92EDB97}" returnToParent="0" transitionDur="1000">
                      <p166:blipFill xmlns:p166="http://schemas.microsoft.com/office/powerpoint/2016/6/main">
                        <a:blip r:embed="rId56"/>
                        <a:stretch>
                          <a:fillRect/>
                        </a:stretch>
                      </p166:blipFill>
                      <p166:spPr xmlns:p166="http://schemas.microsoft.com/office/powerpoint/2016/6/main">
                        <a:xfrm>
                          <a:off x="0" y="0"/>
                          <a:ext cx="608405" cy="342228"/>
                        </a:xfrm>
                        <a:prstGeom prst="rect">
                          <a:avLst/>
                        </a:prstGeom>
                        <a:ln w="3175">
                          <a:solidFill>
                            <a:prstClr val="ltGray"/>
                          </a:solidFill>
                        </a:ln>
                      </p166:spPr>
                    </pslz:zmPr>
                  </pslz:sldZmObj>
                </pslz:sldZm>
              </a:graphicData>
            </a:graphic>
          </p:graphicFrame>
        </mc:Choice>
        <mc:Fallback xmlns="">
          <p:pic>
            <p:nvPicPr>
              <p:cNvPr id="13" name="Slide Zoom 12">
                <a:extLst>
                  <a:ext uri="{FF2B5EF4-FFF2-40B4-BE49-F238E27FC236}">
                    <a16:creationId xmlns:a16="http://schemas.microsoft.com/office/drawing/2014/main" id="{3A93C366-2C60-4371-7BC8-D0D189E26566}"/>
                  </a:ext>
                </a:extLst>
              </p:cNvPr>
              <p:cNvPicPr>
                <a:picLocks noGrp="1" noRot="1" noChangeAspect="1" noMove="1" noResize="1" noEditPoints="1" noAdjustHandles="1" noChangeArrowheads="1" noChangeShapeType="1"/>
              </p:cNvPicPr>
              <p:nvPr/>
            </p:nvPicPr>
            <p:blipFill>
              <a:blip r:embed="rId57"/>
              <a:stretch>
                <a:fillRect/>
              </a:stretch>
            </p:blipFill>
            <p:spPr>
              <a:xfrm>
                <a:off x="3578371" y="6364221"/>
                <a:ext cx="608405" cy="342228"/>
              </a:xfrm>
              <a:prstGeom prst="rect">
                <a:avLst/>
              </a:prstGeom>
              <a:ln w="3175">
                <a:solidFill>
                  <a:prstClr val="ltGray"/>
                </a:solidFill>
              </a:ln>
            </p:spPr>
          </p:pic>
        </mc:Fallback>
      </mc:AlternateContent>
      <mc:AlternateContent xmlns:mc="http://schemas.openxmlformats.org/markup-compatibility/2006" xmlns:pslz="http://schemas.microsoft.com/office/powerpoint/2016/slidezoom">
        <mc:Choice Requires="pslz">
          <p:graphicFrame>
            <p:nvGraphicFramePr>
              <p:cNvPr id="16" name="Slide Zoom 15">
                <a:extLst>
                  <a:ext uri="{FF2B5EF4-FFF2-40B4-BE49-F238E27FC236}">
                    <a16:creationId xmlns:a16="http://schemas.microsoft.com/office/drawing/2014/main" id="{DA288864-0209-8BE0-BBB0-6DD0E14E4F41}"/>
                  </a:ext>
                </a:extLst>
              </p:cNvPr>
              <p:cNvGraphicFramePr>
                <a:graphicFrameLocks noChangeAspect="1"/>
              </p:cNvGraphicFramePr>
              <p:nvPr>
                <p:extLst>
                  <p:ext uri="{D42A27DB-BD31-4B8C-83A1-F6EECF244321}">
                    <p14:modId xmlns:p14="http://schemas.microsoft.com/office/powerpoint/2010/main" val="3180793320"/>
                  </p:ext>
                </p:extLst>
              </p:nvPr>
            </p:nvGraphicFramePr>
            <p:xfrm>
              <a:off x="4535320" y="5649567"/>
              <a:ext cx="1634887" cy="919624"/>
            </p:xfrm>
            <a:graphic>
              <a:graphicData uri="http://schemas.microsoft.com/office/powerpoint/2016/slidezoom">
                <pslz:sldZm>
                  <pslz:sldZmObj sldId="283" cId="483487439">
                    <pslz:zmPr id="{FB625323-FDCF-4F62-9B11-41F6C140A94B}" returnToParent="0" transitionDur="1000">
                      <p166:blipFill xmlns:p166="http://schemas.microsoft.com/office/powerpoint/2016/6/main">
                        <a:blip r:embed="rId58"/>
                        <a:stretch>
                          <a:fillRect/>
                        </a:stretch>
                      </p166:blipFill>
                      <p166:spPr xmlns:p166="http://schemas.microsoft.com/office/powerpoint/2016/6/main">
                        <a:xfrm>
                          <a:off x="0" y="0"/>
                          <a:ext cx="1634887" cy="919624"/>
                        </a:xfrm>
                        <a:prstGeom prst="rect">
                          <a:avLst/>
                        </a:prstGeom>
                        <a:ln w="3175">
                          <a:solidFill>
                            <a:prstClr val="ltGray"/>
                          </a:solidFill>
                        </a:ln>
                      </p166:spPr>
                    </pslz:zmPr>
                  </pslz:sldZmObj>
                </pslz:sldZm>
              </a:graphicData>
            </a:graphic>
          </p:graphicFrame>
        </mc:Choice>
        <mc:Fallback xmlns="">
          <p:pic>
            <p:nvPicPr>
              <p:cNvPr id="16" name="Slide Zoom 15">
                <a:extLst>
                  <a:ext uri="{FF2B5EF4-FFF2-40B4-BE49-F238E27FC236}">
                    <a16:creationId xmlns:a16="http://schemas.microsoft.com/office/drawing/2014/main" id="{DA288864-0209-8BE0-BBB0-6DD0E14E4F41}"/>
                  </a:ext>
                </a:extLst>
              </p:cNvPr>
              <p:cNvPicPr>
                <a:picLocks noGrp="1" noRot="1" noChangeAspect="1" noMove="1" noResize="1" noEditPoints="1" noAdjustHandles="1" noChangeArrowheads="1" noChangeShapeType="1"/>
              </p:cNvPicPr>
              <p:nvPr/>
            </p:nvPicPr>
            <p:blipFill>
              <a:blip r:embed="rId59"/>
              <a:stretch>
                <a:fillRect/>
              </a:stretch>
            </p:blipFill>
            <p:spPr>
              <a:xfrm>
                <a:off x="4535320" y="5649567"/>
                <a:ext cx="1634887" cy="919624"/>
              </a:xfrm>
              <a:prstGeom prst="rect">
                <a:avLst/>
              </a:prstGeom>
              <a:ln w="3175">
                <a:solidFill>
                  <a:prstClr val="ltGray"/>
                </a:solidFill>
              </a:ln>
            </p:spPr>
          </p:pic>
        </mc:Fallback>
      </mc:AlternateContent>
      <mc:AlternateContent xmlns:mc="http://schemas.openxmlformats.org/markup-compatibility/2006" xmlns:pslz="http://schemas.microsoft.com/office/powerpoint/2016/slidezoom">
        <mc:Choice Requires="pslz">
          <p:graphicFrame>
            <p:nvGraphicFramePr>
              <p:cNvPr id="19" name="Slide Zoom 18">
                <a:extLst>
                  <a:ext uri="{FF2B5EF4-FFF2-40B4-BE49-F238E27FC236}">
                    <a16:creationId xmlns:a16="http://schemas.microsoft.com/office/drawing/2014/main" id="{22E93CED-1F1B-6005-8604-B994734E901B}"/>
                  </a:ext>
                </a:extLst>
              </p:cNvPr>
              <p:cNvGraphicFramePr>
                <a:graphicFrameLocks noChangeAspect="1"/>
              </p:cNvGraphicFramePr>
              <p:nvPr>
                <p:extLst>
                  <p:ext uri="{D42A27DB-BD31-4B8C-83A1-F6EECF244321}">
                    <p14:modId xmlns:p14="http://schemas.microsoft.com/office/powerpoint/2010/main" val="519549801"/>
                  </p:ext>
                </p:extLst>
              </p:nvPr>
            </p:nvGraphicFramePr>
            <p:xfrm>
              <a:off x="6253385" y="5703354"/>
              <a:ext cx="407031" cy="228955"/>
            </p:xfrm>
            <a:graphic>
              <a:graphicData uri="http://schemas.microsoft.com/office/powerpoint/2016/slidezoom">
                <pslz:sldZm>
                  <pslz:sldZmObj sldId="284" cId="1857111058">
                    <pslz:zmPr id="{625B15E8-AB60-4472-A9A0-FFD546B71313}" returnToParent="0" transitionDur="1000">
                      <p166:blipFill xmlns:p166="http://schemas.microsoft.com/office/powerpoint/2016/6/main">
                        <a:blip r:embed="rId60"/>
                        <a:stretch>
                          <a:fillRect/>
                        </a:stretch>
                      </p166:blipFill>
                      <p166:spPr xmlns:p166="http://schemas.microsoft.com/office/powerpoint/2016/6/main">
                        <a:xfrm>
                          <a:off x="0" y="0"/>
                          <a:ext cx="407031" cy="228955"/>
                        </a:xfrm>
                        <a:prstGeom prst="rect">
                          <a:avLst/>
                        </a:prstGeom>
                        <a:ln w="3175">
                          <a:solidFill>
                            <a:prstClr val="ltGray"/>
                          </a:solidFill>
                        </a:ln>
                      </p166:spPr>
                    </pslz:zmPr>
                  </pslz:sldZmObj>
                </pslz:sldZm>
              </a:graphicData>
            </a:graphic>
          </p:graphicFrame>
        </mc:Choice>
        <mc:Fallback xmlns="">
          <p:pic>
            <p:nvPicPr>
              <p:cNvPr id="19" name="Slide Zoom 18">
                <a:extLst>
                  <a:ext uri="{FF2B5EF4-FFF2-40B4-BE49-F238E27FC236}">
                    <a16:creationId xmlns:a16="http://schemas.microsoft.com/office/drawing/2014/main" id="{22E93CED-1F1B-6005-8604-B994734E901B}"/>
                  </a:ext>
                </a:extLst>
              </p:cNvPr>
              <p:cNvPicPr>
                <a:picLocks noGrp="1" noRot="1" noChangeAspect="1" noMove="1" noResize="1" noEditPoints="1" noAdjustHandles="1" noChangeArrowheads="1" noChangeShapeType="1"/>
              </p:cNvPicPr>
              <p:nvPr/>
            </p:nvPicPr>
            <p:blipFill>
              <a:blip r:embed="rId61"/>
              <a:stretch>
                <a:fillRect/>
              </a:stretch>
            </p:blipFill>
            <p:spPr>
              <a:xfrm>
                <a:off x="6253385" y="5703354"/>
                <a:ext cx="407031" cy="228955"/>
              </a:xfrm>
              <a:prstGeom prst="rect">
                <a:avLst/>
              </a:prstGeom>
              <a:ln w="3175">
                <a:solidFill>
                  <a:prstClr val="ltGray"/>
                </a:solidFill>
              </a:ln>
            </p:spPr>
          </p:pic>
        </mc:Fallback>
      </mc:AlternateContent>
      <mc:AlternateContent xmlns:mc="http://schemas.openxmlformats.org/markup-compatibility/2006" xmlns:pslz="http://schemas.microsoft.com/office/powerpoint/2016/slidezoom">
        <mc:Choice Requires="pslz">
          <p:graphicFrame>
            <p:nvGraphicFramePr>
              <p:cNvPr id="21" name="Slide Zoom 20">
                <a:extLst>
                  <a:ext uri="{FF2B5EF4-FFF2-40B4-BE49-F238E27FC236}">
                    <a16:creationId xmlns:a16="http://schemas.microsoft.com/office/drawing/2014/main" id="{47F5F31D-337B-10B6-5101-AF4320BA250D}"/>
                  </a:ext>
                </a:extLst>
              </p:cNvPr>
              <p:cNvGraphicFramePr>
                <a:graphicFrameLocks noChangeAspect="1"/>
              </p:cNvGraphicFramePr>
              <p:nvPr>
                <p:extLst>
                  <p:ext uri="{D42A27DB-BD31-4B8C-83A1-F6EECF244321}">
                    <p14:modId xmlns:p14="http://schemas.microsoft.com/office/powerpoint/2010/main" val="2370651657"/>
                  </p:ext>
                </p:extLst>
              </p:nvPr>
            </p:nvGraphicFramePr>
            <p:xfrm>
              <a:off x="6253385" y="6004951"/>
              <a:ext cx="407031" cy="228955"/>
            </p:xfrm>
            <a:graphic>
              <a:graphicData uri="http://schemas.microsoft.com/office/powerpoint/2016/slidezoom">
                <pslz:sldZm>
                  <pslz:sldZmObj sldId="285" cId="1382132124">
                    <pslz:zmPr id="{DD014559-0BF8-45C1-BC3B-7D43064BE3D7}" returnToParent="0" transitionDur="1000">
                      <p166:blipFill xmlns:p166="http://schemas.microsoft.com/office/powerpoint/2016/6/main">
                        <a:blip r:embed="rId62"/>
                        <a:stretch>
                          <a:fillRect/>
                        </a:stretch>
                      </p166:blipFill>
                      <p166:spPr xmlns:p166="http://schemas.microsoft.com/office/powerpoint/2016/6/main">
                        <a:xfrm>
                          <a:off x="0" y="0"/>
                          <a:ext cx="407031" cy="228955"/>
                        </a:xfrm>
                        <a:prstGeom prst="rect">
                          <a:avLst/>
                        </a:prstGeom>
                        <a:ln w="3175">
                          <a:solidFill>
                            <a:prstClr val="ltGray"/>
                          </a:solidFill>
                        </a:ln>
                      </p166:spPr>
                    </pslz:zmPr>
                  </pslz:sldZmObj>
                </pslz:sldZm>
              </a:graphicData>
            </a:graphic>
          </p:graphicFrame>
        </mc:Choice>
        <mc:Fallback xmlns="">
          <p:pic>
            <p:nvPicPr>
              <p:cNvPr id="21" name="Slide Zoom 20">
                <a:extLst>
                  <a:ext uri="{FF2B5EF4-FFF2-40B4-BE49-F238E27FC236}">
                    <a16:creationId xmlns:a16="http://schemas.microsoft.com/office/drawing/2014/main" id="{47F5F31D-337B-10B6-5101-AF4320BA250D}"/>
                  </a:ext>
                </a:extLst>
              </p:cNvPr>
              <p:cNvPicPr>
                <a:picLocks noGrp="1" noRot="1" noChangeAspect="1" noMove="1" noResize="1" noEditPoints="1" noAdjustHandles="1" noChangeArrowheads="1" noChangeShapeType="1"/>
              </p:cNvPicPr>
              <p:nvPr/>
            </p:nvPicPr>
            <p:blipFill>
              <a:blip r:embed="rId63"/>
              <a:stretch>
                <a:fillRect/>
              </a:stretch>
            </p:blipFill>
            <p:spPr>
              <a:xfrm>
                <a:off x="6253385" y="6004951"/>
                <a:ext cx="407031" cy="228955"/>
              </a:xfrm>
              <a:prstGeom prst="rect">
                <a:avLst/>
              </a:prstGeom>
              <a:ln w="3175">
                <a:solidFill>
                  <a:prstClr val="ltGray"/>
                </a:solidFill>
              </a:ln>
            </p:spPr>
          </p:pic>
        </mc:Fallback>
      </mc:AlternateContent>
      <mc:AlternateContent xmlns:mc="http://schemas.openxmlformats.org/markup-compatibility/2006" xmlns:pslz="http://schemas.microsoft.com/office/powerpoint/2016/slidezoom">
        <mc:Choice Requires="pslz">
          <p:graphicFrame>
            <p:nvGraphicFramePr>
              <p:cNvPr id="24" name="Slide Zoom 23">
                <a:extLst>
                  <a:ext uri="{FF2B5EF4-FFF2-40B4-BE49-F238E27FC236}">
                    <a16:creationId xmlns:a16="http://schemas.microsoft.com/office/drawing/2014/main" id="{691F7256-F6AD-D341-6F53-502B4731990D}"/>
                  </a:ext>
                </a:extLst>
              </p:cNvPr>
              <p:cNvGraphicFramePr>
                <a:graphicFrameLocks noChangeAspect="1"/>
              </p:cNvGraphicFramePr>
              <p:nvPr>
                <p:extLst>
                  <p:ext uri="{D42A27DB-BD31-4B8C-83A1-F6EECF244321}">
                    <p14:modId xmlns:p14="http://schemas.microsoft.com/office/powerpoint/2010/main" val="94983552"/>
                  </p:ext>
                </p:extLst>
              </p:nvPr>
            </p:nvGraphicFramePr>
            <p:xfrm>
              <a:off x="6259636" y="6305257"/>
              <a:ext cx="407031" cy="228955"/>
            </p:xfrm>
            <a:graphic>
              <a:graphicData uri="http://schemas.microsoft.com/office/powerpoint/2016/slidezoom">
                <pslz:sldZm>
                  <pslz:sldZmObj sldId="287" cId="2083117681">
                    <pslz:zmPr id="{52A5ED2B-A6CB-4E31-95B2-5FB1769D2309}" returnToParent="0" transitionDur="1000">
                      <p166:blipFill xmlns:p166="http://schemas.microsoft.com/office/powerpoint/2016/6/main">
                        <a:blip r:embed="rId64"/>
                        <a:stretch>
                          <a:fillRect/>
                        </a:stretch>
                      </p166:blipFill>
                      <p166:spPr xmlns:p166="http://schemas.microsoft.com/office/powerpoint/2016/6/main">
                        <a:xfrm>
                          <a:off x="0" y="0"/>
                          <a:ext cx="407031" cy="228955"/>
                        </a:xfrm>
                        <a:prstGeom prst="rect">
                          <a:avLst/>
                        </a:prstGeom>
                        <a:ln w="3175">
                          <a:solidFill>
                            <a:prstClr val="ltGray"/>
                          </a:solidFill>
                        </a:ln>
                      </p166:spPr>
                    </pslz:zmPr>
                  </pslz:sldZmObj>
                </pslz:sldZm>
              </a:graphicData>
            </a:graphic>
          </p:graphicFrame>
        </mc:Choice>
        <mc:Fallback xmlns="">
          <p:pic>
            <p:nvPicPr>
              <p:cNvPr id="24" name="Slide Zoom 23">
                <a:extLst>
                  <a:ext uri="{FF2B5EF4-FFF2-40B4-BE49-F238E27FC236}">
                    <a16:creationId xmlns:a16="http://schemas.microsoft.com/office/drawing/2014/main" id="{691F7256-F6AD-D341-6F53-502B4731990D}"/>
                  </a:ext>
                </a:extLst>
              </p:cNvPr>
              <p:cNvPicPr>
                <a:picLocks noGrp="1" noRot="1" noChangeAspect="1" noMove="1" noResize="1" noEditPoints="1" noAdjustHandles="1" noChangeArrowheads="1" noChangeShapeType="1"/>
              </p:cNvPicPr>
              <p:nvPr/>
            </p:nvPicPr>
            <p:blipFill>
              <a:blip r:embed="rId65"/>
              <a:stretch>
                <a:fillRect/>
              </a:stretch>
            </p:blipFill>
            <p:spPr>
              <a:xfrm>
                <a:off x="6259636" y="6305257"/>
                <a:ext cx="407031" cy="228955"/>
              </a:xfrm>
              <a:prstGeom prst="rect">
                <a:avLst/>
              </a:prstGeom>
              <a:ln w="3175">
                <a:solidFill>
                  <a:prstClr val="ltGray"/>
                </a:solidFill>
              </a:ln>
            </p:spPr>
          </p:pic>
        </mc:Fallback>
      </mc:AlternateContent>
      <mc:AlternateContent xmlns:mc="http://schemas.openxmlformats.org/markup-compatibility/2006" xmlns:pslz="http://schemas.microsoft.com/office/powerpoint/2016/slidezoom">
        <mc:Choice Requires="pslz">
          <p:graphicFrame>
            <p:nvGraphicFramePr>
              <p:cNvPr id="27" name="Slide Zoom 26">
                <a:extLst>
                  <a:ext uri="{FF2B5EF4-FFF2-40B4-BE49-F238E27FC236}">
                    <a16:creationId xmlns:a16="http://schemas.microsoft.com/office/drawing/2014/main" id="{F8820AE2-07B4-290C-50C4-CBCAE4FEBEE7}"/>
                  </a:ext>
                </a:extLst>
              </p:cNvPr>
              <p:cNvGraphicFramePr>
                <a:graphicFrameLocks noChangeAspect="1"/>
              </p:cNvGraphicFramePr>
              <p:nvPr>
                <p:extLst>
                  <p:ext uri="{D42A27DB-BD31-4B8C-83A1-F6EECF244321}">
                    <p14:modId xmlns:p14="http://schemas.microsoft.com/office/powerpoint/2010/main" val="553758062"/>
                  </p:ext>
                </p:extLst>
              </p:nvPr>
            </p:nvGraphicFramePr>
            <p:xfrm>
              <a:off x="4268417" y="3110106"/>
              <a:ext cx="1387366" cy="934847"/>
            </p:xfrm>
            <a:graphic>
              <a:graphicData uri="http://schemas.microsoft.com/office/powerpoint/2016/slidezoom">
                <pslz:sldZm>
                  <pslz:sldZmObj sldId="288" cId="3116099866">
                    <pslz:zmPr id="{E38ACA01-F9C6-4259-B8B1-410907DB9670}" returnToParent="0" transitionDur="1000">
                      <p166:blipFill xmlns:p166="http://schemas.microsoft.com/office/powerpoint/2016/6/main">
                        <a:blip r:embed="rId66"/>
                        <a:stretch>
                          <a:fillRect/>
                        </a:stretch>
                      </p166:blipFill>
                      <p166:spPr xmlns:p166="http://schemas.microsoft.com/office/powerpoint/2016/6/main">
                        <a:xfrm>
                          <a:off x="0" y="0"/>
                          <a:ext cx="1387366" cy="934847"/>
                        </a:xfrm>
                        <a:prstGeom prst="rect">
                          <a:avLst/>
                        </a:prstGeom>
                        <a:ln w="3175">
                          <a:solidFill>
                            <a:prstClr val="ltGray"/>
                          </a:solidFill>
                        </a:ln>
                      </p166:spPr>
                    </pslz:zmPr>
                  </pslz:sldZmObj>
                </pslz:sldZm>
              </a:graphicData>
            </a:graphic>
          </p:graphicFrame>
        </mc:Choice>
        <mc:Fallback xmlns="">
          <p:pic>
            <p:nvPicPr>
              <p:cNvPr id="27" name="Slide Zoom 26">
                <a:extLst>
                  <a:ext uri="{FF2B5EF4-FFF2-40B4-BE49-F238E27FC236}">
                    <a16:creationId xmlns:a16="http://schemas.microsoft.com/office/drawing/2014/main" id="{F8820AE2-07B4-290C-50C4-CBCAE4FEBEE7}"/>
                  </a:ext>
                </a:extLst>
              </p:cNvPr>
              <p:cNvPicPr>
                <a:picLocks noGrp="1" noRot="1" noChangeAspect="1" noMove="1" noResize="1" noEditPoints="1" noAdjustHandles="1" noChangeArrowheads="1" noChangeShapeType="1"/>
              </p:cNvPicPr>
              <p:nvPr/>
            </p:nvPicPr>
            <p:blipFill>
              <a:blip r:embed="rId67"/>
              <a:stretch>
                <a:fillRect/>
              </a:stretch>
            </p:blipFill>
            <p:spPr>
              <a:xfrm>
                <a:off x="4268417" y="3110106"/>
                <a:ext cx="1387366" cy="934847"/>
              </a:xfrm>
              <a:prstGeom prst="rect">
                <a:avLst/>
              </a:prstGeom>
              <a:ln w="3175">
                <a:solidFill>
                  <a:prstClr val="ltGray"/>
                </a:solidFill>
              </a:ln>
            </p:spPr>
          </p:pic>
        </mc:Fallback>
      </mc:AlternateContent>
      <mc:AlternateContent xmlns:mc="http://schemas.openxmlformats.org/markup-compatibility/2006" xmlns:pslz="http://schemas.microsoft.com/office/powerpoint/2016/slidezoom">
        <mc:Choice Requires="pslz">
          <p:graphicFrame>
            <p:nvGraphicFramePr>
              <p:cNvPr id="29" name="Slide Zoom 28">
                <a:extLst>
                  <a:ext uri="{FF2B5EF4-FFF2-40B4-BE49-F238E27FC236}">
                    <a16:creationId xmlns:a16="http://schemas.microsoft.com/office/drawing/2014/main" id="{CB104C2C-57B7-14A9-19E0-62DE644928B3}"/>
                  </a:ext>
                </a:extLst>
              </p:cNvPr>
              <p:cNvGraphicFramePr>
                <a:graphicFrameLocks noChangeAspect="1"/>
              </p:cNvGraphicFramePr>
              <p:nvPr>
                <p:extLst>
                  <p:ext uri="{D42A27DB-BD31-4B8C-83A1-F6EECF244321}">
                    <p14:modId xmlns:p14="http://schemas.microsoft.com/office/powerpoint/2010/main" val="1878315266"/>
                  </p:ext>
                </p:extLst>
              </p:nvPr>
            </p:nvGraphicFramePr>
            <p:xfrm>
              <a:off x="5748804" y="3102975"/>
              <a:ext cx="316900" cy="178256"/>
            </p:xfrm>
            <a:graphic>
              <a:graphicData uri="http://schemas.microsoft.com/office/powerpoint/2016/slidezoom">
                <pslz:sldZm>
                  <pslz:sldZmObj sldId="289" cId="3541640369">
                    <pslz:zmPr id="{86B808B3-3882-4F0B-B01E-F9FB155CD575}" returnToParent="0" transitionDur="1000">
                      <p166:blipFill xmlns:p166="http://schemas.microsoft.com/office/powerpoint/2016/6/main">
                        <a:blip r:embed="rId68"/>
                        <a:stretch>
                          <a:fillRect/>
                        </a:stretch>
                      </p166:blipFill>
                      <p166:spPr xmlns:p166="http://schemas.microsoft.com/office/powerpoint/2016/6/main">
                        <a:xfrm>
                          <a:off x="0" y="0"/>
                          <a:ext cx="316900" cy="178256"/>
                        </a:xfrm>
                        <a:prstGeom prst="rect">
                          <a:avLst/>
                        </a:prstGeom>
                        <a:ln w="3175">
                          <a:solidFill>
                            <a:prstClr val="ltGray"/>
                          </a:solidFill>
                        </a:ln>
                      </p166:spPr>
                    </pslz:zmPr>
                  </pslz:sldZmObj>
                </pslz:sldZm>
              </a:graphicData>
            </a:graphic>
          </p:graphicFrame>
        </mc:Choice>
        <mc:Fallback xmlns="">
          <p:pic>
            <p:nvPicPr>
              <p:cNvPr id="29" name="Slide Zoom 28">
                <a:extLst>
                  <a:ext uri="{FF2B5EF4-FFF2-40B4-BE49-F238E27FC236}">
                    <a16:creationId xmlns:a16="http://schemas.microsoft.com/office/drawing/2014/main" id="{CB104C2C-57B7-14A9-19E0-62DE644928B3}"/>
                  </a:ext>
                </a:extLst>
              </p:cNvPr>
              <p:cNvPicPr>
                <a:picLocks noGrp="1" noRot="1" noChangeAspect="1" noMove="1" noResize="1" noEditPoints="1" noAdjustHandles="1" noChangeArrowheads="1" noChangeShapeType="1"/>
              </p:cNvPicPr>
              <p:nvPr/>
            </p:nvPicPr>
            <p:blipFill>
              <a:blip r:embed="rId69"/>
              <a:stretch>
                <a:fillRect/>
              </a:stretch>
            </p:blipFill>
            <p:spPr>
              <a:xfrm>
                <a:off x="5748804" y="3102975"/>
                <a:ext cx="316900" cy="178256"/>
              </a:xfrm>
              <a:prstGeom prst="rect">
                <a:avLst/>
              </a:prstGeom>
              <a:ln w="3175">
                <a:solidFill>
                  <a:prstClr val="ltGray"/>
                </a:solidFill>
              </a:ln>
            </p:spPr>
          </p:pic>
        </mc:Fallback>
      </mc:AlternateContent>
      <mc:AlternateContent xmlns:mc="http://schemas.openxmlformats.org/markup-compatibility/2006" xmlns:pslz="http://schemas.microsoft.com/office/powerpoint/2016/slidezoom">
        <mc:Choice Requires="pslz">
          <p:graphicFrame>
            <p:nvGraphicFramePr>
              <p:cNvPr id="32" name="Slide Zoom 31">
                <a:extLst>
                  <a:ext uri="{FF2B5EF4-FFF2-40B4-BE49-F238E27FC236}">
                    <a16:creationId xmlns:a16="http://schemas.microsoft.com/office/drawing/2014/main" id="{0D2196CB-6108-ACDA-DC83-19979134B726}"/>
                  </a:ext>
                </a:extLst>
              </p:cNvPr>
              <p:cNvGraphicFramePr>
                <a:graphicFrameLocks noChangeAspect="1"/>
              </p:cNvGraphicFramePr>
              <p:nvPr>
                <p:extLst>
                  <p:ext uri="{D42A27DB-BD31-4B8C-83A1-F6EECF244321}">
                    <p14:modId xmlns:p14="http://schemas.microsoft.com/office/powerpoint/2010/main" val="2231535251"/>
                  </p:ext>
                </p:extLst>
              </p:nvPr>
            </p:nvGraphicFramePr>
            <p:xfrm>
              <a:off x="5748804" y="3383201"/>
              <a:ext cx="316900" cy="178257"/>
            </p:xfrm>
            <a:graphic>
              <a:graphicData uri="http://schemas.microsoft.com/office/powerpoint/2016/slidezoom">
                <pslz:sldZm>
                  <pslz:sldZmObj sldId="291" cId="3094092618">
                    <pslz:zmPr id="{7EB15EAB-E695-498E-95CE-DB065DE76B04}" returnToParent="0" transitionDur="1000">
                      <p166:blipFill xmlns:p166="http://schemas.microsoft.com/office/powerpoint/2016/6/main">
                        <a:blip r:embed="rId70"/>
                        <a:stretch>
                          <a:fillRect/>
                        </a:stretch>
                      </p166:blipFill>
                      <p166:spPr xmlns:p166="http://schemas.microsoft.com/office/powerpoint/2016/6/main">
                        <a:xfrm>
                          <a:off x="0" y="0"/>
                          <a:ext cx="316900" cy="178257"/>
                        </a:xfrm>
                        <a:prstGeom prst="rect">
                          <a:avLst/>
                        </a:prstGeom>
                        <a:ln w="3175">
                          <a:solidFill>
                            <a:prstClr val="ltGray"/>
                          </a:solidFill>
                        </a:ln>
                      </p166:spPr>
                    </pslz:zmPr>
                  </pslz:sldZmObj>
                </pslz:sldZm>
              </a:graphicData>
            </a:graphic>
          </p:graphicFrame>
        </mc:Choice>
        <mc:Fallback xmlns="">
          <p:pic>
            <p:nvPicPr>
              <p:cNvPr id="32" name="Slide Zoom 31">
                <a:extLst>
                  <a:ext uri="{FF2B5EF4-FFF2-40B4-BE49-F238E27FC236}">
                    <a16:creationId xmlns:a16="http://schemas.microsoft.com/office/drawing/2014/main" id="{0D2196CB-6108-ACDA-DC83-19979134B726}"/>
                  </a:ext>
                </a:extLst>
              </p:cNvPr>
              <p:cNvPicPr>
                <a:picLocks noGrp="1" noRot="1" noChangeAspect="1" noMove="1" noResize="1" noEditPoints="1" noAdjustHandles="1" noChangeArrowheads="1" noChangeShapeType="1"/>
              </p:cNvPicPr>
              <p:nvPr/>
            </p:nvPicPr>
            <p:blipFill>
              <a:blip r:embed="rId71"/>
              <a:stretch>
                <a:fillRect/>
              </a:stretch>
            </p:blipFill>
            <p:spPr>
              <a:xfrm>
                <a:off x="5748804" y="3383201"/>
                <a:ext cx="316900" cy="178257"/>
              </a:xfrm>
              <a:prstGeom prst="rect">
                <a:avLst/>
              </a:prstGeom>
              <a:ln w="3175">
                <a:solidFill>
                  <a:prstClr val="ltGray"/>
                </a:solidFill>
              </a:ln>
            </p:spPr>
          </p:pic>
        </mc:Fallback>
      </mc:AlternateContent>
      <mc:AlternateContent xmlns:mc="http://schemas.openxmlformats.org/markup-compatibility/2006" xmlns:pslz="http://schemas.microsoft.com/office/powerpoint/2016/slidezoom">
        <mc:Choice Requires="pslz">
          <p:graphicFrame>
            <p:nvGraphicFramePr>
              <p:cNvPr id="35" name="Slide Zoom 34">
                <a:extLst>
                  <a:ext uri="{FF2B5EF4-FFF2-40B4-BE49-F238E27FC236}">
                    <a16:creationId xmlns:a16="http://schemas.microsoft.com/office/drawing/2014/main" id="{E651D1D5-8E10-5F68-25F5-2A63B37B6942}"/>
                  </a:ext>
                </a:extLst>
              </p:cNvPr>
              <p:cNvGraphicFramePr>
                <a:graphicFrameLocks noChangeAspect="1"/>
              </p:cNvGraphicFramePr>
              <p:nvPr>
                <p:extLst>
                  <p:ext uri="{D42A27DB-BD31-4B8C-83A1-F6EECF244321}">
                    <p14:modId xmlns:p14="http://schemas.microsoft.com/office/powerpoint/2010/main" val="3663371352"/>
                  </p:ext>
                </p:extLst>
              </p:nvPr>
            </p:nvGraphicFramePr>
            <p:xfrm>
              <a:off x="5749860" y="3623249"/>
              <a:ext cx="316900" cy="178256"/>
            </p:xfrm>
            <a:graphic>
              <a:graphicData uri="http://schemas.microsoft.com/office/powerpoint/2016/slidezoom">
                <pslz:sldZm>
                  <pslz:sldZmObj sldId="292" cId="2248536211">
                    <pslz:zmPr id="{7B9F77FF-76C1-478C-8202-9A37EFED5DDB}" returnToParent="0" transitionDur="1000">
                      <p166:blipFill xmlns:p166="http://schemas.microsoft.com/office/powerpoint/2016/6/main">
                        <a:blip r:embed="rId72"/>
                        <a:stretch>
                          <a:fillRect/>
                        </a:stretch>
                      </p166:blipFill>
                      <p166:spPr xmlns:p166="http://schemas.microsoft.com/office/powerpoint/2016/6/main">
                        <a:xfrm>
                          <a:off x="0" y="0"/>
                          <a:ext cx="316900" cy="178256"/>
                        </a:xfrm>
                        <a:prstGeom prst="rect">
                          <a:avLst/>
                        </a:prstGeom>
                        <a:ln w="3175">
                          <a:solidFill>
                            <a:prstClr val="ltGray"/>
                          </a:solidFill>
                        </a:ln>
                      </p166:spPr>
                    </pslz:zmPr>
                  </pslz:sldZmObj>
                </pslz:sldZm>
              </a:graphicData>
            </a:graphic>
          </p:graphicFrame>
        </mc:Choice>
        <mc:Fallback xmlns="">
          <p:pic>
            <p:nvPicPr>
              <p:cNvPr id="35" name="Slide Zoom 34">
                <a:extLst>
                  <a:ext uri="{FF2B5EF4-FFF2-40B4-BE49-F238E27FC236}">
                    <a16:creationId xmlns:a16="http://schemas.microsoft.com/office/drawing/2014/main" id="{E651D1D5-8E10-5F68-25F5-2A63B37B6942}"/>
                  </a:ext>
                </a:extLst>
              </p:cNvPr>
              <p:cNvPicPr>
                <a:picLocks noGrp="1" noRot="1" noChangeAspect="1" noMove="1" noResize="1" noEditPoints="1" noAdjustHandles="1" noChangeArrowheads="1" noChangeShapeType="1"/>
              </p:cNvPicPr>
              <p:nvPr/>
            </p:nvPicPr>
            <p:blipFill>
              <a:blip r:embed="rId73"/>
              <a:stretch>
                <a:fillRect/>
              </a:stretch>
            </p:blipFill>
            <p:spPr>
              <a:xfrm>
                <a:off x="5749860" y="3623249"/>
                <a:ext cx="316900" cy="178256"/>
              </a:xfrm>
              <a:prstGeom prst="rect">
                <a:avLst/>
              </a:prstGeom>
              <a:ln w="3175">
                <a:solidFill>
                  <a:prstClr val="ltGray"/>
                </a:solidFill>
              </a:ln>
            </p:spPr>
          </p:pic>
        </mc:Fallback>
      </mc:AlternateContent>
      <mc:AlternateContent xmlns:mc="http://schemas.openxmlformats.org/markup-compatibility/2006" xmlns:pslz="http://schemas.microsoft.com/office/powerpoint/2016/slidezoom">
        <mc:Choice Requires="pslz">
          <p:graphicFrame>
            <p:nvGraphicFramePr>
              <p:cNvPr id="37" name="Slide Zoom 36">
                <a:extLst>
                  <a:ext uri="{FF2B5EF4-FFF2-40B4-BE49-F238E27FC236}">
                    <a16:creationId xmlns:a16="http://schemas.microsoft.com/office/drawing/2014/main" id="{185CBD4B-B13E-E128-5AC5-5362E310B58E}"/>
                  </a:ext>
                </a:extLst>
              </p:cNvPr>
              <p:cNvGraphicFramePr>
                <a:graphicFrameLocks noChangeAspect="1"/>
              </p:cNvGraphicFramePr>
              <p:nvPr>
                <p:extLst>
                  <p:ext uri="{D42A27DB-BD31-4B8C-83A1-F6EECF244321}">
                    <p14:modId xmlns:p14="http://schemas.microsoft.com/office/powerpoint/2010/main" val="935552683"/>
                  </p:ext>
                </p:extLst>
              </p:nvPr>
            </p:nvGraphicFramePr>
            <p:xfrm>
              <a:off x="5734803" y="3871800"/>
              <a:ext cx="330901" cy="186131"/>
            </p:xfrm>
            <a:graphic>
              <a:graphicData uri="http://schemas.microsoft.com/office/powerpoint/2016/slidezoom">
                <pslz:sldZm>
                  <pslz:sldZmObj sldId="290" cId="2076091710">
                    <pslz:zmPr id="{E2B1F636-18D8-48FA-B6B8-B89F0406F26C}" returnToParent="0" transitionDur="1000">
                      <p166:blipFill xmlns:p166="http://schemas.microsoft.com/office/powerpoint/2016/6/main">
                        <a:blip r:embed="rId74"/>
                        <a:stretch>
                          <a:fillRect/>
                        </a:stretch>
                      </p166:blipFill>
                      <p166:spPr xmlns:p166="http://schemas.microsoft.com/office/powerpoint/2016/6/main">
                        <a:xfrm>
                          <a:off x="0" y="0"/>
                          <a:ext cx="330901" cy="186131"/>
                        </a:xfrm>
                        <a:prstGeom prst="rect">
                          <a:avLst/>
                        </a:prstGeom>
                        <a:ln w="3175">
                          <a:solidFill>
                            <a:prstClr val="ltGray"/>
                          </a:solidFill>
                        </a:ln>
                      </p166:spPr>
                    </pslz:zmPr>
                  </pslz:sldZmObj>
                </pslz:sldZm>
              </a:graphicData>
            </a:graphic>
          </p:graphicFrame>
        </mc:Choice>
        <mc:Fallback xmlns="">
          <p:pic>
            <p:nvPicPr>
              <p:cNvPr id="37" name="Slide Zoom 36">
                <a:extLst>
                  <a:ext uri="{FF2B5EF4-FFF2-40B4-BE49-F238E27FC236}">
                    <a16:creationId xmlns:a16="http://schemas.microsoft.com/office/drawing/2014/main" id="{185CBD4B-B13E-E128-5AC5-5362E310B58E}"/>
                  </a:ext>
                </a:extLst>
              </p:cNvPr>
              <p:cNvPicPr>
                <a:picLocks noGrp="1" noRot="1" noChangeAspect="1" noMove="1" noResize="1" noEditPoints="1" noAdjustHandles="1" noChangeArrowheads="1" noChangeShapeType="1"/>
              </p:cNvPicPr>
              <p:nvPr/>
            </p:nvPicPr>
            <p:blipFill>
              <a:blip r:embed="rId75"/>
              <a:stretch>
                <a:fillRect/>
              </a:stretch>
            </p:blipFill>
            <p:spPr>
              <a:xfrm>
                <a:off x="5734803" y="3871800"/>
                <a:ext cx="330901" cy="186131"/>
              </a:xfrm>
              <a:prstGeom prst="rect">
                <a:avLst/>
              </a:prstGeom>
              <a:ln w="3175">
                <a:solidFill>
                  <a:prstClr val="ltGray"/>
                </a:solidFill>
              </a:ln>
            </p:spPr>
          </p:pic>
        </mc:Fallback>
      </mc:AlternateContent>
      <mc:AlternateContent xmlns:mc="http://schemas.openxmlformats.org/markup-compatibility/2006" xmlns:pslz="http://schemas.microsoft.com/office/powerpoint/2016/slidezoom">
        <mc:Choice Requires="pslz">
          <p:graphicFrame>
            <p:nvGraphicFramePr>
              <p:cNvPr id="40" name="Slide Zoom 39">
                <a:extLst>
                  <a:ext uri="{FF2B5EF4-FFF2-40B4-BE49-F238E27FC236}">
                    <a16:creationId xmlns:a16="http://schemas.microsoft.com/office/drawing/2014/main" id="{FB61212C-33B1-30B7-695E-6AA525F1ECF8}"/>
                  </a:ext>
                </a:extLst>
              </p:cNvPr>
              <p:cNvGraphicFramePr>
                <a:graphicFrameLocks noChangeAspect="1"/>
              </p:cNvGraphicFramePr>
              <p:nvPr>
                <p:extLst>
                  <p:ext uri="{D42A27DB-BD31-4B8C-83A1-F6EECF244321}">
                    <p14:modId xmlns:p14="http://schemas.microsoft.com/office/powerpoint/2010/main" val="1310663373"/>
                  </p:ext>
                </p:extLst>
              </p:nvPr>
            </p:nvGraphicFramePr>
            <p:xfrm>
              <a:off x="5776727" y="2445180"/>
              <a:ext cx="680173" cy="382597"/>
            </p:xfrm>
            <a:graphic>
              <a:graphicData uri="http://schemas.microsoft.com/office/powerpoint/2016/slidezoom">
                <pslz:sldZm>
                  <pslz:sldZmObj sldId="294" cId="4105372489">
                    <pslz:zmPr id="{A3D62249-B7A0-4033-AA9D-874360DA3F46}" returnToParent="0" transitionDur="1000">
                      <p166:blipFill xmlns:p166="http://schemas.microsoft.com/office/powerpoint/2016/6/main">
                        <a:blip r:embed="rId76"/>
                        <a:stretch>
                          <a:fillRect/>
                        </a:stretch>
                      </p166:blipFill>
                      <p166:spPr xmlns:p166="http://schemas.microsoft.com/office/powerpoint/2016/6/main">
                        <a:xfrm>
                          <a:off x="0" y="0"/>
                          <a:ext cx="680173" cy="382597"/>
                        </a:xfrm>
                        <a:prstGeom prst="rect">
                          <a:avLst/>
                        </a:prstGeom>
                        <a:ln w="3175">
                          <a:solidFill>
                            <a:prstClr val="ltGray"/>
                          </a:solidFill>
                        </a:ln>
                      </p166:spPr>
                    </pslz:zmPr>
                  </pslz:sldZmObj>
                </pslz:sldZm>
              </a:graphicData>
            </a:graphic>
          </p:graphicFrame>
        </mc:Choice>
        <mc:Fallback xmlns="">
          <p:pic>
            <p:nvPicPr>
              <p:cNvPr id="40" name="Slide Zoom 39">
                <a:extLst>
                  <a:ext uri="{FF2B5EF4-FFF2-40B4-BE49-F238E27FC236}">
                    <a16:creationId xmlns:a16="http://schemas.microsoft.com/office/drawing/2014/main" id="{FB61212C-33B1-30B7-695E-6AA525F1ECF8}"/>
                  </a:ext>
                </a:extLst>
              </p:cNvPr>
              <p:cNvPicPr>
                <a:picLocks noGrp="1" noRot="1" noChangeAspect="1" noMove="1" noResize="1" noEditPoints="1" noAdjustHandles="1" noChangeArrowheads="1" noChangeShapeType="1"/>
              </p:cNvPicPr>
              <p:nvPr/>
            </p:nvPicPr>
            <p:blipFill>
              <a:blip r:embed="rId77"/>
              <a:stretch>
                <a:fillRect/>
              </a:stretch>
            </p:blipFill>
            <p:spPr>
              <a:xfrm>
                <a:off x="5776727" y="2445180"/>
                <a:ext cx="680173" cy="382597"/>
              </a:xfrm>
              <a:prstGeom prst="rect">
                <a:avLst/>
              </a:prstGeom>
              <a:ln w="3175">
                <a:solidFill>
                  <a:prstClr val="ltGray"/>
                </a:solidFill>
              </a:ln>
            </p:spPr>
          </p:pic>
        </mc:Fallback>
      </mc:AlternateContent>
      <mc:AlternateContent xmlns:mc="http://schemas.openxmlformats.org/markup-compatibility/2006" xmlns:pslz="http://schemas.microsoft.com/office/powerpoint/2016/slidezoom">
        <mc:Choice Requires="pslz">
          <p:graphicFrame>
            <p:nvGraphicFramePr>
              <p:cNvPr id="43" name="Slide Zoom 42">
                <a:extLst>
                  <a:ext uri="{FF2B5EF4-FFF2-40B4-BE49-F238E27FC236}">
                    <a16:creationId xmlns:a16="http://schemas.microsoft.com/office/drawing/2014/main" id="{626E69C4-FCDF-9D38-150E-E9B0529C12B7}"/>
                  </a:ext>
                </a:extLst>
              </p:cNvPr>
              <p:cNvGraphicFramePr>
                <a:graphicFrameLocks noChangeAspect="1"/>
              </p:cNvGraphicFramePr>
              <p:nvPr>
                <p:extLst>
                  <p:ext uri="{D42A27DB-BD31-4B8C-83A1-F6EECF244321}">
                    <p14:modId xmlns:p14="http://schemas.microsoft.com/office/powerpoint/2010/main" val="1480047720"/>
                  </p:ext>
                </p:extLst>
              </p:nvPr>
            </p:nvGraphicFramePr>
            <p:xfrm>
              <a:off x="5879721" y="5061791"/>
              <a:ext cx="722868" cy="406613"/>
            </p:xfrm>
            <a:graphic>
              <a:graphicData uri="http://schemas.microsoft.com/office/powerpoint/2016/slidezoom">
                <pslz:sldZm>
                  <pslz:sldZmObj sldId="293" cId="3730635162">
                    <pslz:zmPr id="{6C514167-2D31-4429-BB16-B4D2CF07D29F}" returnToParent="0" transitionDur="1000">
                      <p166:blipFill xmlns:p166="http://schemas.microsoft.com/office/powerpoint/2016/6/main">
                        <a:blip r:embed="rId78"/>
                        <a:stretch>
                          <a:fillRect/>
                        </a:stretch>
                      </p166:blipFill>
                      <p166:spPr xmlns:p166="http://schemas.microsoft.com/office/powerpoint/2016/6/main">
                        <a:xfrm>
                          <a:off x="0" y="0"/>
                          <a:ext cx="722868" cy="406613"/>
                        </a:xfrm>
                        <a:prstGeom prst="rect">
                          <a:avLst/>
                        </a:prstGeom>
                        <a:ln w="3175">
                          <a:solidFill>
                            <a:prstClr val="ltGray"/>
                          </a:solidFill>
                        </a:ln>
                      </p166:spPr>
                    </pslz:zmPr>
                  </pslz:sldZmObj>
                </pslz:sldZm>
              </a:graphicData>
            </a:graphic>
          </p:graphicFrame>
        </mc:Choice>
        <mc:Fallback xmlns="">
          <p:pic>
            <p:nvPicPr>
              <p:cNvPr id="43" name="Slide Zoom 42">
                <a:extLst>
                  <a:ext uri="{FF2B5EF4-FFF2-40B4-BE49-F238E27FC236}">
                    <a16:creationId xmlns:a16="http://schemas.microsoft.com/office/drawing/2014/main" id="{626E69C4-FCDF-9D38-150E-E9B0529C12B7}"/>
                  </a:ext>
                </a:extLst>
              </p:cNvPr>
              <p:cNvPicPr>
                <a:picLocks noGrp="1" noRot="1" noChangeAspect="1" noMove="1" noResize="1" noEditPoints="1" noAdjustHandles="1" noChangeArrowheads="1" noChangeShapeType="1"/>
              </p:cNvPicPr>
              <p:nvPr/>
            </p:nvPicPr>
            <p:blipFill>
              <a:blip r:embed="rId79"/>
              <a:stretch>
                <a:fillRect/>
              </a:stretch>
            </p:blipFill>
            <p:spPr>
              <a:xfrm>
                <a:off x="5879721" y="5061791"/>
                <a:ext cx="722868" cy="406613"/>
              </a:xfrm>
              <a:prstGeom prst="rect">
                <a:avLst/>
              </a:prstGeom>
              <a:ln w="3175">
                <a:solidFill>
                  <a:prstClr val="ltGray"/>
                </a:solidFill>
              </a:ln>
            </p:spPr>
          </p:pic>
        </mc:Fallback>
      </mc:AlternateContent>
      <mc:AlternateContent xmlns:mc="http://schemas.openxmlformats.org/markup-compatibility/2006" xmlns:pslz="http://schemas.microsoft.com/office/powerpoint/2016/slidezoom">
        <mc:Choice Requires="pslz">
          <p:graphicFrame>
            <p:nvGraphicFramePr>
              <p:cNvPr id="45" name="Slide Zoom 44">
                <a:extLst>
                  <a:ext uri="{FF2B5EF4-FFF2-40B4-BE49-F238E27FC236}">
                    <a16:creationId xmlns:a16="http://schemas.microsoft.com/office/drawing/2014/main" id="{3B2AEC8E-7745-734E-6A06-41682554B7BD}"/>
                  </a:ext>
                </a:extLst>
              </p:cNvPr>
              <p:cNvGraphicFramePr>
                <a:graphicFrameLocks noChangeAspect="1"/>
              </p:cNvGraphicFramePr>
              <p:nvPr>
                <p:extLst>
                  <p:ext uri="{D42A27DB-BD31-4B8C-83A1-F6EECF244321}">
                    <p14:modId xmlns:p14="http://schemas.microsoft.com/office/powerpoint/2010/main" val="4267901128"/>
                  </p:ext>
                </p:extLst>
              </p:nvPr>
            </p:nvGraphicFramePr>
            <p:xfrm>
              <a:off x="4834023" y="4424398"/>
              <a:ext cx="525376" cy="398969"/>
            </p:xfrm>
            <a:graphic>
              <a:graphicData uri="http://schemas.microsoft.com/office/powerpoint/2016/slidezoom">
                <pslz:sldZm>
                  <pslz:sldZmObj sldId="295" cId="1543057675">
                    <pslz:zmPr id="{4070E250-BA3F-4D12-9CA4-C315B7859707}" returnToParent="0" transitionDur="1000">
                      <p166:blipFill xmlns:p166="http://schemas.microsoft.com/office/powerpoint/2016/6/main">
                        <a:blip r:embed="rId80"/>
                        <a:stretch>
                          <a:fillRect/>
                        </a:stretch>
                      </p166:blipFill>
                      <p166:spPr xmlns:p166="http://schemas.microsoft.com/office/powerpoint/2016/6/main">
                        <a:xfrm>
                          <a:off x="0" y="0"/>
                          <a:ext cx="525376" cy="398969"/>
                        </a:xfrm>
                        <a:prstGeom prst="rect">
                          <a:avLst/>
                        </a:prstGeom>
                        <a:ln w="3175">
                          <a:solidFill>
                            <a:prstClr val="ltGray"/>
                          </a:solidFill>
                        </a:ln>
                      </p166:spPr>
                    </pslz:zmPr>
                  </pslz:sldZmObj>
                </pslz:sldZm>
              </a:graphicData>
            </a:graphic>
          </p:graphicFrame>
        </mc:Choice>
        <mc:Fallback xmlns="">
          <p:pic>
            <p:nvPicPr>
              <p:cNvPr id="45" name="Slide Zoom 44">
                <a:extLst>
                  <a:ext uri="{FF2B5EF4-FFF2-40B4-BE49-F238E27FC236}">
                    <a16:creationId xmlns:a16="http://schemas.microsoft.com/office/drawing/2014/main" id="{3B2AEC8E-7745-734E-6A06-41682554B7BD}"/>
                  </a:ext>
                </a:extLst>
              </p:cNvPr>
              <p:cNvPicPr>
                <a:picLocks noGrp="1" noRot="1" noChangeAspect="1" noMove="1" noResize="1" noEditPoints="1" noAdjustHandles="1" noChangeArrowheads="1" noChangeShapeType="1"/>
              </p:cNvPicPr>
              <p:nvPr/>
            </p:nvPicPr>
            <p:blipFill>
              <a:blip r:embed="rId81"/>
              <a:stretch>
                <a:fillRect/>
              </a:stretch>
            </p:blipFill>
            <p:spPr>
              <a:xfrm>
                <a:off x="4834023" y="4424398"/>
                <a:ext cx="525376" cy="398969"/>
              </a:xfrm>
              <a:prstGeom prst="rect">
                <a:avLst/>
              </a:prstGeom>
              <a:ln w="3175">
                <a:solidFill>
                  <a:prstClr val="ltGray"/>
                </a:solidFill>
              </a:ln>
            </p:spPr>
          </p:pic>
        </mc:Fallback>
      </mc:AlternateContent>
      <mc:AlternateContent xmlns:mc="http://schemas.openxmlformats.org/markup-compatibility/2006" xmlns:pslz="http://schemas.microsoft.com/office/powerpoint/2016/slidezoom">
        <mc:Choice Requires="pslz">
          <p:graphicFrame>
            <p:nvGraphicFramePr>
              <p:cNvPr id="48" name="Slide Zoom 47">
                <a:extLst>
                  <a:ext uri="{FF2B5EF4-FFF2-40B4-BE49-F238E27FC236}">
                    <a16:creationId xmlns:a16="http://schemas.microsoft.com/office/drawing/2014/main" id="{7FB31800-364D-4FB8-A756-E807643D6AD2}"/>
                  </a:ext>
                </a:extLst>
              </p:cNvPr>
              <p:cNvGraphicFramePr>
                <a:graphicFrameLocks noChangeAspect="1"/>
              </p:cNvGraphicFramePr>
              <p:nvPr>
                <p:extLst>
                  <p:ext uri="{D42A27DB-BD31-4B8C-83A1-F6EECF244321}">
                    <p14:modId xmlns:p14="http://schemas.microsoft.com/office/powerpoint/2010/main" val="820273189"/>
                  </p:ext>
                </p:extLst>
              </p:nvPr>
            </p:nvGraphicFramePr>
            <p:xfrm>
              <a:off x="6786797" y="5133690"/>
              <a:ext cx="1779172" cy="1000784"/>
            </p:xfrm>
            <a:graphic>
              <a:graphicData uri="http://schemas.microsoft.com/office/powerpoint/2016/slidezoom">
                <pslz:sldZm>
                  <pslz:sldZmObj sldId="297" cId="3560853432">
                    <pslz:zmPr id="{109B39C9-7D1F-4866-9B5E-24DF92EE4ED8}" returnToParent="0" transitionDur="1000">
                      <p166:blipFill xmlns:p166="http://schemas.microsoft.com/office/powerpoint/2016/6/main">
                        <a:blip r:embed="rId82"/>
                        <a:stretch>
                          <a:fillRect/>
                        </a:stretch>
                      </p166:blipFill>
                      <p166:spPr xmlns:p166="http://schemas.microsoft.com/office/powerpoint/2016/6/main">
                        <a:xfrm>
                          <a:off x="0" y="0"/>
                          <a:ext cx="1779172" cy="1000784"/>
                        </a:xfrm>
                        <a:prstGeom prst="rect">
                          <a:avLst/>
                        </a:prstGeom>
                        <a:ln w="3175">
                          <a:solidFill>
                            <a:prstClr val="ltGray"/>
                          </a:solidFill>
                        </a:ln>
                      </p166:spPr>
                    </pslz:zmPr>
                  </pslz:sldZmObj>
                </pslz:sldZm>
              </a:graphicData>
            </a:graphic>
          </p:graphicFrame>
        </mc:Choice>
        <mc:Fallback xmlns="">
          <p:pic>
            <p:nvPicPr>
              <p:cNvPr id="48" name="Slide Zoom 47">
                <a:extLst>
                  <a:ext uri="{FF2B5EF4-FFF2-40B4-BE49-F238E27FC236}">
                    <a16:creationId xmlns:a16="http://schemas.microsoft.com/office/drawing/2014/main" id="{7FB31800-364D-4FB8-A756-E807643D6AD2}"/>
                  </a:ext>
                </a:extLst>
              </p:cNvPr>
              <p:cNvPicPr>
                <a:picLocks noGrp="1" noRot="1" noChangeAspect="1" noMove="1" noResize="1" noEditPoints="1" noAdjustHandles="1" noChangeArrowheads="1" noChangeShapeType="1"/>
              </p:cNvPicPr>
              <p:nvPr/>
            </p:nvPicPr>
            <p:blipFill>
              <a:blip r:embed="rId83"/>
              <a:stretch>
                <a:fillRect/>
              </a:stretch>
            </p:blipFill>
            <p:spPr>
              <a:xfrm>
                <a:off x="6786797" y="5133690"/>
                <a:ext cx="1779172" cy="1000784"/>
              </a:xfrm>
              <a:prstGeom prst="rect">
                <a:avLst/>
              </a:prstGeom>
              <a:ln w="3175">
                <a:solidFill>
                  <a:prstClr val="ltGray"/>
                </a:solidFill>
              </a:ln>
            </p:spPr>
          </p:pic>
        </mc:Fallback>
      </mc:AlternateContent>
      <mc:AlternateContent xmlns:mc="http://schemas.openxmlformats.org/markup-compatibility/2006" xmlns:pslz="http://schemas.microsoft.com/office/powerpoint/2016/slidezoom">
        <mc:Choice Requires="pslz">
          <p:graphicFrame>
            <p:nvGraphicFramePr>
              <p:cNvPr id="51" name="Slide Zoom 50">
                <a:extLst>
                  <a:ext uri="{FF2B5EF4-FFF2-40B4-BE49-F238E27FC236}">
                    <a16:creationId xmlns:a16="http://schemas.microsoft.com/office/drawing/2014/main" id="{47BBE4B7-829D-0994-1062-4CB06899FB8F}"/>
                  </a:ext>
                </a:extLst>
              </p:cNvPr>
              <p:cNvGraphicFramePr>
                <a:graphicFrameLocks noChangeAspect="1"/>
              </p:cNvGraphicFramePr>
              <p:nvPr>
                <p:extLst>
                  <p:ext uri="{D42A27DB-BD31-4B8C-83A1-F6EECF244321}">
                    <p14:modId xmlns:p14="http://schemas.microsoft.com/office/powerpoint/2010/main" val="3631639903"/>
                  </p:ext>
                </p:extLst>
              </p:nvPr>
            </p:nvGraphicFramePr>
            <p:xfrm>
              <a:off x="8718264" y="5130958"/>
              <a:ext cx="407962" cy="229479"/>
            </p:xfrm>
            <a:graphic>
              <a:graphicData uri="http://schemas.microsoft.com/office/powerpoint/2016/slidezoom">
                <pslz:sldZm>
                  <pslz:sldZmObj sldId="298" cId="2997552615">
                    <pslz:zmPr id="{2152409B-4FEA-4E09-B206-970BA0850262}" returnToParent="0" transitionDur="1000">
                      <p166:blipFill xmlns:p166="http://schemas.microsoft.com/office/powerpoint/2016/6/main">
                        <a:blip r:embed="rId84"/>
                        <a:stretch>
                          <a:fillRect/>
                        </a:stretch>
                      </p166:blipFill>
                      <p166:spPr xmlns:p166="http://schemas.microsoft.com/office/powerpoint/2016/6/main">
                        <a:xfrm>
                          <a:off x="0" y="0"/>
                          <a:ext cx="407962" cy="229479"/>
                        </a:xfrm>
                        <a:prstGeom prst="rect">
                          <a:avLst/>
                        </a:prstGeom>
                        <a:ln w="3175">
                          <a:solidFill>
                            <a:prstClr val="ltGray"/>
                          </a:solidFill>
                        </a:ln>
                      </p166:spPr>
                    </pslz:zmPr>
                  </pslz:sldZmObj>
                </pslz:sldZm>
              </a:graphicData>
            </a:graphic>
          </p:graphicFrame>
        </mc:Choice>
        <mc:Fallback xmlns="">
          <p:pic>
            <p:nvPicPr>
              <p:cNvPr id="51" name="Slide Zoom 50">
                <a:extLst>
                  <a:ext uri="{FF2B5EF4-FFF2-40B4-BE49-F238E27FC236}">
                    <a16:creationId xmlns:a16="http://schemas.microsoft.com/office/drawing/2014/main" id="{47BBE4B7-829D-0994-1062-4CB06899FB8F}"/>
                  </a:ext>
                </a:extLst>
              </p:cNvPr>
              <p:cNvPicPr>
                <a:picLocks noGrp="1" noRot="1" noChangeAspect="1" noMove="1" noResize="1" noEditPoints="1" noAdjustHandles="1" noChangeArrowheads="1" noChangeShapeType="1"/>
              </p:cNvPicPr>
              <p:nvPr/>
            </p:nvPicPr>
            <p:blipFill>
              <a:blip r:embed="rId85"/>
              <a:stretch>
                <a:fillRect/>
              </a:stretch>
            </p:blipFill>
            <p:spPr>
              <a:xfrm>
                <a:off x="8718264" y="5130958"/>
                <a:ext cx="407962" cy="229479"/>
              </a:xfrm>
              <a:prstGeom prst="rect">
                <a:avLst/>
              </a:prstGeom>
              <a:ln w="3175">
                <a:solidFill>
                  <a:prstClr val="ltGray"/>
                </a:solidFill>
              </a:ln>
            </p:spPr>
          </p:pic>
        </mc:Fallback>
      </mc:AlternateContent>
      <mc:AlternateContent xmlns:mc="http://schemas.openxmlformats.org/markup-compatibility/2006" xmlns:pslz="http://schemas.microsoft.com/office/powerpoint/2016/slidezoom">
        <mc:Choice Requires="pslz">
          <p:graphicFrame>
            <p:nvGraphicFramePr>
              <p:cNvPr id="55" name="Slide Zoom 54">
                <a:extLst>
                  <a:ext uri="{FF2B5EF4-FFF2-40B4-BE49-F238E27FC236}">
                    <a16:creationId xmlns:a16="http://schemas.microsoft.com/office/drawing/2014/main" id="{39AE56CB-6A0F-914A-1AFD-0F9C8CB65FB7}"/>
                  </a:ext>
                </a:extLst>
              </p:cNvPr>
              <p:cNvGraphicFramePr>
                <a:graphicFrameLocks noChangeAspect="1"/>
              </p:cNvGraphicFramePr>
              <p:nvPr>
                <p:extLst>
                  <p:ext uri="{D42A27DB-BD31-4B8C-83A1-F6EECF244321}">
                    <p14:modId xmlns:p14="http://schemas.microsoft.com/office/powerpoint/2010/main" val="3776881367"/>
                  </p:ext>
                </p:extLst>
              </p:nvPr>
            </p:nvGraphicFramePr>
            <p:xfrm>
              <a:off x="8712884" y="5481616"/>
              <a:ext cx="407962" cy="229478"/>
            </p:xfrm>
            <a:graphic>
              <a:graphicData uri="http://schemas.microsoft.com/office/powerpoint/2016/slidezoom">
                <pslz:sldZm>
                  <pslz:sldZmObj sldId="299" cId="767322586">
                    <pslz:zmPr id="{9EFA1258-A655-4FA2-B0DD-4E1F2430D2D0}" returnToParent="0" transitionDur="1000">
                      <p166:blipFill xmlns:p166="http://schemas.microsoft.com/office/powerpoint/2016/6/main">
                        <a:blip r:embed="rId86"/>
                        <a:stretch>
                          <a:fillRect/>
                        </a:stretch>
                      </p166:blipFill>
                      <p166:spPr xmlns:p166="http://schemas.microsoft.com/office/powerpoint/2016/6/main">
                        <a:xfrm>
                          <a:off x="0" y="0"/>
                          <a:ext cx="407962" cy="229478"/>
                        </a:xfrm>
                        <a:prstGeom prst="rect">
                          <a:avLst/>
                        </a:prstGeom>
                        <a:ln w="3175">
                          <a:solidFill>
                            <a:prstClr val="ltGray"/>
                          </a:solidFill>
                        </a:ln>
                      </p166:spPr>
                    </pslz:zmPr>
                  </pslz:sldZmObj>
                </pslz:sldZm>
              </a:graphicData>
            </a:graphic>
          </p:graphicFrame>
        </mc:Choice>
        <mc:Fallback xmlns="">
          <p:pic>
            <p:nvPicPr>
              <p:cNvPr id="55" name="Slide Zoom 54">
                <a:extLst>
                  <a:ext uri="{FF2B5EF4-FFF2-40B4-BE49-F238E27FC236}">
                    <a16:creationId xmlns:a16="http://schemas.microsoft.com/office/drawing/2014/main" id="{39AE56CB-6A0F-914A-1AFD-0F9C8CB65FB7}"/>
                  </a:ext>
                </a:extLst>
              </p:cNvPr>
              <p:cNvPicPr>
                <a:picLocks noGrp="1" noRot="1" noChangeAspect="1" noMove="1" noResize="1" noEditPoints="1" noAdjustHandles="1" noChangeArrowheads="1" noChangeShapeType="1"/>
              </p:cNvPicPr>
              <p:nvPr/>
            </p:nvPicPr>
            <p:blipFill>
              <a:blip r:embed="rId87"/>
              <a:stretch>
                <a:fillRect/>
              </a:stretch>
            </p:blipFill>
            <p:spPr>
              <a:xfrm>
                <a:off x="8712884" y="5481616"/>
                <a:ext cx="407962" cy="229478"/>
              </a:xfrm>
              <a:prstGeom prst="rect">
                <a:avLst/>
              </a:prstGeom>
              <a:ln w="3175">
                <a:solidFill>
                  <a:prstClr val="ltGray"/>
                </a:solidFill>
              </a:ln>
            </p:spPr>
          </p:pic>
        </mc:Fallback>
      </mc:AlternateContent>
      <mc:AlternateContent xmlns:mc="http://schemas.openxmlformats.org/markup-compatibility/2006" xmlns:pslz="http://schemas.microsoft.com/office/powerpoint/2016/slidezoom">
        <mc:Choice Requires="pslz">
          <p:graphicFrame>
            <p:nvGraphicFramePr>
              <p:cNvPr id="59" name="Slide Zoom 58">
                <a:extLst>
                  <a:ext uri="{FF2B5EF4-FFF2-40B4-BE49-F238E27FC236}">
                    <a16:creationId xmlns:a16="http://schemas.microsoft.com/office/drawing/2014/main" id="{183D231F-1FDE-7EE6-2EC6-423CEDACD1A2}"/>
                  </a:ext>
                </a:extLst>
              </p:cNvPr>
              <p:cNvGraphicFramePr>
                <a:graphicFrameLocks noChangeAspect="1"/>
              </p:cNvGraphicFramePr>
              <p:nvPr>
                <p:extLst>
                  <p:ext uri="{D42A27DB-BD31-4B8C-83A1-F6EECF244321}">
                    <p14:modId xmlns:p14="http://schemas.microsoft.com/office/powerpoint/2010/main" val="761742192"/>
                  </p:ext>
                </p:extLst>
              </p:nvPr>
            </p:nvGraphicFramePr>
            <p:xfrm>
              <a:off x="8724138" y="5794992"/>
              <a:ext cx="396708" cy="266348"/>
            </p:xfrm>
            <a:graphic>
              <a:graphicData uri="http://schemas.microsoft.com/office/powerpoint/2016/slidezoom">
                <pslz:sldZm>
                  <pslz:sldZmObj sldId="300" cId="1871225502">
                    <pslz:zmPr id="{46761202-7D0B-4FC9-BB7E-3D62168680F8}" returnToParent="0" transitionDur="1000">
                      <p166:blipFill xmlns:p166="http://schemas.microsoft.com/office/powerpoint/2016/6/main">
                        <a:blip r:embed="rId88"/>
                        <a:stretch>
                          <a:fillRect/>
                        </a:stretch>
                      </p166:blipFill>
                      <p166:spPr xmlns:p166="http://schemas.microsoft.com/office/powerpoint/2016/6/main">
                        <a:xfrm>
                          <a:off x="0" y="0"/>
                          <a:ext cx="396708" cy="266348"/>
                        </a:xfrm>
                        <a:prstGeom prst="rect">
                          <a:avLst/>
                        </a:prstGeom>
                        <a:ln w="3175">
                          <a:solidFill>
                            <a:prstClr val="ltGray"/>
                          </a:solidFill>
                        </a:ln>
                      </p166:spPr>
                    </pslz:zmPr>
                  </pslz:sldZmObj>
                </pslz:sldZm>
              </a:graphicData>
            </a:graphic>
          </p:graphicFrame>
        </mc:Choice>
        <mc:Fallback xmlns="">
          <p:pic>
            <p:nvPicPr>
              <p:cNvPr id="59" name="Slide Zoom 58">
                <a:extLst>
                  <a:ext uri="{FF2B5EF4-FFF2-40B4-BE49-F238E27FC236}">
                    <a16:creationId xmlns:a16="http://schemas.microsoft.com/office/drawing/2014/main" id="{183D231F-1FDE-7EE6-2EC6-423CEDACD1A2}"/>
                  </a:ext>
                </a:extLst>
              </p:cNvPr>
              <p:cNvPicPr>
                <a:picLocks noGrp="1" noRot="1" noChangeAspect="1" noMove="1" noResize="1" noEditPoints="1" noAdjustHandles="1" noChangeArrowheads="1" noChangeShapeType="1"/>
              </p:cNvPicPr>
              <p:nvPr/>
            </p:nvPicPr>
            <p:blipFill>
              <a:blip r:embed="rId89"/>
              <a:stretch>
                <a:fillRect/>
              </a:stretch>
            </p:blipFill>
            <p:spPr>
              <a:xfrm>
                <a:off x="8724138" y="5794992"/>
                <a:ext cx="396708" cy="266348"/>
              </a:xfrm>
              <a:prstGeom prst="rect">
                <a:avLst/>
              </a:prstGeom>
              <a:ln w="3175">
                <a:solidFill>
                  <a:prstClr val="ltGray"/>
                </a:solidFill>
              </a:ln>
            </p:spPr>
          </p:pic>
        </mc:Fallback>
      </mc:AlternateContent>
      <mc:AlternateContent xmlns:mc="http://schemas.openxmlformats.org/markup-compatibility/2006" xmlns:pslz="http://schemas.microsoft.com/office/powerpoint/2016/slidezoom">
        <mc:Choice Requires="pslz">
          <p:graphicFrame>
            <p:nvGraphicFramePr>
              <p:cNvPr id="63" name="Slide Zoom 62">
                <a:extLst>
                  <a:ext uri="{FF2B5EF4-FFF2-40B4-BE49-F238E27FC236}">
                    <a16:creationId xmlns:a16="http://schemas.microsoft.com/office/drawing/2014/main" id="{B6A4F270-AFB3-E5D2-3C92-CEB0908B2A1B}"/>
                  </a:ext>
                </a:extLst>
              </p:cNvPr>
              <p:cNvGraphicFramePr>
                <a:graphicFrameLocks noChangeAspect="1"/>
              </p:cNvGraphicFramePr>
              <p:nvPr>
                <p:extLst>
                  <p:ext uri="{D42A27DB-BD31-4B8C-83A1-F6EECF244321}">
                    <p14:modId xmlns:p14="http://schemas.microsoft.com/office/powerpoint/2010/main" val="2884410578"/>
                  </p:ext>
                </p:extLst>
              </p:nvPr>
            </p:nvGraphicFramePr>
            <p:xfrm>
              <a:off x="6620114" y="2588004"/>
              <a:ext cx="475935" cy="267713"/>
            </p:xfrm>
            <a:graphic>
              <a:graphicData uri="http://schemas.microsoft.com/office/powerpoint/2016/slidezoom">
                <pslz:sldZm>
                  <pslz:sldZmObj sldId="301" cId="1283517362">
                    <pslz:zmPr id="{E56304CC-0757-43A7-AA0E-25873199B374}" returnToParent="0" transitionDur="1000">
                      <p166:blipFill xmlns:p166="http://schemas.microsoft.com/office/powerpoint/2016/6/main">
                        <a:blip r:embed="rId90"/>
                        <a:stretch>
                          <a:fillRect/>
                        </a:stretch>
                      </p166:blipFill>
                      <p166:spPr xmlns:p166="http://schemas.microsoft.com/office/powerpoint/2016/6/main">
                        <a:xfrm>
                          <a:off x="0" y="0"/>
                          <a:ext cx="475935" cy="267713"/>
                        </a:xfrm>
                        <a:prstGeom prst="rect">
                          <a:avLst/>
                        </a:prstGeom>
                        <a:ln w="3175">
                          <a:solidFill>
                            <a:prstClr val="ltGray"/>
                          </a:solidFill>
                        </a:ln>
                      </p166:spPr>
                    </pslz:zmPr>
                  </pslz:sldZmObj>
                </pslz:sldZm>
              </a:graphicData>
            </a:graphic>
          </p:graphicFrame>
        </mc:Choice>
        <mc:Fallback xmlns="">
          <p:pic>
            <p:nvPicPr>
              <p:cNvPr id="63" name="Slide Zoom 62">
                <a:extLst>
                  <a:ext uri="{FF2B5EF4-FFF2-40B4-BE49-F238E27FC236}">
                    <a16:creationId xmlns:a16="http://schemas.microsoft.com/office/drawing/2014/main" id="{B6A4F270-AFB3-E5D2-3C92-CEB0908B2A1B}"/>
                  </a:ext>
                </a:extLst>
              </p:cNvPr>
              <p:cNvPicPr>
                <a:picLocks noGrp="1" noRot="1" noChangeAspect="1" noMove="1" noResize="1" noEditPoints="1" noAdjustHandles="1" noChangeArrowheads="1" noChangeShapeType="1"/>
              </p:cNvPicPr>
              <p:nvPr/>
            </p:nvPicPr>
            <p:blipFill>
              <a:blip r:embed="rId91"/>
              <a:stretch>
                <a:fillRect/>
              </a:stretch>
            </p:blipFill>
            <p:spPr>
              <a:xfrm>
                <a:off x="6620114" y="2588004"/>
                <a:ext cx="475935" cy="267713"/>
              </a:xfrm>
              <a:prstGeom prst="rect">
                <a:avLst/>
              </a:prstGeom>
              <a:ln w="3175">
                <a:solidFill>
                  <a:prstClr val="ltGray"/>
                </a:solidFill>
              </a:ln>
            </p:spPr>
          </p:pic>
        </mc:Fallback>
      </mc:AlternateContent>
      <mc:AlternateContent xmlns:mc="http://schemas.openxmlformats.org/markup-compatibility/2006" xmlns:pslz="http://schemas.microsoft.com/office/powerpoint/2016/slidezoom">
        <mc:Choice Requires="pslz">
          <p:graphicFrame>
            <p:nvGraphicFramePr>
              <p:cNvPr id="131" name="Slide Zoom 130">
                <a:extLst>
                  <a:ext uri="{FF2B5EF4-FFF2-40B4-BE49-F238E27FC236}">
                    <a16:creationId xmlns:a16="http://schemas.microsoft.com/office/drawing/2014/main" id="{36A2AE86-B753-2615-A573-652E5C57866B}"/>
                  </a:ext>
                </a:extLst>
              </p:cNvPr>
              <p:cNvGraphicFramePr>
                <a:graphicFrameLocks noChangeAspect="1"/>
              </p:cNvGraphicFramePr>
              <p:nvPr>
                <p:extLst>
                  <p:ext uri="{D42A27DB-BD31-4B8C-83A1-F6EECF244321}">
                    <p14:modId xmlns:p14="http://schemas.microsoft.com/office/powerpoint/2010/main" val="453068160"/>
                  </p:ext>
                </p:extLst>
              </p:nvPr>
            </p:nvGraphicFramePr>
            <p:xfrm>
              <a:off x="6989422" y="3769986"/>
              <a:ext cx="1923403" cy="997501"/>
            </p:xfrm>
            <a:graphic>
              <a:graphicData uri="http://schemas.microsoft.com/office/powerpoint/2016/slidezoom">
                <pslz:sldZm>
                  <pslz:sldZmObj sldId="302" cId="1008683781">
                    <pslz:zmPr id="{CD83468B-48A4-45EF-B066-718B80E3AB8B}" returnToParent="0" transitionDur="1000">
                      <p166:blipFill xmlns:p166="http://schemas.microsoft.com/office/powerpoint/2016/6/main">
                        <a:blip r:embed="rId92"/>
                        <a:stretch>
                          <a:fillRect/>
                        </a:stretch>
                      </p166:blipFill>
                      <p166:spPr xmlns:p166="http://schemas.microsoft.com/office/powerpoint/2016/6/main">
                        <a:xfrm>
                          <a:off x="0" y="0"/>
                          <a:ext cx="1923403" cy="997501"/>
                        </a:xfrm>
                        <a:prstGeom prst="rect">
                          <a:avLst/>
                        </a:prstGeom>
                        <a:ln w="3175">
                          <a:solidFill>
                            <a:prstClr val="ltGray"/>
                          </a:solidFill>
                        </a:ln>
                      </p166:spPr>
                    </pslz:zmPr>
                  </pslz:sldZmObj>
                </pslz:sldZm>
              </a:graphicData>
            </a:graphic>
          </p:graphicFrame>
        </mc:Choice>
        <mc:Fallback xmlns="">
          <p:pic>
            <p:nvPicPr>
              <p:cNvPr id="131" name="Slide Zoom 130">
                <a:extLst>
                  <a:ext uri="{FF2B5EF4-FFF2-40B4-BE49-F238E27FC236}">
                    <a16:creationId xmlns:a16="http://schemas.microsoft.com/office/drawing/2014/main" id="{36A2AE86-B753-2615-A573-652E5C57866B}"/>
                  </a:ext>
                </a:extLst>
              </p:cNvPr>
              <p:cNvPicPr>
                <a:picLocks noGrp="1" noRot="1" noChangeAspect="1" noMove="1" noResize="1" noEditPoints="1" noAdjustHandles="1" noChangeArrowheads="1" noChangeShapeType="1"/>
              </p:cNvPicPr>
              <p:nvPr/>
            </p:nvPicPr>
            <p:blipFill>
              <a:blip r:embed="rId93"/>
              <a:stretch>
                <a:fillRect/>
              </a:stretch>
            </p:blipFill>
            <p:spPr>
              <a:xfrm>
                <a:off x="6989422" y="3769986"/>
                <a:ext cx="1923403" cy="997501"/>
              </a:xfrm>
              <a:prstGeom prst="rect">
                <a:avLst/>
              </a:prstGeom>
              <a:ln w="3175">
                <a:solidFill>
                  <a:prstClr val="ltGray"/>
                </a:solidFill>
              </a:ln>
            </p:spPr>
          </p:pic>
        </mc:Fallback>
      </mc:AlternateContent>
      <mc:AlternateContent xmlns:mc="http://schemas.openxmlformats.org/markup-compatibility/2006" xmlns:pslz="http://schemas.microsoft.com/office/powerpoint/2016/slidezoom">
        <mc:Choice Requires="pslz">
          <p:graphicFrame>
            <p:nvGraphicFramePr>
              <p:cNvPr id="136" name="Slide Zoom 135">
                <a:extLst>
                  <a:ext uri="{FF2B5EF4-FFF2-40B4-BE49-F238E27FC236}">
                    <a16:creationId xmlns:a16="http://schemas.microsoft.com/office/drawing/2014/main" id="{EC1A9737-F1FC-BCDE-DA32-3FDB1A7B2E6A}"/>
                  </a:ext>
                </a:extLst>
              </p:cNvPr>
              <p:cNvGraphicFramePr>
                <a:graphicFrameLocks noChangeAspect="1"/>
              </p:cNvGraphicFramePr>
              <p:nvPr>
                <p:extLst>
                  <p:ext uri="{D42A27DB-BD31-4B8C-83A1-F6EECF244321}">
                    <p14:modId xmlns:p14="http://schemas.microsoft.com/office/powerpoint/2010/main" val="3747273566"/>
                  </p:ext>
                </p:extLst>
              </p:nvPr>
            </p:nvGraphicFramePr>
            <p:xfrm>
              <a:off x="7061385" y="3375309"/>
              <a:ext cx="397728" cy="226365"/>
            </p:xfrm>
            <a:graphic>
              <a:graphicData uri="http://schemas.microsoft.com/office/powerpoint/2016/slidezoom">
                <pslz:sldZm>
                  <pslz:sldZmObj sldId="303" cId="3060995192">
                    <pslz:zmPr id="{1AB178A8-B59D-4FE2-8983-C11D9DE01DC8}" returnToParent="0" transitionDur="1000">
                      <p166:blipFill xmlns:p166="http://schemas.microsoft.com/office/powerpoint/2016/6/main">
                        <a:blip r:embed="rId94"/>
                        <a:stretch>
                          <a:fillRect/>
                        </a:stretch>
                      </p166:blipFill>
                      <p166:spPr xmlns:p166="http://schemas.microsoft.com/office/powerpoint/2016/6/main">
                        <a:xfrm>
                          <a:off x="0" y="0"/>
                          <a:ext cx="397728" cy="226365"/>
                        </a:xfrm>
                        <a:prstGeom prst="rect">
                          <a:avLst/>
                        </a:prstGeom>
                        <a:ln w="3175">
                          <a:solidFill>
                            <a:prstClr val="ltGray"/>
                          </a:solidFill>
                        </a:ln>
                      </p166:spPr>
                    </pslz:zmPr>
                  </pslz:sldZmObj>
                </pslz:sldZm>
              </a:graphicData>
            </a:graphic>
          </p:graphicFrame>
        </mc:Choice>
        <mc:Fallback xmlns="">
          <p:pic>
            <p:nvPicPr>
              <p:cNvPr id="136" name="Slide Zoom 135">
                <a:extLst>
                  <a:ext uri="{FF2B5EF4-FFF2-40B4-BE49-F238E27FC236}">
                    <a16:creationId xmlns:a16="http://schemas.microsoft.com/office/drawing/2014/main" id="{EC1A9737-F1FC-BCDE-DA32-3FDB1A7B2E6A}"/>
                  </a:ext>
                </a:extLst>
              </p:cNvPr>
              <p:cNvPicPr>
                <a:picLocks noGrp="1" noRot="1" noChangeAspect="1" noMove="1" noResize="1" noEditPoints="1" noAdjustHandles="1" noChangeArrowheads="1" noChangeShapeType="1"/>
              </p:cNvPicPr>
              <p:nvPr/>
            </p:nvPicPr>
            <p:blipFill>
              <a:blip r:embed="rId95"/>
              <a:stretch>
                <a:fillRect/>
              </a:stretch>
            </p:blipFill>
            <p:spPr>
              <a:xfrm>
                <a:off x="7061385" y="3375309"/>
                <a:ext cx="397728" cy="226365"/>
              </a:xfrm>
              <a:prstGeom prst="rect">
                <a:avLst/>
              </a:prstGeom>
              <a:ln w="3175">
                <a:solidFill>
                  <a:prstClr val="ltGray"/>
                </a:solidFill>
              </a:ln>
            </p:spPr>
          </p:pic>
        </mc:Fallback>
      </mc:AlternateContent>
      <mc:AlternateContent xmlns:mc="http://schemas.openxmlformats.org/markup-compatibility/2006" xmlns:pslz="http://schemas.microsoft.com/office/powerpoint/2016/slidezoom">
        <mc:Choice Requires="pslz">
          <p:graphicFrame>
            <p:nvGraphicFramePr>
              <p:cNvPr id="139" name="Slide Zoom 138">
                <a:extLst>
                  <a:ext uri="{FF2B5EF4-FFF2-40B4-BE49-F238E27FC236}">
                    <a16:creationId xmlns:a16="http://schemas.microsoft.com/office/drawing/2014/main" id="{1363F9F3-A8CD-70D0-A719-284E658A4017}"/>
                  </a:ext>
                </a:extLst>
              </p:cNvPr>
              <p:cNvGraphicFramePr>
                <a:graphicFrameLocks noChangeAspect="1"/>
              </p:cNvGraphicFramePr>
              <p:nvPr>
                <p:extLst>
                  <p:ext uri="{D42A27DB-BD31-4B8C-83A1-F6EECF244321}">
                    <p14:modId xmlns:p14="http://schemas.microsoft.com/office/powerpoint/2010/main" val="3923821154"/>
                  </p:ext>
                </p:extLst>
              </p:nvPr>
            </p:nvGraphicFramePr>
            <p:xfrm>
              <a:off x="7539990" y="3369587"/>
              <a:ext cx="375285" cy="226365"/>
            </p:xfrm>
            <a:graphic>
              <a:graphicData uri="http://schemas.microsoft.com/office/powerpoint/2016/slidezoom">
                <pslz:sldZm>
                  <pslz:sldZmObj sldId="312" cId="3641688937">
                    <pslz:zmPr id="{E520A952-6C10-4340-BF11-6036CBCF8589}" returnToParent="0" transitionDur="1000">
                      <p166:blipFill xmlns:p166="http://schemas.microsoft.com/office/powerpoint/2016/6/main">
                        <a:blip r:embed="rId96"/>
                        <a:stretch>
                          <a:fillRect/>
                        </a:stretch>
                      </p166:blipFill>
                      <p166:spPr xmlns:p166="http://schemas.microsoft.com/office/powerpoint/2016/6/main">
                        <a:xfrm>
                          <a:off x="0" y="0"/>
                          <a:ext cx="375285" cy="226365"/>
                        </a:xfrm>
                        <a:prstGeom prst="rect">
                          <a:avLst/>
                        </a:prstGeom>
                        <a:ln w="3175">
                          <a:solidFill>
                            <a:prstClr val="ltGray"/>
                          </a:solidFill>
                        </a:ln>
                      </p166:spPr>
                    </pslz:zmPr>
                  </pslz:sldZmObj>
                </pslz:sldZm>
              </a:graphicData>
            </a:graphic>
          </p:graphicFrame>
        </mc:Choice>
        <mc:Fallback xmlns="">
          <p:pic>
            <p:nvPicPr>
              <p:cNvPr id="139" name="Slide Zoom 138">
                <a:extLst>
                  <a:ext uri="{FF2B5EF4-FFF2-40B4-BE49-F238E27FC236}">
                    <a16:creationId xmlns:a16="http://schemas.microsoft.com/office/drawing/2014/main" id="{1363F9F3-A8CD-70D0-A719-284E658A4017}"/>
                  </a:ext>
                </a:extLst>
              </p:cNvPr>
              <p:cNvPicPr>
                <a:picLocks noGrp="1" noRot="1" noChangeAspect="1" noMove="1" noResize="1" noEditPoints="1" noAdjustHandles="1" noChangeArrowheads="1" noChangeShapeType="1"/>
              </p:cNvPicPr>
              <p:nvPr/>
            </p:nvPicPr>
            <p:blipFill>
              <a:blip r:embed="rId97"/>
              <a:stretch>
                <a:fillRect/>
              </a:stretch>
            </p:blipFill>
            <p:spPr>
              <a:xfrm>
                <a:off x="7539990" y="3369587"/>
                <a:ext cx="375285" cy="226365"/>
              </a:xfrm>
              <a:prstGeom prst="rect">
                <a:avLst/>
              </a:prstGeom>
              <a:ln w="3175">
                <a:solidFill>
                  <a:prstClr val="ltGray"/>
                </a:solidFill>
              </a:ln>
            </p:spPr>
          </p:pic>
        </mc:Fallback>
      </mc:AlternateContent>
      <mc:AlternateContent xmlns:mc="http://schemas.openxmlformats.org/markup-compatibility/2006" xmlns:pslz="http://schemas.microsoft.com/office/powerpoint/2016/slidezoom">
        <mc:Choice Requires="pslz">
          <p:graphicFrame>
            <p:nvGraphicFramePr>
              <p:cNvPr id="141" name="Slide Zoom 140">
                <a:extLst>
                  <a:ext uri="{FF2B5EF4-FFF2-40B4-BE49-F238E27FC236}">
                    <a16:creationId xmlns:a16="http://schemas.microsoft.com/office/drawing/2014/main" id="{40B138AC-9860-8F43-0BBA-A812FE60A770}"/>
                  </a:ext>
                </a:extLst>
              </p:cNvPr>
              <p:cNvGraphicFramePr>
                <a:graphicFrameLocks noChangeAspect="1"/>
              </p:cNvGraphicFramePr>
              <p:nvPr>
                <p:extLst>
                  <p:ext uri="{D42A27DB-BD31-4B8C-83A1-F6EECF244321}">
                    <p14:modId xmlns:p14="http://schemas.microsoft.com/office/powerpoint/2010/main" val="4198248722"/>
                  </p:ext>
                </p:extLst>
              </p:nvPr>
            </p:nvGraphicFramePr>
            <p:xfrm>
              <a:off x="7992283" y="3369496"/>
              <a:ext cx="397728" cy="221001"/>
            </p:xfrm>
            <a:graphic>
              <a:graphicData uri="http://schemas.microsoft.com/office/powerpoint/2016/slidezoom">
                <pslz:sldZm>
                  <pslz:sldZmObj sldId="313" cId="3648893393">
                    <pslz:zmPr id="{B9B8C240-B057-4EF1-8852-49E8D06942CE}" returnToParent="0" transitionDur="1000">
                      <p166:blipFill xmlns:p166="http://schemas.microsoft.com/office/powerpoint/2016/6/main">
                        <a:blip r:embed="rId98"/>
                        <a:stretch>
                          <a:fillRect/>
                        </a:stretch>
                      </p166:blipFill>
                      <p166:spPr xmlns:p166="http://schemas.microsoft.com/office/powerpoint/2016/6/main">
                        <a:xfrm>
                          <a:off x="0" y="0"/>
                          <a:ext cx="397728" cy="221001"/>
                        </a:xfrm>
                        <a:prstGeom prst="rect">
                          <a:avLst/>
                        </a:prstGeom>
                        <a:ln w="3175">
                          <a:solidFill>
                            <a:prstClr val="ltGray"/>
                          </a:solidFill>
                        </a:ln>
                      </p166:spPr>
                    </pslz:zmPr>
                  </pslz:sldZmObj>
                </pslz:sldZm>
              </a:graphicData>
            </a:graphic>
          </p:graphicFrame>
        </mc:Choice>
        <mc:Fallback xmlns="">
          <p:pic>
            <p:nvPicPr>
              <p:cNvPr id="141" name="Slide Zoom 140">
                <a:extLst>
                  <a:ext uri="{FF2B5EF4-FFF2-40B4-BE49-F238E27FC236}">
                    <a16:creationId xmlns:a16="http://schemas.microsoft.com/office/drawing/2014/main" id="{40B138AC-9860-8F43-0BBA-A812FE60A770}"/>
                  </a:ext>
                </a:extLst>
              </p:cNvPr>
              <p:cNvPicPr>
                <a:picLocks noGrp="1" noRot="1" noChangeAspect="1" noMove="1" noResize="1" noEditPoints="1" noAdjustHandles="1" noChangeArrowheads="1" noChangeShapeType="1"/>
              </p:cNvPicPr>
              <p:nvPr/>
            </p:nvPicPr>
            <p:blipFill>
              <a:blip r:embed="rId99"/>
              <a:stretch>
                <a:fillRect/>
              </a:stretch>
            </p:blipFill>
            <p:spPr>
              <a:xfrm>
                <a:off x="7992283" y="3369496"/>
                <a:ext cx="397728" cy="221001"/>
              </a:xfrm>
              <a:prstGeom prst="rect">
                <a:avLst/>
              </a:prstGeom>
              <a:ln w="3175">
                <a:solidFill>
                  <a:prstClr val="ltGray"/>
                </a:solidFill>
              </a:ln>
            </p:spPr>
          </p:pic>
        </mc:Fallback>
      </mc:AlternateContent>
      <mc:AlternateContent xmlns:mc="http://schemas.openxmlformats.org/markup-compatibility/2006" xmlns:pslz="http://schemas.microsoft.com/office/powerpoint/2016/slidezoom">
        <mc:Choice Requires="pslz">
          <p:graphicFrame>
            <p:nvGraphicFramePr>
              <p:cNvPr id="143" name="Slide Zoom 142">
                <a:extLst>
                  <a:ext uri="{FF2B5EF4-FFF2-40B4-BE49-F238E27FC236}">
                    <a16:creationId xmlns:a16="http://schemas.microsoft.com/office/drawing/2014/main" id="{120DFC94-A9DD-8500-24B2-EAD6C8D5BE2E}"/>
                  </a:ext>
                </a:extLst>
              </p:cNvPr>
              <p:cNvGraphicFramePr>
                <a:graphicFrameLocks noChangeAspect="1"/>
              </p:cNvGraphicFramePr>
              <p:nvPr>
                <p:extLst>
                  <p:ext uri="{D42A27DB-BD31-4B8C-83A1-F6EECF244321}">
                    <p14:modId xmlns:p14="http://schemas.microsoft.com/office/powerpoint/2010/main" val="2351903434"/>
                  </p:ext>
                </p:extLst>
              </p:nvPr>
            </p:nvGraphicFramePr>
            <p:xfrm>
              <a:off x="8457841" y="3369496"/>
              <a:ext cx="397728" cy="221001"/>
            </p:xfrm>
            <a:graphic>
              <a:graphicData uri="http://schemas.microsoft.com/office/powerpoint/2016/slidezoom">
                <pslz:sldZm>
                  <pslz:sldZmObj sldId="314" cId="1175041528">
                    <pslz:zmPr id="{269ECC21-A174-4E23-84DC-68365D344263}" returnToParent="0" transitionDur="1000">
                      <p166:blipFill xmlns:p166="http://schemas.microsoft.com/office/powerpoint/2016/6/main">
                        <a:blip r:embed="rId100"/>
                        <a:stretch>
                          <a:fillRect/>
                        </a:stretch>
                      </p166:blipFill>
                      <p166:spPr xmlns:p166="http://schemas.microsoft.com/office/powerpoint/2016/6/main">
                        <a:xfrm>
                          <a:off x="0" y="0"/>
                          <a:ext cx="397728" cy="221001"/>
                        </a:xfrm>
                        <a:prstGeom prst="rect">
                          <a:avLst/>
                        </a:prstGeom>
                        <a:ln w="3175">
                          <a:solidFill>
                            <a:prstClr val="ltGray"/>
                          </a:solidFill>
                        </a:ln>
                      </p166:spPr>
                    </pslz:zmPr>
                  </pslz:sldZmObj>
                </pslz:sldZm>
              </a:graphicData>
            </a:graphic>
          </p:graphicFrame>
        </mc:Choice>
        <mc:Fallback xmlns="">
          <p:pic>
            <p:nvPicPr>
              <p:cNvPr id="143" name="Slide Zoom 142">
                <a:extLst>
                  <a:ext uri="{FF2B5EF4-FFF2-40B4-BE49-F238E27FC236}">
                    <a16:creationId xmlns:a16="http://schemas.microsoft.com/office/drawing/2014/main" id="{120DFC94-A9DD-8500-24B2-EAD6C8D5BE2E}"/>
                  </a:ext>
                </a:extLst>
              </p:cNvPr>
              <p:cNvPicPr>
                <a:picLocks noGrp="1" noRot="1" noChangeAspect="1" noMove="1" noResize="1" noEditPoints="1" noAdjustHandles="1" noChangeArrowheads="1" noChangeShapeType="1"/>
              </p:cNvPicPr>
              <p:nvPr/>
            </p:nvPicPr>
            <p:blipFill>
              <a:blip r:embed="rId101"/>
              <a:stretch>
                <a:fillRect/>
              </a:stretch>
            </p:blipFill>
            <p:spPr>
              <a:xfrm>
                <a:off x="8457841" y="3369496"/>
                <a:ext cx="397728" cy="221001"/>
              </a:xfrm>
              <a:prstGeom prst="rect">
                <a:avLst/>
              </a:prstGeom>
              <a:ln w="3175">
                <a:solidFill>
                  <a:prstClr val="ltGray"/>
                </a:solidFill>
              </a:ln>
            </p:spPr>
          </p:pic>
        </mc:Fallback>
      </mc:AlternateContent>
      <mc:AlternateContent xmlns:mc="http://schemas.openxmlformats.org/markup-compatibility/2006" xmlns:pslz="http://schemas.microsoft.com/office/powerpoint/2016/slidezoom">
        <mc:Choice Requires="pslz">
          <p:graphicFrame>
            <p:nvGraphicFramePr>
              <p:cNvPr id="145" name="Slide Zoom 144">
                <a:extLst>
                  <a:ext uri="{FF2B5EF4-FFF2-40B4-BE49-F238E27FC236}">
                    <a16:creationId xmlns:a16="http://schemas.microsoft.com/office/drawing/2014/main" id="{F6AFB6A3-EB44-DA7C-9773-318D34D0EDEA}"/>
                  </a:ext>
                </a:extLst>
              </p:cNvPr>
              <p:cNvGraphicFramePr>
                <a:graphicFrameLocks noChangeAspect="1"/>
              </p:cNvGraphicFramePr>
              <p:nvPr>
                <p:extLst>
                  <p:ext uri="{D42A27DB-BD31-4B8C-83A1-F6EECF244321}">
                    <p14:modId xmlns:p14="http://schemas.microsoft.com/office/powerpoint/2010/main" val="3273355621"/>
                  </p:ext>
                </p:extLst>
              </p:nvPr>
            </p:nvGraphicFramePr>
            <p:xfrm>
              <a:off x="9678327" y="4465682"/>
              <a:ext cx="1182713" cy="665276"/>
            </p:xfrm>
            <a:graphic>
              <a:graphicData uri="http://schemas.microsoft.com/office/powerpoint/2016/slidezoom">
                <pslz:sldZm>
                  <pslz:sldZmObj sldId="315" cId="4204925967">
                    <pslz:zmPr id="{47638BFE-7549-42D6-8093-027C192F205F}" returnToParent="0" transitionDur="1000">
                      <p166:blipFill xmlns:p166="http://schemas.microsoft.com/office/powerpoint/2016/6/main">
                        <a:blip r:embed="rId102"/>
                        <a:stretch>
                          <a:fillRect/>
                        </a:stretch>
                      </p166:blipFill>
                      <p166:spPr xmlns:p166="http://schemas.microsoft.com/office/powerpoint/2016/6/main">
                        <a:xfrm>
                          <a:off x="0" y="0"/>
                          <a:ext cx="1182713" cy="665276"/>
                        </a:xfrm>
                        <a:prstGeom prst="rect">
                          <a:avLst/>
                        </a:prstGeom>
                        <a:ln w="3175">
                          <a:solidFill>
                            <a:prstClr val="ltGray"/>
                          </a:solidFill>
                        </a:ln>
                      </p166:spPr>
                    </pslz:zmPr>
                  </pslz:sldZmObj>
                </pslz:sldZm>
              </a:graphicData>
            </a:graphic>
          </p:graphicFrame>
        </mc:Choice>
        <mc:Fallback xmlns="">
          <p:pic>
            <p:nvPicPr>
              <p:cNvPr id="145" name="Slide Zoom 144">
                <a:extLst>
                  <a:ext uri="{FF2B5EF4-FFF2-40B4-BE49-F238E27FC236}">
                    <a16:creationId xmlns:a16="http://schemas.microsoft.com/office/drawing/2014/main" id="{F6AFB6A3-EB44-DA7C-9773-318D34D0EDEA}"/>
                  </a:ext>
                </a:extLst>
              </p:cNvPr>
              <p:cNvPicPr>
                <a:picLocks noGrp="1" noRot="1" noChangeAspect="1" noMove="1" noResize="1" noEditPoints="1" noAdjustHandles="1" noChangeArrowheads="1" noChangeShapeType="1"/>
              </p:cNvPicPr>
              <p:nvPr/>
            </p:nvPicPr>
            <p:blipFill>
              <a:blip r:embed="rId103"/>
              <a:stretch>
                <a:fillRect/>
              </a:stretch>
            </p:blipFill>
            <p:spPr>
              <a:xfrm>
                <a:off x="9678327" y="4465682"/>
                <a:ext cx="1182713" cy="665276"/>
              </a:xfrm>
              <a:prstGeom prst="rect">
                <a:avLst/>
              </a:prstGeom>
              <a:ln w="3175">
                <a:solidFill>
                  <a:prstClr val="ltGray"/>
                </a:solidFill>
              </a:ln>
            </p:spPr>
          </p:pic>
        </mc:Fallback>
      </mc:AlternateContent>
      <mc:AlternateContent xmlns:mc="http://schemas.openxmlformats.org/markup-compatibility/2006" xmlns:pslz="http://schemas.microsoft.com/office/powerpoint/2016/slidezoom">
        <mc:Choice Requires="pslz">
          <p:graphicFrame>
            <p:nvGraphicFramePr>
              <p:cNvPr id="147" name="Slide Zoom 146">
                <a:extLst>
                  <a:ext uri="{FF2B5EF4-FFF2-40B4-BE49-F238E27FC236}">
                    <a16:creationId xmlns:a16="http://schemas.microsoft.com/office/drawing/2014/main" id="{E45D77CA-3027-7EDF-7474-0DD49B608481}"/>
                  </a:ext>
                </a:extLst>
              </p:cNvPr>
              <p:cNvGraphicFramePr>
                <a:graphicFrameLocks noChangeAspect="1"/>
              </p:cNvGraphicFramePr>
              <p:nvPr>
                <p:extLst>
                  <p:ext uri="{D42A27DB-BD31-4B8C-83A1-F6EECF244321}">
                    <p14:modId xmlns:p14="http://schemas.microsoft.com/office/powerpoint/2010/main" val="1938017590"/>
                  </p:ext>
                </p:extLst>
              </p:nvPr>
            </p:nvGraphicFramePr>
            <p:xfrm>
              <a:off x="9789940" y="5558822"/>
              <a:ext cx="1046747" cy="588795"/>
            </p:xfrm>
            <a:graphic>
              <a:graphicData uri="http://schemas.microsoft.com/office/powerpoint/2016/slidezoom">
                <pslz:sldZm>
                  <pslz:sldZmObj sldId="304" cId="2698353997">
                    <pslz:zmPr id="{339934AE-4008-4A0A-8223-4E9287F167B4}" returnToParent="0" transitionDur="1000">
                      <p166:blipFill xmlns:p166="http://schemas.microsoft.com/office/powerpoint/2016/6/main">
                        <a:blip r:embed="rId104"/>
                        <a:stretch>
                          <a:fillRect/>
                        </a:stretch>
                      </p166:blipFill>
                      <p166:spPr xmlns:p166="http://schemas.microsoft.com/office/powerpoint/2016/6/main">
                        <a:xfrm>
                          <a:off x="0" y="0"/>
                          <a:ext cx="1046747" cy="588795"/>
                        </a:xfrm>
                        <a:prstGeom prst="rect">
                          <a:avLst/>
                        </a:prstGeom>
                        <a:ln w="3175">
                          <a:solidFill>
                            <a:prstClr val="ltGray"/>
                          </a:solidFill>
                        </a:ln>
                      </p166:spPr>
                    </pslz:zmPr>
                  </pslz:sldZmObj>
                </pslz:sldZm>
              </a:graphicData>
            </a:graphic>
          </p:graphicFrame>
        </mc:Choice>
        <mc:Fallback xmlns="">
          <p:pic>
            <p:nvPicPr>
              <p:cNvPr id="147" name="Slide Zoom 146">
                <a:extLst>
                  <a:ext uri="{FF2B5EF4-FFF2-40B4-BE49-F238E27FC236}">
                    <a16:creationId xmlns:a16="http://schemas.microsoft.com/office/drawing/2014/main" id="{E45D77CA-3027-7EDF-7474-0DD49B608481}"/>
                  </a:ext>
                </a:extLst>
              </p:cNvPr>
              <p:cNvPicPr>
                <a:picLocks noGrp="1" noRot="1" noChangeAspect="1" noMove="1" noResize="1" noEditPoints="1" noAdjustHandles="1" noChangeArrowheads="1" noChangeShapeType="1"/>
              </p:cNvPicPr>
              <p:nvPr/>
            </p:nvPicPr>
            <p:blipFill>
              <a:blip r:embed="rId105"/>
              <a:stretch>
                <a:fillRect/>
              </a:stretch>
            </p:blipFill>
            <p:spPr>
              <a:xfrm>
                <a:off x="9789940" y="5558822"/>
                <a:ext cx="1046747" cy="588795"/>
              </a:xfrm>
              <a:prstGeom prst="rect">
                <a:avLst/>
              </a:prstGeom>
              <a:ln w="3175">
                <a:solidFill>
                  <a:prstClr val="ltGray"/>
                </a:solidFill>
              </a:ln>
            </p:spPr>
          </p:pic>
        </mc:Fallback>
      </mc:AlternateContent>
      <mc:AlternateContent xmlns:mc="http://schemas.openxmlformats.org/markup-compatibility/2006" xmlns:pslz="http://schemas.microsoft.com/office/powerpoint/2016/slidezoom">
        <mc:Choice Requires="pslz">
          <p:graphicFrame>
            <p:nvGraphicFramePr>
              <p:cNvPr id="149" name="Slide Zoom 148">
                <a:extLst>
                  <a:ext uri="{FF2B5EF4-FFF2-40B4-BE49-F238E27FC236}">
                    <a16:creationId xmlns:a16="http://schemas.microsoft.com/office/drawing/2014/main" id="{CACC9C7C-F45C-DA96-0529-5001328E258D}"/>
                  </a:ext>
                </a:extLst>
              </p:cNvPr>
              <p:cNvGraphicFramePr>
                <a:graphicFrameLocks noChangeAspect="1"/>
              </p:cNvGraphicFramePr>
              <p:nvPr>
                <p:extLst>
                  <p:ext uri="{D42A27DB-BD31-4B8C-83A1-F6EECF244321}">
                    <p14:modId xmlns:p14="http://schemas.microsoft.com/office/powerpoint/2010/main" val="3441556058"/>
                  </p:ext>
                </p:extLst>
              </p:nvPr>
            </p:nvGraphicFramePr>
            <p:xfrm>
              <a:off x="9174170" y="2868648"/>
              <a:ext cx="2029237" cy="1141446"/>
            </p:xfrm>
            <a:graphic>
              <a:graphicData uri="http://schemas.microsoft.com/office/powerpoint/2016/slidezoom">
                <pslz:sldZm>
                  <pslz:sldZmObj sldId="305" cId="1762693491">
                    <pslz:zmPr id="{88262D2F-A81D-41C1-85B0-1F3E59DE6D32}" returnToParent="0" transitionDur="1000">
                      <p166:blipFill xmlns:p166="http://schemas.microsoft.com/office/powerpoint/2016/6/main">
                        <a:blip r:embed="rId106"/>
                        <a:stretch>
                          <a:fillRect/>
                        </a:stretch>
                      </p166:blipFill>
                      <p166:spPr xmlns:p166="http://schemas.microsoft.com/office/powerpoint/2016/6/main">
                        <a:xfrm>
                          <a:off x="0" y="0"/>
                          <a:ext cx="2029237" cy="1141446"/>
                        </a:xfrm>
                        <a:prstGeom prst="rect">
                          <a:avLst/>
                        </a:prstGeom>
                        <a:ln w="3175">
                          <a:solidFill>
                            <a:prstClr val="ltGray"/>
                          </a:solidFill>
                        </a:ln>
                      </p166:spPr>
                    </pslz:zmPr>
                  </pslz:sldZmObj>
                </pslz:sldZm>
              </a:graphicData>
            </a:graphic>
          </p:graphicFrame>
        </mc:Choice>
        <mc:Fallback xmlns="">
          <p:pic>
            <p:nvPicPr>
              <p:cNvPr id="149" name="Slide Zoom 148">
                <a:extLst>
                  <a:ext uri="{FF2B5EF4-FFF2-40B4-BE49-F238E27FC236}">
                    <a16:creationId xmlns:a16="http://schemas.microsoft.com/office/drawing/2014/main" id="{CACC9C7C-F45C-DA96-0529-5001328E258D}"/>
                  </a:ext>
                </a:extLst>
              </p:cNvPr>
              <p:cNvPicPr>
                <a:picLocks noGrp="1" noRot="1" noChangeAspect="1" noMove="1" noResize="1" noEditPoints="1" noAdjustHandles="1" noChangeArrowheads="1" noChangeShapeType="1"/>
              </p:cNvPicPr>
              <p:nvPr/>
            </p:nvPicPr>
            <p:blipFill>
              <a:blip r:embed="rId107"/>
              <a:stretch>
                <a:fillRect/>
              </a:stretch>
            </p:blipFill>
            <p:spPr>
              <a:xfrm>
                <a:off x="9174170" y="2868648"/>
                <a:ext cx="2029237" cy="1141446"/>
              </a:xfrm>
              <a:prstGeom prst="rect">
                <a:avLst/>
              </a:prstGeom>
              <a:ln w="3175">
                <a:solidFill>
                  <a:prstClr val="ltGray"/>
                </a:solidFill>
              </a:ln>
            </p:spPr>
          </p:pic>
        </mc:Fallback>
      </mc:AlternateContent>
      <mc:AlternateContent xmlns:mc="http://schemas.openxmlformats.org/markup-compatibility/2006" xmlns:pslz="http://schemas.microsoft.com/office/powerpoint/2016/slidezoom">
        <mc:Choice Requires="pslz">
          <p:graphicFrame>
            <p:nvGraphicFramePr>
              <p:cNvPr id="151" name="Slide Zoom 150">
                <a:extLst>
                  <a:ext uri="{FF2B5EF4-FFF2-40B4-BE49-F238E27FC236}">
                    <a16:creationId xmlns:a16="http://schemas.microsoft.com/office/drawing/2014/main" id="{0658D413-2FB7-4F63-DFF6-46854231CB32}"/>
                  </a:ext>
                </a:extLst>
              </p:cNvPr>
              <p:cNvGraphicFramePr>
                <a:graphicFrameLocks noChangeAspect="1"/>
              </p:cNvGraphicFramePr>
              <p:nvPr>
                <p:extLst>
                  <p:ext uri="{D42A27DB-BD31-4B8C-83A1-F6EECF244321}">
                    <p14:modId xmlns:p14="http://schemas.microsoft.com/office/powerpoint/2010/main" val="3942040476"/>
                  </p:ext>
                </p:extLst>
              </p:nvPr>
            </p:nvGraphicFramePr>
            <p:xfrm>
              <a:off x="9205650" y="2500063"/>
              <a:ext cx="380310" cy="213925"/>
            </p:xfrm>
            <a:graphic>
              <a:graphicData uri="http://schemas.microsoft.com/office/powerpoint/2016/slidezoom">
                <pslz:sldZm>
                  <pslz:sldZmObj sldId="306" cId="893174892">
                    <pslz:zmPr id="{F51A2C25-E22B-4C12-A76F-BF6F0D23E377}" returnToParent="0" transitionDur="1000">
                      <p166:blipFill xmlns:p166="http://schemas.microsoft.com/office/powerpoint/2016/6/main">
                        <a:blip r:embed="rId108"/>
                        <a:stretch>
                          <a:fillRect/>
                        </a:stretch>
                      </p166:blipFill>
                      <p166:spPr xmlns:p166="http://schemas.microsoft.com/office/powerpoint/2016/6/main">
                        <a:xfrm>
                          <a:off x="0" y="0"/>
                          <a:ext cx="380310" cy="213925"/>
                        </a:xfrm>
                        <a:prstGeom prst="rect">
                          <a:avLst/>
                        </a:prstGeom>
                        <a:ln w="3175">
                          <a:solidFill>
                            <a:prstClr val="ltGray"/>
                          </a:solidFill>
                        </a:ln>
                      </p166:spPr>
                    </pslz:zmPr>
                  </pslz:sldZmObj>
                </pslz:sldZm>
              </a:graphicData>
            </a:graphic>
          </p:graphicFrame>
        </mc:Choice>
        <mc:Fallback xmlns="">
          <p:pic>
            <p:nvPicPr>
              <p:cNvPr id="151" name="Slide Zoom 150">
                <a:extLst>
                  <a:ext uri="{FF2B5EF4-FFF2-40B4-BE49-F238E27FC236}">
                    <a16:creationId xmlns:a16="http://schemas.microsoft.com/office/drawing/2014/main" id="{0658D413-2FB7-4F63-DFF6-46854231CB32}"/>
                  </a:ext>
                </a:extLst>
              </p:cNvPr>
              <p:cNvPicPr>
                <a:picLocks noGrp="1" noRot="1" noChangeAspect="1" noMove="1" noResize="1" noEditPoints="1" noAdjustHandles="1" noChangeArrowheads="1" noChangeShapeType="1"/>
              </p:cNvPicPr>
              <p:nvPr/>
            </p:nvPicPr>
            <p:blipFill>
              <a:blip r:embed="rId109"/>
              <a:stretch>
                <a:fillRect/>
              </a:stretch>
            </p:blipFill>
            <p:spPr>
              <a:xfrm>
                <a:off x="9205650" y="2500063"/>
                <a:ext cx="380310" cy="213925"/>
              </a:xfrm>
              <a:prstGeom prst="rect">
                <a:avLst/>
              </a:prstGeom>
              <a:ln w="3175">
                <a:solidFill>
                  <a:prstClr val="ltGray"/>
                </a:solidFill>
              </a:ln>
            </p:spPr>
          </p:pic>
        </mc:Fallback>
      </mc:AlternateContent>
      <mc:AlternateContent xmlns:mc="http://schemas.openxmlformats.org/markup-compatibility/2006" xmlns:pslz="http://schemas.microsoft.com/office/powerpoint/2016/slidezoom">
        <mc:Choice Requires="pslz">
          <p:graphicFrame>
            <p:nvGraphicFramePr>
              <p:cNvPr id="153" name="Slide Zoom 152">
                <a:extLst>
                  <a:ext uri="{FF2B5EF4-FFF2-40B4-BE49-F238E27FC236}">
                    <a16:creationId xmlns:a16="http://schemas.microsoft.com/office/drawing/2014/main" id="{1C2366B4-EE1E-6D6C-EC27-FB352D7AAF2C}"/>
                  </a:ext>
                </a:extLst>
              </p:cNvPr>
              <p:cNvGraphicFramePr>
                <a:graphicFrameLocks noChangeAspect="1"/>
              </p:cNvGraphicFramePr>
              <p:nvPr>
                <p:extLst>
                  <p:ext uri="{D42A27DB-BD31-4B8C-83A1-F6EECF244321}">
                    <p14:modId xmlns:p14="http://schemas.microsoft.com/office/powerpoint/2010/main" val="2962455578"/>
                  </p:ext>
                </p:extLst>
              </p:nvPr>
            </p:nvGraphicFramePr>
            <p:xfrm>
              <a:off x="9740776" y="2505177"/>
              <a:ext cx="380311" cy="213925"/>
            </p:xfrm>
            <a:graphic>
              <a:graphicData uri="http://schemas.microsoft.com/office/powerpoint/2016/slidezoom">
                <pslz:sldZm>
                  <pslz:sldZmObj sldId="316" cId="2527786849">
                    <pslz:zmPr id="{6528FCFB-82AA-47D3-8DD2-0419841415CF}" returnToParent="0" transitionDur="1000">
                      <p166:blipFill xmlns:p166="http://schemas.microsoft.com/office/powerpoint/2016/6/main">
                        <a:blip r:embed="rId110"/>
                        <a:stretch>
                          <a:fillRect/>
                        </a:stretch>
                      </p166:blipFill>
                      <p166:spPr xmlns:p166="http://schemas.microsoft.com/office/powerpoint/2016/6/main">
                        <a:xfrm>
                          <a:off x="0" y="0"/>
                          <a:ext cx="380311" cy="213925"/>
                        </a:xfrm>
                        <a:prstGeom prst="rect">
                          <a:avLst/>
                        </a:prstGeom>
                        <a:ln w="3175">
                          <a:solidFill>
                            <a:prstClr val="ltGray"/>
                          </a:solidFill>
                        </a:ln>
                      </p166:spPr>
                    </pslz:zmPr>
                  </pslz:sldZmObj>
                </pslz:sldZm>
              </a:graphicData>
            </a:graphic>
          </p:graphicFrame>
        </mc:Choice>
        <mc:Fallback xmlns="">
          <p:pic>
            <p:nvPicPr>
              <p:cNvPr id="153" name="Slide Zoom 152">
                <a:extLst>
                  <a:ext uri="{FF2B5EF4-FFF2-40B4-BE49-F238E27FC236}">
                    <a16:creationId xmlns:a16="http://schemas.microsoft.com/office/drawing/2014/main" id="{1C2366B4-EE1E-6D6C-EC27-FB352D7AAF2C}"/>
                  </a:ext>
                </a:extLst>
              </p:cNvPr>
              <p:cNvPicPr>
                <a:picLocks noGrp="1" noRot="1" noChangeAspect="1" noMove="1" noResize="1" noEditPoints="1" noAdjustHandles="1" noChangeArrowheads="1" noChangeShapeType="1"/>
              </p:cNvPicPr>
              <p:nvPr/>
            </p:nvPicPr>
            <p:blipFill>
              <a:blip r:embed="rId111"/>
              <a:stretch>
                <a:fillRect/>
              </a:stretch>
            </p:blipFill>
            <p:spPr>
              <a:xfrm>
                <a:off x="9740776" y="2505177"/>
                <a:ext cx="380311" cy="213925"/>
              </a:xfrm>
              <a:prstGeom prst="rect">
                <a:avLst/>
              </a:prstGeom>
              <a:ln w="3175">
                <a:solidFill>
                  <a:prstClr val="ltGray"/>
                </a:solidFill>
              </a:ln>
            </p:spPr>
          </p:pic>
        </mc:Fallback>
      </mc:AlternateContent>
      <mc:AlternateContent xmlns:mc="http://schemas.openxmlformats.org/markup-compatibility/2006" xmlns:pslz="http://schemas.microsoft.com/office/powerpoint/2016/slidezoom">
        <mc:Choice Requires="pslz">
          <p:graphicFrame>
            <p:nvGraphicFramePr>
              <p:cNvPr id="155" name="Slide Zoom 154">
                <a:extLst>
                  <a:ext uri="{FF2B5EF4-FFF2-40B4-BE49-F238E27FC236}">
                    <a16:creationId xmlns:a16="http://schemas.microsoft.com/office/drawing/2014/main" id="{49F208A6-45A3-32EF-B7FD-CBDC664F2819}"/>
                  </a:ext>
                </a:extLst>
              </p:cNvPr>
              <p:cNvGraphicFramePr>
                <a:graphicFrameLocks noChangeAspect="1"/>
              </p:cNvGraphicFramePr>
              <p:nvPr>
                <p:extLst>
                  <p:ext uri="{D42A27DB-BD31-4B8C-83A1-F6EECF244321}">
                    <p14:modId xmlns:p14="http://schemas.microsoft.com/office/powerpoint/2010/main" val="1459070680"/>
                  </p:ext>
                </p:extLst>
              </p:nvPr>
            </p:nvGraphicFramePr>
            <p:xfrm>
              <a:off x="10224230" y="2504370"/>
              <a:ext cx="380310" cy="213924"/>
            </p:xfrm>
            <a:graphic>
              <a:graphicData uri="http://schemas.microsoft.com/office/powerpoint/2016/slidezoom">
                <pslz:sldZm>
                  <pslz:sldZmObj sldId="317" cId="4022432776">
                    <pslz:zmPr id="{41D6EE1E-A612-4F5B-8EBE-F2340460DFD2}" returnToParent="0" transitionDur="1000">
                      <p166:blipFill xmlns:p166="http://schemas.microsoft.com/office/powerpoint/2016/6/main">
                        <a:blip r:embed="rId112"/>
                        <a:stretch>
                          <a:fillRect/>
                        </a:stretch>
                      </p166:blipFill>
                      <p166:spPr xmlns:p166="http://schemas.microsoft.com/office/powerpoint/2016/6/main">
                        <a:xfrm>
                          <a:off x="0" y="0"/>
                          <a:ext cx="380310" cy="213924"/>
                        </a:xfrm>
                        <a:prstGeom prst="rect">
                          <a:avLst/>
                        </a:prstGeom>
                        <a:ln w="3175">
                          <a:solidFill>
                            <a:prstClr val="ltGray"/>
                          </a:solidFill>
                        </a:ln>
                      </p166:spPr>
                    </pslz:zmPr>
                  </pslz:sldZmObj>
                </pslz:sldZm>
              </a:graphicData>
            </a:graphic>
          </p:graphicFrame>
        </mc:Choice>
        <mc:Fallback xmlns="">
          <p:pic>
            <p:nvPicPr>
              <p:cNvPr id="155" name="Slide Zoom 154">
                <a:extLst>
                  <a:ext uri="{FF2B5EF4-FFF2-40B4-BE49-F238E27FC236}">
                    <a16:creationId xmlns:a16="http://schemas.microsoft.com/office/drawing/2014/main" id="{49F208A6-45A3-32EF-B7FD-CBDC664F2819}"/>
                  </a:ext>
                </a:extLst>
              </p:cNvPr>
              <p:cNvPicPr>
                <a:picLocks noGrp="1" noRot="1" noChangeAspect="1" noMove="1" noResize="1" noEditPoints="1" noAdjustHandles="1" noChangeArrowheads="1" noChangeShapeType="1"/>
              </p:cNvPicPr>
              <p:nvPr/>
            </p:nvPicPr>
            <p:blipFill>
              <a:blip r:embed="rId113"/>
              <a:stretch>
                <a:fillRect/>
              </a:stretch>
            </p:blipFill>
            <p:spPr>
              <a:xfrm>
                <a:off x="10224230" y="2504370"/>
                <a:ext cx="380310" cy="213924"/>
              </a:xfrm>
              <a:prstGeom prst="rect">
                <a:avLst/>
              </a:prstGeom>
              <a:ln w="3175">
                <a:solidFill>
                  <a:prstClr val="ltGray"/>
                </a:solidFill>
              </a:ln>
            </p:spPr>
          </p:pic>
        </mc:Fallback>
      </mc:AlternateContent>
      <mc:AlternateContent xmlns:mc="http://schemas.openxmlformats.org/markup-compatibility/2006" xmlns:pslz="http://schemas.microsoft.com/office/powerpoint/2016/slidezoom">
        <mc:Choice Requires="pslz">
          <p:graphicFrame>
            <p:nvGraphicFramePr>
              <p:cNvPr id="157" name="Slide Zoom 156">
                <a:extLst>
                  <a:ext uri="{FF2B5EF4-FFF2-40B4-BE49-F238E27FC236}">
                    <a16:creationId xmlns:a16="http://schemas.microsoft.com/office/drawing/2014/main" id="{D36666EB-9792-7693-C989-CA66B2BE9AD1}"/>
                  </a:ext>
                </a:extLst>
              </p:cNvPr>
              <p:cNvGraphicFramePr>
                <a:graphicFrameLocks noChangeAspect="1"/>
              </p:cNvGraphicFramePr>
              <p:nvPr>
                <p:extLst>
                  <p:ext uri="{D42A27DB-BD31-4B8C-83A1-F6EECF244321}">
                    <p14:modId xmlns:p14="http://schemas.microsoft.com/office/powerpoint/2010/main" val="3251325414"/>
                  </p:ext>
                </p:extLst>
              </p:nvPr>
            </p:nvGraphicFramePr>
            <p:xfrm>
              <a:off x="10723801" y="2507856"/>
              <a:ext cx="380310" cy="213925"/>
            </p:xfrm>
            <a:graphic>
              <a:graphicData uri="http://schemas.microsoft.com/office/powerpoint/2016/slidezoom">
                <pslz:sldZm>
                  <pslz:sldZmObj sldId="318" cId="3012423092">
                    <pslz:zmPr id="{82007BB6-9FF7-4165-B534-06D35D1AD2D7}" returnToParent="0" transitionDur="1000">
                      <p166:blipFill xmlns:p166="http://schemas.microsoft.com/office/powerpoint/2016/6/main">
                        <a:blip r:embed="rId114"/>
                        <a:stretch>
                          <a:fillRect/>
                        </a:stretch>
                      </p166:blipFill>
                      <p166:spPr xmlns:p166="http://schemas.microsoft.com/office/powerpoint/2016/6/main">
                        <a:xfrm>
                          <a:off x="0" y="0"/>
                          <a:ext cx="380310" cy="213925"/>
                        </a:xfrm>
                        <a:prstGeom prst="rect">
                          <a:avLst/>
                        </a:prstGeom>
                        <a:ln w="3175">
                          <a:solidFill>
                            <a:prstClr val="ltGray"/>
                          </a:solidFill>
                        </a:ln>
                      </p166:spPr>
                    </pslz:zmPr>
                  </pslz:sldZmObj>
                </pslz:sldZm>
              </a:graphicData>
            </a:graphic>
          </p:graphicFrame>
        </mc:Choice>
        <mc:Fallback xmlns="">
          <p:pic>
            <p:nvPicPr>
              <p:cNvPr id="157" name="Slide Zoom 156">
                <a:extLst>
                  <a:ext uri="{FF2B5EF4-FFF2-40B4-BE49-F238E27FC236}">
                    <a16:creationId xmlns:a16="http://schemas.microsoft.com/office/drawing/2014/main" id="{D36666EB-9792-7693-C989-CA66B2BE9AD1}"/>
                  </a:ext>
                </a:extLst>
              </p:cNvPr>
              <p:cNvPicPr>
                <a:picLocks noGrp="1" noRot="1" noChangeAspect="1" noMove="1" noResize="1" noEditPoints="1" noAdjustHandles="1" noChangeArrowheads="1" noChangeShapeType="1"/>
              </p:cNvPicPr>
              <p:nvPr/>
            </p:nvPicPr>
            <p:blipFill>
              <a:blip r:embed="rId115"/>
              <a:stretch>
                <a:fillRect/>
              </a:stretch>
            </p:blipFill>
            <p:spPr>
              <a:xfrm>
                <a:off x="10723801" y="2507856"/>
                <a:ext cx="380310" cy="213925"/>
              </a:xfrm>
              <a:prstGeom prst="rect">
                <a:avLst/>
              </a:prstGeom>
              <a:ln w="3175">
                <a:solidFill>
                  <a:prstClr val="ltGray"/>
                </a:solidFill>
              </a:ln>
            </p:spPr>
          </p:pic>
        </mc:Fallback>
      </mc:AlternateContent>
      <mc:AlternateContent xmlns:mc="http://schemas.openxmlformats.org/markup-compatibility/2006" xmlns:pslz="http://schemas.microsoft.com/office/powerpoint/2016/slidezoom">
        <mc:Choice Requires="pslz">
          <p:graphicFrame>
            <p:nvGraphicFramePr>
              <p:cNvPr id="159" name="Slide Zoom 158">
                <a:extLst>
                  <a:ext uri="{FF2B5EF4-FFF2-40B4-BE49-F238E27FC236}">
                    <a16:creationId xmlns:a16="http://schemas.microsoft.com/office/drawing/2014/main" id="{2DC58DAF-1E01-E1F7-7B1B-4EBF44352C0B}"/>
                  </a:ext>
                </a:extLst>
              </p:cNvPr>
              <p:cNvGraphicFramePr>
                <a:graphicFrameLocks noChangeAspect="1"/>
              </p:cNvGraphicFramePr>
              <p:nvPr>
                <p:extLst>
                  <p:ext uri="{D42A27DB-BD31-4B8C-83A1-F6EECF244321}">
                    <p14:modId xmlns:p14="http://schemas.microsoft.com/office/powerpoint/2010/main" val="2612349378"/>
                  </p:ext>
                </p:extLst>
              </p:nvPr>
            </p:nvGraphicFramePr>
            <p:xfrm>
              <a:off x="8163466" y="2604899"/>
              <a:ext cx="879856" cy="494919"/>
            </p:xfrm>
            <a:graphic>
              <a:graphicData uri="http://schemas.microsoft.com/office/powerpoint/2016/slidezoom">
                <pslz:sldZm>
                  <pslz:sldZmObj sldId="307" cId="2000509467">
                    <pslz:zmPr id="{2C47FD2A-C284-4637-9C46-86B12A857FC0}" returnToParent="0" transitionDur="1000">
                      <p166:blipFill xmlns:p166="http://schemas.microsoft.com/office/powerpoint/2016/6/main">
                        <a:blip r:embed="rId116"/>
                        <a:stretch>
                          <a:fillRect/>
                        </a:stretch>
                      </p166:blipFill>
                      <p166:spPr xmlns:p166="http://schemas.microsoft.com/office/powerpoint/2016/6/main">
                        <a:xfrm>
                          <a:off x="0" y="0"/>
                          <a:ext cx="879856" cy="494919"/>
                        </a:xfrm>
                        <a:prstGeom prst="rect">
                          <a:avLst/>
                        </a:prstGeom>
                        <a:ln w="3175">
                          <a:solidFill>
                            <a:prstClr val="ltGray"/>
                          </a:solidFill>
                        </a:ln>
                      </p166:spPr>
                    </pslz:zmPr>
                  </pslz:sldZmObj>
                </pslz:sldZm>
              </a:graphicData>
            </a:graphic>
          </p:graphicFrame>
        </mc:Choice>
        <mc:Fallback xmlns="">
          <p:pic>
            <p:nvPicPr>
              <p:cNvPr id="159" name="Slide Zoom 158">
                <a:extLst>
                  <a:ext uri="{FF2B5EF4-FFF2-40B4-BE49-F238E27FC236}">
                    <a16:creationId xmlns:a16="http://schemas.microsoft.com/office/drawing/2014/main" id="{2DC58DAF-1E01-E1F7-7B1B-4EBF44352C0B}"/>
                  </a:ext>
                </a:extLst>
              </p:cNvPr>
              <p:cNvPicPr>
                <a:picLocks noGrp="1" noRot="1" noChangeAspect="1" noMove="1" noResize="1" noEditPoints="1" noAdjustHandles="1" noChangeArrowheads="1" noChangeShapeType="1"/>
              </p:cNvPicPr>
              <p:nvPr/>
            </p:nvPicPr>
            <p:blipFill>
              <a:blip r:embed="rId117"/>
              <a:stretch>
                <a:fillRect/>
              </a:stretch>
            </p:blipFill>
            <p:spPr>
              <a:xfrm>
                <a:off x="8163466" y="2604899"/>
                <a:ext cx="879856" cy="494919"/>
              </a:xfrm>
              <a:prstGeom prst="rect">
                <a:avLst/>
              </a:prstGeom>
              <a:ln w="3175">
                <a:solidFill>
                  <a:prstClr val="ltGray"/>
                </a:solidFill>
              </a:ln>
            </p:spPr>
          </p:pic>
        </mc:Fallback>
      </mc:AlternateContent>
    </p:spTree>
    <p:extLst>
      <p:ext uri="{BB962C8B-B14F-4D97-AF65-F5344CB8AC3E}">
        <p14:creationId xmlns:p14="http://schemas.microsoft.com/office/powerpoint/2010/main" val="69555468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4DDAA0C6-BFD3-FD4D-36A4-9D52C1645E02}"/>
            </a:ext>
          </a:extLst>
        </p:cNvPr>
        <p:cNvGrpSpPr/>
        <p:nvPr/>
      </p:nvGrpSpPr>
      <p:grpSpPr>
        <a:xfrm>
          <a:off x="0" y="0"/>
          <a:ext cx="0" cy="0"/>
          <a:chOff x="0" y="0"/>
          <a:chExt cx="0" cy="0"/>
        </a:xfrm>
      </p:grpSpPr>
      <p:sp>
        <p:nvSpPr>
          <p:cNvPr id="7" name="Title 1">
            <a:extLst>
              <a:ext uri="{FF2B5EF4-FFF2-40B4-BE49-F238E27FC236}">
                <a16:creationId xmlns:a16="http://schemas.microsoft.com/office/drawing/2014/main" id="{21B792E4-9FE0-4130-BAB7-A1230351C15C}"/>
              </a:ext>
            </a:extLst>
          </p:cNvPr>
          <p:cNvSpPr txBox="1">
            <a:spLocks/>
          </p:cNvSpPr>
          <p:nvPr/>
        </p:nvSpPr>
        <p:spPr>
          <a:xfrm>
            <a:off x="193040" y="863779"/>
            <a:ext cx="8067040" cy="1325563"/>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5200" b="1" dirty="0">
                <a:solidFill>
                  <a:schemeClr val="bg2"/>
                </a:solidFill>
              </a:rPr>
              <a:t>Real-Time Transaction </a:t>
            </a:r>
            <a:br>
              <a:rPr lang="en-IN" sz="5200" b="1" dirty="0">
                <a:solidFill>
                  <a:schemeClr val="bg2"/>
                </a:solidFill>
              </a:rPr>
            </a:br>
            <a:r>
              <a:rPr lang="en-IN" sz="5200" b="1" dirty="0">
                <a:solidFill>
                  <a:schemeClr val="bg2"/>
                </a:solidFill>
              </a:rPr>
              <a:t>Monitoring Dashboard</a:t>
            </a:r>
          </a:p>
        </p:txBody>
      </p:sp>
      <p:sp>
        <p:nvSpPr>
          <p:cNvPr id="8" name="TextBox 7">
            <a:extLst>
              <a:ext uri="{FF2B5EF4-FFF2-40B4-BE49-F238E27FC236}">
                <a16:creationId xmlns:a16="http://schemas.microsoft.com/office/drawing/2014/main" id="{8B8CFAC7-2794-D609-9B3A-5928FF548558}"/>
              </a:ext>
            </a:extLst>
          </p:cNvPr>
          <p:cNvSpPr txBox="1"/>
          <p:nvPr/>
        </p:nvSpPr>
        <p:spPr>
          <a:xfrm>
            <a:off x="614680" y="336578"/>
            <a:ext cx="3713480" cy="400110"/>
          </a:xfrm>
          <a:prstGeom prst="rect">
            <a:avLst/>
          </a:prstGeom>
          <a:noFill/>
        </p:spPr>
        <p:txBody>
          <a:bodyPr wrap="square">
            <a:spAutoFit/>
          </a:bodyPr>
          <a:lstStyle/>
          <a:p>
            <a:r>
              <a:rPr lang="en-IN" sz="2000" dirty="0">
                <a:solidFill>
                  <a:schemeClr val="bg2"/>
                </a:solidFill>
              </a:rPr>
              <a:t>Payments and digital channels </a:t>
            </a:r>
          </a:p>
        </p:txBody>
      </p:sp>
      <p:sp>
        <p:nvSpPr>
          <p:cNvPr id="9" name="TextBox 8">
            <a:extLst>
              <a:ext uri="{FF2B5EF4-FFF2-40B4-BE49-F238E27FC236}">
                <a16:creationId xmlns:a16="http://schemas.microsoft.com/office/drawing/2014/main" id="{6110B045-68CC-ECB3-05F0-C1049F08659F}"/>
              </a:ext>
            </a:extLst>
          </p:cNvPr>
          <p:cNvSpPr txBox="1"/>
          <p:nvPr/>
        </p:nvSpPr>
        <p:spPr>
          <a:xfrm>
            <a:off x="3921760" y="4217760"/>
            <a:ext cx="4003040" cy="2431435"/>
          </a:xfrm>
          <a:prstGeom prst="rect">
            <a:avLst/>
          </a:prstGeom>
          <a:noFill/>
        </p:spPr>
        <p:txBody>
          <a:bodyPr wrap="square">
            <a:spAutoFit/>
          </a:bodyPr>
          <a:lstStyle/>
          <a:p>
            <a:pPr algn="ctr">
              <a:buNone/>
            </a:pPr>
            <a:r>
              <a:rPr lang="en-IN" sz="3200" b="1" dirty="0">
                <a:solidFill>
                  <a:schemeClr val="bg2"/>
                </a:solidFill>
              </a:rPr>
              <a:t>Presented by </a:t>
            </a:r>
            <a:endParaRPr lang="en-IN" sz="3200" dirty="0">
              <a:solidFill>
                <a:schemeClr val="bg2"/>
              </a:solidFill>
            </a:endParaRPr>
          </a:p>
          <a:p>
            <a:pPr algn="ctr"/>
            <a:r>
              <a:rPr lang="en-IN" sz="2400" dirty="0">
                <a:solidFill>
                  <a:schemeClr val="bg2"/>
                </a:solidFill>
              </a:rPr>
              <a:t>Sarvesh Raju B</a:t>
            </a:r>
          </a:p>
          <a:p>
            <a:pPr algn="ctr"/>
            <a:r>
              <a:rPr lang="en-IN" sz="2400" dirty="0">
                <a:solidFill>
                  <a:schemeClr val="bg2"/>
                </a:solidFill>
              </a:rPr>
              <a:t>Kavya R Naik</a:t>
            </a:r>
          </a:p>
          <a:p>
            <a:pPr algn="ctr"/>
            <a:r>
              <a:rPr lang="en-IN" sz="2400" dirty="0">
                <a:solidFill>
                  <a:schemeClr val="bg2"/>
                </a:solidFill>
              </a:rPr>
              <a:t>Shivani B</a:t>
            </a:r>
          </a:p>
          <a:p>
            <a:pPr algn="ctr"/>
            <a:r>
              <a:rPr lang="en-IN" sz="2400" dirty="0">
                <a:solidFill>
                  <a:schemeClr val="bg2"/>
                </a:solidFill>
              </a:rPr>
              <a:t>Spoorthi C</a:t>
            </a:r>
          </a:p>
          <a:p>
            <a:pPr algn="ctr"/>
            <a:r>
              <a:rPr lang="en-IN" sz="2400" dirty="0">
                <a:solidFill>
                  <a:schemeClr val="bg2"/>
                </a:solidFill>
              </a:rPr>
              <a:t>Prasad R K</a:t>
            </a:r>
          </a:p>
        </p:txBody>
      </p:sp>
      <p:sp>
        <p:nvSpPr>
          <p:cNvPr id="10" name="TextBox 9">
            <a:extLst>
              <a:ext uri="{FF2B5EF4-FFF2-40B4-BE49-F238E27FC236}">
                <a16:creationId xmlns:a16="http://schemas.microsoft.com/office/drawing/2014/main" id="{6870A13F-13DB-E273-AA7A-2983A5B0806B}"/>
              </a:ext>
            </a:extLst>
          </p:cNvPr>
          <p:cNvSpPr txBox="1"/>
          <p:nvPr/>
        </p:nvSpPr>
        <p:spPr>
          <a:xfrm>
            <a:off x="1341120" y="2443525"/>
            <a:ext cx="7762240" cy="1692771"/>
          </a:xfrm>
          <a:prstGeom prst="rect">
            <a:avLst/>
          </a:prstGeom>
          <a:noFill/>
        </p:spPr>
        <p:txBody>
          <a:bodyPr wrap="square">
            <a:spAutoFit/>
          </a:bodyPr>
          <a:lstStyle/>
          <a:p>
            <a:pPr algn="just">
              <a:buNone/>
            </a:pPr>
            <a:r>
              <a:rPr lang="en-IN" sz="2400" b="1" dirty="0">
                <a:solidFill>
                  <a:schemeClr val="bg2"/>
                </a:solidFill>
              </a:rPr>
              <a:t>Safeguarding Financial Transactions in Real-Time</a:t>
            </a:r>
            <a:endParaRPr lang="en-IN" sz="2400" dirty="0">
              <a:solidFill>
                <a:schemeClr val="bg2"/>
              </a:solidFill>
            </a:endParaRPr>
          </a:p>
          <a:p>
            <a:pPr marL="342900" indent="-342900" algn="just">
              <a:buFont typeface="Arial" panose="020B0604020202020204" pitchFamily="34" charset="0"/>
              <a:buChar char="•"/>
            </a:pPr>
            <a:r>
              <a:rPr lang="en-IN" sz="2000" dirty="0">
                <a:solidFill>
                  <a:schemeClr val="bg2"/>
                </a:solidFill>
              </a:rPr>
              <a:t>Designed to </a:t>
            </a:r>
            <a:r>
              <a:rPr lang="en-IN" sz="2000" b="1" dirty="0">
                <a:solidFill>
                  <a:schemeClr val="bg2"/>
                </a:solidFill>
              </a:rPr>
              <a:t>identify and monitor fraudulent activities</a:t>
            </a:r>
            <a:r>
              <a:rPr lang="en-IN" sz="2000" dirty="0">
                <a:solidFill>
                  <a:schemeClr val="bg2"/>
                </a:solidFill>
              </a:rPr>
              <a:t> as they occur</a:t>
            </a:r>
          </a:p>
          <a:p>
            <a:pPr marL="342900" indent="-342900" algn="just">
              <a:buFont typeface="Arial" panose="020B0604020202020204" pitchFamily="34" charset="0"/>
              <a:buChar char="•"/>
            </a:pPr>
            <a:r>
              <a:rPr lang="en-IN" sz="2000" dirty="0">
                <a:solidFill>
                  <a:schemeClr val="bg2"/>
                </a:solidFill>
              </a:rPr>
              <a:t>Powered by </a:t>
            </a:r>
            <a:r>
              <a:rPr lang="en-IN" sz="2000" b="1" dirty="0">
                <a:solidFill>
                  <a:schemeClr val="bg2"/>
                </a:solidFill>
              </a:rPr>
              <a:t>advanced machine learning techniques</a:t>
            </a:r>
          </a:p>
          <a:p>
            <a:pPr marL="342900" indent="-342900" algn="just">
              <a:buFont typeface="Arial" panose="020B0604020202020204" pitchFamily="34" charset="0"/>
              <a:buChar char="•"/>
            </a:pPr>
            <a:r>
              <a:rPr lang="en-IN" sz="2000" dirty="0">
                <a:solidFill>
                  <a:schemeClr val="bg2"/>
                </a:solidFill>
              </a:rPr>
              <a:t>Features a </a:t>
            </a:r>
            <a:r>
              <a:rPr lang="en-IN" sz="2000" b="1" dirty="0">
                <a:solidFill>
                  <a:schemeClr val="bg2"/>
                </a:solidFill>
              </a:rPr>
              <a:t>user-friendly dashboard</a:t>
            </a:r>
            <a:r>
              <a:rPr lang="en-IN" sz="2000" dirty="0">
                <a:solidFill>
                  <a:schemeClr val="bg2"/>
                </a:solidFill>
              </a:rPr>
              <a:t> for real-time analytics</a:t>
            </a:r>
          </a:p>
          <a:p>
            <a:pPr marL="342900" indent="-342900" algn="just">
              <a:buFont typeface="Arial" panose="020B0604020202020204" pitchFamily="34" charset="0"/>
              <a:buChar char="•"/>
            </a:pPr>
            <a:r>
              <a:rPr lang="en-IN" sz="2000" dirty="0">
                <a:solidFill>
                  <a:schemeClr val="bg2"/>
                </a:solidFill>
              </a:rPr>
              <a:t>Ensures </a:t>
            </a:r>
            <a:r>
              <a:rPr lang="en-IN" sz="2000" b="1" dirty="0">
                <a:solidFill>
                  <a:schemeClr val="bg2"/>
                </a:solidFill>
              </a:rPr>
              <a:t>security, transparency, and trust</a:t>
            </a:r>
            <a:r>
              <a:rPr lang="en-IN" sz="2000" dirty="0">
                <a:solidFill>
                  <a:schemeClr val="bg2"/>
                </a:solidFill>
              </a:rPr>
              <a:t> in financial operations</a:t>
            </a:r>
          </a:p>
        </p:txBody>
      </p:sp>
    </p:spTree>
    <p:extLst>
      <p:ext uri="{BB962C8B-B14F-4D97-AF65-F5344CB8AC3E}">
        <p14:creationId xmlns:p14="http://schemas.microsoft.com/office/powerpoint/2010/main" val="221254810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gradFill>
          <a:gsLst>
            <a:gs pos="0">
              <a:schemeClr val="tx1"/>
            </a:gs>
            <a:gs pos="73000">
              <a:schemeClr val="tx1">
                <a:lumMod val="85000"/>
                <a:lumOff val="15000"/>
              </a:schemeClr>
            </a:gs>
            <a:gs pos="35000">
              <a:schemeClr val="tx1">
                <a:lumMod val="85000"/>
                <a:lumOff val="15000"/>
              </a:schemeClr>
            </a:gs>
            <a:gs pos="100000">
              <a:schemeClr val="tx1"/>
            </a:gs>
          </a:gsLst>
          <a:lin ang="5400000" scaled="1"/>
        </a:gra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CF8BCD4-0F3B-07E8-C2BF-1D82361536BF}"/>
              </a:ext>
            </a:extLst>
          </p:cNvPr>
          <p:cNvSpPr txBox="1"/>
          <p:nvPr/>
        </p:nvSpPr>
        <p:spPr>
          <a:xfrm>
            <a:off x="467360" y="2057738"/>
            <a:ext cx="6096000" cy="3416320"/>
          </a:xfrm>
          <a:prstGeom prst="rect">
            <a:avLst/>
          </a:prstGeom>
          <a:noFill/>
        </p:spPr>
        <p:txBody>
          <a:bodyPr wrap="square">
            <a:spAutoFit/>
          </a:bodyPr>
          <a:lstStyle/>
          <a:p>
            <a:pPr algn="just">
              <a:buNone/>
            </a:pPr>
            <a:r>
              <a:rPr lang="en-US" sz="2400" dirty="0">
                <a:solidFill>
                  <a:schemeClr val="bg1"/>
                </a:solidFill>
              </a:rPr>
              <a:t>The Real-Time Financial Fraud Detection and Monitoring System is designed to safeguard financial transactions by identifying and monitoring fraudulent activities as they occur. This innovative system leverages advanced machine learning techniques and provides a user- friendly dashboard for real-time analytics, ensuring security and trust in financial operations.</a:t>
            </a:r>
          </a:p>
        </p:txBody>
      </p:sp>
      <p:graphicFrame>
        <p:nvGraphicFramePr>
          <p:cNvPr id="6" name="Table 5">
            <a:extLst>
              <a:ext uri="{FF2B5EF4-FFF2-40B4-BE49-F238E27FC236}">
                <a16:creationId xmlns:a16="http://schemas.microsoft.com/office/drawing/2014/main" id="{5B8CF0D9-5146-E0BB-7178-06A6E46A8FEA}"/>
              </a:ext>
            </a:extLst>
          </p:cNvPr>
          <p:cNvGraphicFramePr>
            <a:graphicFrameLocks noGrp="1"/>
          </p:cNvGraphicFramePr>
          <p:nvPr>
            <p:extLst>
              <p:ext uri="{D42A27DB-BD31-4B8C-83A1-F6EECF244321}">
                <p14:modId xmlns:p14="http://schemas.microsoft.com/office/powerpoint/2010/main" val="1133365596"/>
              </p:ext>
            </p:extLst>
          </p:nvPr>
        </p:nvGraphicFramePr>
        <p:xfrm>
          <a:off x="5740399" y="0"/>
          <a:ext cx="6679235" cy="6893560"/>
        </p:xfrm>
        <a:graphic>
          <a:graphicData uri="http://schemas.openxmlformats.org/drawingml/2006/table">
            <a:tbl>
              <a:tblPr firstRow="1" bandRow="1">
                <a:tableStyleId>{5C22544A-7EE6-4342-B048-85BDC9FD1C3A}</a:tableStyleId>
              </a:tblPr>
              <a:tblGrid>
                <a:gridCol w="1335847">
                  <a:extLst>
                    <a:ext uri="{9D8B030D-6E8A-4147-A177-3AD203B41FA5}">
                      <a16:colId xmlns:a16="http://schemas.microsoft.com/office/drawing/2014/main" val="3934890812"/>
                    </a:ext>
                  </a:extLst>
                </a:gridCol>
                <a:gridCol w="1335847">
                  <a:extLst>
                    <a:ext uri="{9D8B030D-6E8A-4147-A177-3AD203B41FA5}">
                      <a16:colId xmlns:a16="http://schemas.microsoft.com/office/drawing/2014/main" val="2274923602"/>
                    </a:ext>
                  </a:extLst>
                </a:gridCol>
                <a:gridCol w="1335847">
                  <a:extLst>
                    <a:ext uri="{9D8B030D-6E8A-4147-A177-3AD203B41FA5}">
                      <a16:colId xmlns:a16="http://schemas.microsoft.com/office/drawing/2014/main" val="4134923330"/>
                    </a:ext>
                  </a:extLst>
                </a:gridCol>
                <a:gridCol w="1335847">
                  <a:extLst>
                    <a:ext uri="{9D8B030D-6E8A-4147-A177-3AD203B41FA5}">
                      <a16:colId xmlns:a16="http://schemas.microsoft.com/office/drawing/2014/main" val="2254414047"/>
                    </a:ext>
                  </a:extLst>
                </a:gridCol>
                <a:gridCol w="1335847">
                  <a:extLst>
                    <a:ext uri="{9D8B030D-6E8A-4147-A177-3AD203B41FA5}">
                      <a16:colId xmlns:a16="http://schemas.microsoft.com/office/drawing/2014/main" val="2807828317"/>
                    </a:ext>
                  </a:extLst>
                </a:gridCol>
              </a:tblGrid>
              <a:tr h="1143000">
                <a:tc>
                  <a:txBody>
                    <a:bodyPr/>
                    <a:lstStyle/>
                    <a:p>
                      <a:endParaRPr lang="en-IN"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blipFill dpi="0" rotWithShape="1">
                      <a:blip r:embed="rId3">
                        <a:alphaModFix amt="10000"/>
                      </a:blip>
                      <a:srcRect/>
                      <a:tile tx="0" ty="0" sx="100000" sy="100000" flip="none" algn="t"/>
                    </a:blipFill>
                  </a:tcPr>
                </a:tc>
                <a:tc>
                  <a:txBody>
                    <a:bodyPr/>
                    <a:lstStyle/>
                    <a:p>
                      <a:endParaRPr lang="en-IN"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blipFill dpi="0" rotWithShape="1">
                      <a:blip r:embed="rId3">
                        <a:alphaModFix amt="40000"/>
                      </a:blip>
                      <a:srcRect/>
                      <a:tile tx="0" ty="0" sx="100000" sy="100000" flip="none" algn="t"/>
                    </a:blipFill>
                  </a:tcPr>
                </a:tc>
                <a:tc>
                  <a:txBody>
                    <a:bodyPr/>
                    <a:lstStyle/>
                    <a:p>
                      <a:endParaRPr lang="en-IN"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blipFill dpi="0" rotWithShape="1">
                      <a:blip r:embed="rId3">
                        <a:alphaModFix amt="60000"/>
                      </a:blip>
                      <a:srcRect/>
                      <a:tile tx="0" ty="0" sx="100000" sy="100000" flip="none" algn="t"/>
                    </a:blipFill>
                  </a:tcPr>
                </a:tc>
                <a:tc>
                  <a:txBody>
                    <a:bodyPr/>
                    <a:lstStyle/>
                    <a:p>
                      <a:endParaRPr lang="en-IN"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blipFill dpi="0" rotWithShape="1">
                      <a:blip r:embed="rId3">
                        <a:alphaModFix amt="80000"/>
                      </a:blip>
                      <a:srcRect/>
                      <a:tile tx="0" ty="0" sx="100000" sy="100000" flip="none" algn="t"/>
                    </a:blipFill>
                  </a:tcPr>
                </a:tc>
                <a:tc>
                  <a:txBody>
                    <a:bodyPr/>
                    <a:lstStyle/>
                    <a:p>
                      <a:endParaRPr lang="en-IN"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blipFill dpi="0" rotWithShape="1">
                      <a:blip r:embed="rId3"/>
                      <a:srcRect/>
                      <a:tile tx="0" ty="0" sx="100000" sy="100000" flip="none" algn="t"/>
                    </a:blipFill>
                  </a:tcPr>
                </a:tc>
                <a:extLst>
                  <a:ext uri="{0D108BD9-81ED-4DB2-BD59-A6C34878D82A}">
                    <a16:rowId xmlns:a16="http://schemas.microsoft.com/office/drawing/2014/main" val="3911946733"/>
                  </a:ext>
                </a:extLst>
              </a:tr>
              <a:tr h="1143000">
                <a:tc>
                  <a:txBody>
                    <a:bodyPr/>
                    <a:lstStyle/>
                    <a:p>
                      <a:endParaRPr lang="en-IN" dirty="0"/>
                    </a:p>
                  </a:txBody>
                  <a:tcPr>
                    <a:lnL w="12700" cmpd="sng">
                      <a:noFill/>
                    </a:lnL>
                    <a:lnR w="12700" cmpd="sng">
                      <a:noFill/>
                    </a:lnR>
                    <a:lnT w="38100" cmpd="sng">
                      <a:noFill/>
                    </a:lnT>
                    <a:lnB w="12700" cmpd="sng">
                      <a:noFill/>
                    </a:lnB>
                    <a:lnTlToBr w="12700" cmpd="sng">
                      <a:noFill/>
                      <a:prstDash val="solid"/>
                    </a:lnTlToBr>
                    <a:lnBlToTr w="12700" cmpd="sng">
                      <a:noFill/>
                      <a:prstDash val="solid"/>
                    </a:lnBlToTr>
                    <a:blipFill dpi="0" rotWithShape="1">
                      <a:blip r:embed="rId3">
                        <a:alphaModFix amt="10000"/>
                      </a:blip>
                      <a:srcRect/>
                      <a:tile tx="0" ty="0" sx="100000" sy="100000" flip="none" algn="t"/>
                    </a:blipFill>
                  </a:tcPr>
                </a:tc>
                <a:tc>
                  <a:txBody>
                    <a:bodyPr/>
                    <a:lstStyle/>
                    <a:p>
                      <a:endParaRPr lang="en-IN" dirty="0"/>
                    </a:p>
                  </a:txBody>
                  <a:tcPr>
                    <a:lnL w="12700" cmpd="sng">
                      <a:noFill/>
                    </a:lnL>
                    <a:lnR w="12700" cmpd="sng">
                      <a:noFill/>
                    </a:lnR>
                    <a:lnT w="38100" cmpd="sng">
                      <a:noFill/>
                    </a:lnT>
                    <a:lnB w="12700" cmpd="sng">
                      <a:noFill/>
                    </a:lnB>
                    <a:lnTlToBr w="12700" cmpd="sng">
                      <a:noFill/>
                      <a:prstDash val="solid"/>
                    </a:lnTlToBr>
                    <a:lnBlToTr w="12700" cmpd="sng">
                      <a:noFill/>
                      <a:prstDash val="solid"/>
                    </a:lnBlToTr>
                    <a:blipFill dpi="0" rotWithShape="1">
                      <a:blip r:embed="rId3">
                        <a:alphaModFix amt="40000"/>
                      </a:blip>
                      <a:srcRect/>
                      <a:tile tx="0" ty="0" sx="100000" sy="100000" flip="none" algn="t"/>
                    </a:blipFill>
                  </a:tcPr>
                </a:tc>
                <a:tc>
                  <a:txBody>
                    <a:bodyPr/>
                    <a:lstStyle/>
                    <a:p>
                      <a:endParaRPr lang="en-IN" dirty="0"/>
                    </a:p>
                  </a:txBody>
                  <a:tcPr>
                    <a:lnL w="12700" cmpd="sng">
                      <a:noFill/>
                    </a:lnL>
                    <a:lnR w="12700" cmpd="sng">
                      <a:noFill/>
                    </a:lnR>
                    <a:lnT w="38100" cmpd="sng">
                      <a:noFill/>
                    </a:lnT>
                    <a:lnB w="12700" cmpd="sng">
                      <a:noFill/>
                    </a:lnB>
                    <a:lnTlToBr w="12700" cmpd="sng">
                      <a:noFill/>
                      <a:prstDash val="solid"/>
                    </a:lnTlToBr>
                    <a:lnBlToTr w="12700" cmpd="sng">
                      <a:noFill/>
                      <a:prstDash val="solid"/>
                    </a:lnBlToTr>
                    <a:blipFill dpi="0" rotWithShape="1">
                      <a:blip r:embed="rId3">
                        <a:alphaModFix amt="60000"/>
                      </a:blip>
                      <a:srcRect/>
                      <a:tile tx="0" ty="0" sx="100000" sy="100000" flip="none" algn="t"/>
                    </a:blipFill>
                  </a:tcPr>
                </a:tc>
                <a:tc>
                  <a:txBody>
                    <a:bodyPr/>
                    <a:lstStyle/>
                    <a:p>
                      <a:endParaRPr lang="en-IN" dirty="0"/>
                    </a:p>
                  </a:txBody>
                  <a:tcPr>
                    <a:lnL w="12700" cmpd="sng">
                      <a:noFill/>
                    </a:lnL>
                    <a:lnR w="12700" cmpd="sng">
                      <a:noFill/>
                    </a:lnR>
                    <a:lnT w="38100" cmpd="sng">
                      <a:noFill/>
                    </a:lnT>
                    <a:lnB w="12700" cmpd="sng">
                      <a:noFill/>
                    </a:lnB>
                    <a:lnTlToBr w="12700" cmpd="sng">
                      <a:noFill/>
                      <a:prstDash val="solid"/>
                    </a:lnTlToBr>
                    <a:lnBlToTr w="12700" cmpd="sng">
                      <a:noFill/>
                      <a:prstDash val="solid"/>
                    </a:lnBlToTr>
                    <a:blipFill dpi="0" rotWithShape="1">
                      <a:blip r:embed="rId3">
                        <a:alphaModFix amt="80000"/>
                      </a:blip>
                      <a:srcRect/>
                      <a:tile tx="0" ty="0" sx="100000" sy="100000" flip="none" algn="t"/>
                    </a:blipFill>
                  </a:tcPr>
                </a:tc>
                <a:tc>
                  <a:txBody>
                    <a:bodyPr/>
                    <a:lstStyle/>
                    <a:p>
                      <a:endParaRPr lang="en-IN" dirty="0"/>
                    </a:p>
                  </a:txBody>
                  <a:tcPr>
                    <a:lnL w="12700" cmpd="sng">
                      <a:noFill/>
                    </a:lnL>
                    <a:lnR w="12700" cmpd="sng">
                      <a:noFill/>
                    </a:lnR>
                    <a:lnT w="38100" cmpd="sng">
                      <a:noFill/>
                    </a:lnT>
                    <a:lnB w="12700" cmpd="sng">
                      <a:noFill/>
                    </a:lnB>
                    <a:lnTlToBr w="12700" cmpd="sng">
                      <a:noFill/>
                      <a:prstDash val="solid"/>
                    </a:lnTlToBr>
                    <a:lnBlToTr w="12700" cmpd="sng">
                      <a:noFill/>
                      <a:prstDash val="solid"/>
                    </a:lnBlToTr>
                    <a:blipFill dpi="0" rotWithShape="1">
                      <a:blip r:embed="rId3"/>
                      <a:srcRect/>
                      <a:tile tx="0" ty="0" sx="100000" sy="100000" flip="none" algn="t"/>
                    </a:blipFill>
                  </a:tcPr>
                </a:tc>
                <a:extLst>
                  <a:ext uri="{0D108BD9-81ED-4DB2-BD59-A6C34878D82A}">
                    <a16:rowId xmlns:a16="http://schemas.microsoft.com/office/drawing/2014/main" val="2852701144"/>
                  </a:ext>
                </a:extLst>
              </a:tr>
              <a:tr h="1178560">
                <a:tc>
                  <a:txBody>
                    <a:bodyPr/>
                    <a:lstStyle/>
                    <a:p>
                      <a:endParaRPr lang="en-IN"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blipFill dpi="0" rotWithShape="1">
                      <a:blip r:embed="rId3">
                        <a:alphaModFix amt="10000"/>
                      </a:blip>
                      <a:srcRect/>
                      <a:tile tx="0" ty="0" sx="100000" sy="100000" flip="none" algn="t"/>
                    </a:blipFill>
                  </a:tcPr>
                </a:tc>
                <a:tc>
                  <a:txBody>
                    <a:bodyPr/>
                    <a:lstStyle/>
                    <a:p>
                      <a:endParaRPr lang="en-IN"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blipFill dpi="0" rotWithShape="1">
                      <a:blip r:embed="rId3">
                        <a:alphaModFix amt="40000"/>
                      </a:blip>
                      <a:srcRect/>
                      <a:tile tx="0" ty="0" sx="100000" sy="100000" flip="none" algn="t"/>
                    </a:blipFill>
                  </a:tcPr>
                </a:tc>
                <a:tc>
                  <a:txBody>
                    <a:bodyPr/>
                    <a:lstStyle/>
                    <a:p>
                      <a:endParaRPr lang="en-IN"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blipFill dpi="0" rotWithShape="1">
                      <a:blip r:embed="rId3">
                        <a:alphaModFix amt="60000"/>
                      </a:blip>
                      <a:srcRect/>
                      <a:tile tx="0" ty="0" sx="100000" sy="100000" flip="none" algn="t"/>
                    </a:blipFill>
                  </a:tcPr>
                </a:tc>
                <a:tc>
                  <a:txBody>
                    <a:bodyPr/>
                    <a:lstStyle/>
                    <a:p>
                      <a:endParaRPr lang="en-IN"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blipFill dpi="0" rotWithShape="1">
                      <a:blip r:embed="rId3">
                        <a:alphaModFix amt="80000"/>
                      </a:blip>
                      <a:srcRect/>
                      <a:tile tx="0" ty="0" sx="100000" sy="100000" flip="none" algn="t"/>
                    </a:blipFill>
                  </a:tcPr>
                </a:tc>
                <a:tc>
                  <a:txBody>
                    <a:bodyPr/>
                    <a:lstStyle/>
                    <a:p>
                      <a:endParaRPr lang="en-IN"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blipFill dpi="0" rotWithShape="1">
                      <a:blip r:embed="rId3"/>
                      <a:srcRect/>
                      <a:tile tx="0" ty="0" sx="100000" sy="100000" flip="none" algn="t"/>
                    </a:blipFill>
                  </a:tcPr>
                </a:tc>
                <a:extLst>
                  <a:ext uri="{0D108BD9-81ED-4DB2-BD59-A6C34878D82A}">
                    <a16:rowId xmlns:a16="http://schemas.microsoft.com/office/drawing/2014/main" val="3950682399"/>
                  </a:ext>
                </a:extLst>
              </a:tr>
              <a:tr h="1143000">
                <a:tc>
                  <a:txBody>
                    <a:bodyPr/>
                    <a:lstStyle/>
                    <a:p>
                      <a:endParaRPr lang="en-IN"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blipFill dpi="0" rotWithShape="1">
                      <a:blip r:embed="rId3">
                        <a:alphaModFix amt="10000"/>
                      </a:blip>
                      <a:srcRect/>
                      <a:tile tx="0" ty="0" sx="100000" sy="100000" flip="none" algn="t"/>
                    </a:blipFill>
                  </a:tcPr>
                </a:tc>
                <a:tc>
                  <a:txBody>
                    <a:bodyPr/>
                    <a:lstStyle/>
                    <a:p>
                      <a:endParaRPr lang="en-IN"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blipFill dpi="0" rotWithShape="1">
                      <a:blip r:embed="rId3">
                        <a:alphaModFix amt="40000"/>
                      </a:blip>
                      <a:srcRect/>
                      <a:tile tx="0" ty="0" sx="100000" sy="100000" flip="none" algn="t"/>
                    </a:blipFill>
                  </a:tcPr>
                </a:tc>
                <a:tc>
                  <a:txBody>
                    <a:bodyPr/>
                    <a:lstStyle/>
                    <a:p>
                      <a:endParaRPr lang="en-IN"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blipFill dpi="0" rotWithShape="1">
                      <a:blip r:embed="rId3">
                        <a:alphaModFix amt="60000"/>
                      </a:blip>
                      <a:srcRect/>
                      <a:tile tx="0" ty="0" sx="100000" sy="100000" flip="none" algn="t"/>
                    </a:blipFill>
                  </a:tcPr>
                </a:tc>
                <a:tc>
                  <a:txBody>
                    <a:bodyPr/>
                    <a:lstStyle/>
                    <a:p>
                      <a:endParaRPr lang="en-IN"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blipFill dpi="0" rotWithShape="1">
                      <a:blip r:embed="rId3">
                        <a:alphaModFix amt="80000"/>
                      </a:blip>
                      <a:srcRect/>
                      <a:tile tx="0" ty="0" sx="100000" sy="100000" flip="none" algn="t"/>
                    </a:blipFill>
                  </a:tcPr>
                </a:tc>
                <a:tc>
                  <a:txBody>
                    <a:bodyPr/>
                    <a:lstStyle/>
                    <a:p>
                      <a:endParaRPr lang="en-IN"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blipFill dpi="0" rotWithShape="1">
                      <a:blip r:embed="rId3"/>
                      <a:srcRect/>
                      <a:tile tx="0" ty="0" sx="100000" sy="100000" flip="none" algn="t"/>
                    </a:blipFill>
                  </a:tcPr>
                </a:tc>
                <a:extLst>
                  <a:ext uri="{0D108BD9-81ED-4DB2-BD59-A6C34878D82A}">
                    <a16:rowId xmlns:a16="http://schemas.microsoft.com/office/drawing/2014/main" val="3621779367"/>
                  </a:ext>
                </a:extLst>
              </a:tr>
              <a:tr h="1143000">
                <a:tc>
                  <a:txBody>
                    <a:bodyPr/>
                    <a:lstStyle/>
                    <a:p>
                      <a:endParaRPr lang="en-IN"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blipFill dpi="0" rotWithShape="1">
                      <a:blip r:embed="rId3">
                        <a:alphaModFix amt="10000"/>
                      </a:blip>
                      <a:srcRect/>
                      <a:tile tx="0" ty="0" sx="100000" sy="100000" flip="none" algn="t"/>
                    </a:blipFill>
                  </a:tcPr>
                </a:tc>
                <a:tc>
                  <a:txBody>
                    <a:bodyPr/>
                    <a:lstStyle/>
                    <a:p>
                      <a:endParaRPr lang="en-IN"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blipFill dpi="0" rotWithShape="1">
                      <a:blip r:embed="rId3">
                        <a:alphaModFix amt="40000"/>
                      </a:blip>
                      <a:srcRect/>
                      <a:tile tx="0" ty="0" sx="100000" sy="100000" flip="none" algn="t"/>
                    </a:blipFill>
                  </a:tcPr>
                </a:tc>
                <a:tc>
                  <a:txBody>
                    <a:bodyPr/>
                    <a:lstStyle/>
                    <a:p>
                      <a:endParaRPr lang="en-IN"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blipFill dpi="0" rotWithShape="1">
                      <a:blip r:embed="rId3">
                        <a:alphaModFix amt="60000"/>
                      </a:blip>
                      <a:srcRect/>
                      <a:tile tx="0" ty="0" sx="100000" sy="100000" flip="none" algn="t"/>
                    </a:blipFill>
                  </a:tcPr>
                </a:tc>
                <a:tc>
                  <a:txBody>
                    <a:bodyPr/>
                    <a:lstStyle/>
                    <a:p>
                      <a:endParaRPr lang="en-IN"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blipFill dpi="0" rotWithShape="1">
                      <a:blip r:embed="rId3">
                        <a:alphaModFix amt="80000"/>
                      </a:blip>
                      <a:srcRect/>
                      <a:tile tx="0" ty="0" sx="100000" sy="100000" flip="none" algn="t"/>
                    </a:blipFill>
                  </a:tcPr>
                </a:tc>
                <a:tc>
                  <a:txBody>
                    <a:bodyPr/>
                    <a:lstStyle/>
                    <a:p>
                      <a:endParaRPr lang="en-IN"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blipFill dpi="0" rotWithShape="1">
                      <a:blip r:embed="rId3"/>
                      <a:srcRect/>
                      <a:tile tx="0" ty="0" sx="100000" sy="100000" flip="none" algn="t"/>
                    </a:blipFill>
                  </a:tcPr>
                </a:tc>
                <a:extLst>
                  <a:ext uri="{0D108BD9-81ED-4DB2-BD59-A6C34878D82A}">
                    <a16:rowId xmlns:a16="http://schemas.microsoft.com/office/drawing/2014/main" val="1504170761"/>
                  </a:ext>
                </a:extLst>
              </a:tr>
              <a:tr h="1143000">
                <a:tc>
                  <a:txBody>
                    <a:bodyPr/>
                    <a:lstStyle/>
                    <a:p>
                      <a:endParaRPr lang="en-IN"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blipFill dpi="0" rotWithShape="1">
                      <a:blip r:embed="rId3">
                        <a:alphaModFix amt="10000"/>
                      </a:blip>
                      <a:srcRect/>
                      <a:tile tx="0" ty="0" sx="100000" sy="100000" flip="none" algn="t"/>
                    </a:blipFill>
                  </a:tcPr>
                </a:tc>
                <a:tc>
                  <a:txBody>
                    <a:bodyPr/>
                    <a:lstStyle/>
                    <a:p>
                      <a:endParaRPr lang="en-IN"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blipFill dpi="0" rotWithShape="1">
                      <a:blip r:embed="rId3">
                        <a:alphaModFix amt="40000"/>
                      </a:blip>
                      <a:srcRect/>
                      <a:tile tx="0" ty="0" sx="100000" sy="100000" flip="none" algn="t"/>
                    </a:blipFill>
                  </a:tcPr>
                </a:tc>
                <a:tc>
                  <a:txBody>
                    <a:bodyPr/>
                    <a:lstStyle/>
                    <a:p>
                      <a:endParaRPr lang="en-IN"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blipFill dpi="0" rotWithShape="1">
                      <a:blip r:embed="rId3">
                        <a:alphaModFix amt="60000"/>
                      </a:blip>
                      <a:srcRect/>
                      <a:tile tx="0" ty="0" sx="100000" sy="100000" flip="none" algn="t"/>
                    </a:blipFill>
                  </a:tcPr>
                </a:tc>
                <a:tc>
                  <a:txBody>
                    <a:bodyPr/>
                    <a:lstStyle/>
                    <a:p>
                      <a:endParaRPr lang="en-IN"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blipFill dpi="0" rotWithShape="1">
                      <a:blip r:embed="rId3">
                        <a:alphaModFix amt="80000"/>
                      </a:blip>
                      <a:srcRect/>
                      <a:tile tx="0" ty="0" sx="100000" sy="100000" flip="none" algn="t"/>
                    </a:blipFill>
                  </a:tcPr>
                </a:tc>
                <a:tc>
                  <a:txBody>
                    <a:bodyPr/>
                    <a:lstStyle/>
                    <a:p>
                      <a:endParaRPr lang="en-IN"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blipFill dpi="0" rotWithShape="1">
                      <a:blip r:embed="rId3"/>
                      <a:srcRect/>
                      <a:tile tx="0" ty="0" sx="100000" sy="100000" flip="none" algn="t"/>
                    </a:blipFill>
                  </a:tcPr>
                </a:tc>
                <a:extLst>
                  <a:ext uri="{0D108BD9-81ED-4DB2-BD59-A6C34878D82A}">
                    <a16:rowId xmlns:a16="http://schemas.microsoft.com/office/drawing/2014/main" val="353755440"/>
                  </a:ext>
                </a:extLst>
              </a:tr>
            </a:tbl>
          </a:graphicData>
        </a:graphic>
      </p:graphicFrame>
      <p:sp>
        <p:nvSpPr>
          <p:cNvPr id="2" name="Rectangle 1">
            <a:extLst>
              <a:ext uri="{FF2B5EF4-FFF2-40B4-BE49-F238E27FC236}">
                <a16:creationId xmlns:a16="http://schemas.microsoft.com/office/drawing/2014/main" id="{23192544-8574-659D-730D-C8493D17FC1D}"/>
              </a:ext>
            </a:extLst>
          </p:cNvPr>
          <p:cNvSpPr/>
          <p:nvPr/>
        </p:nvSpPr>
        <p:spPr>
          <a:xfrm>
            <a:off x="467360" y="638236"/>
            <a:ext cx="4807599" cy="923330"/>
          </a:xfrm>
          <a:prstGeom prst="rect">
            <a:avLst/>
          </a:prstGeom>
          <a:noFill/>
        </p:spPr>
        <p:txBody>
          <a:bodyPr wrap="none" lIns="91440" tIns="45720" rIns="91440" bIns="45720">
            <a:spAutoFit/>
          </a:bodyPr>
          <a:lstStyle/>
          <a:p>
            <a:pPr algn="ctr"/>
            <a:r>
              <a:rPr lang="en-US" sz="5400" b="1" cap="none" spc="50" dirty="0">
                <a:ln w="9525" cmpd="sng">
                  <a:solidFill>
                    <a:schemeClr val="accent1"/>
                  </a:solidFill>
                  <a:prstDash val="solid"/>
                </a:ln>
                <a:solidFill>
                  <a:srgbClr val="70AD47">
                    <a:tint val="1000"/>
                  </a:srgbClr>
                </a:solidFill>
                <a:effectLst>
                  <a:glow rad="38100">
                    <a:schemeClr val="accent1">
                      <a:alpha val="40000"/>
                    </a:schemeClr>
                  </a:glow>
                </a:effectLst>
              </a:rPr>
              <a:t>INTRODUCTION</a:t>
            </a:r>
            <a:endParaRPr lang="en-IN" sz="5400" b="1" cap="none" spc="50" dirty="0">
              <a:ln w="9525" cmpd="sng">
                <a:solidFill>
                  <a:schemeClr val="accent1"/>
                </a:solidFill>
                <a:prstDash val="solid"/>
              </a:ln>
              <a:solidFill>
                <a:srgbClr val="70AD47">
                  <a:tint val="1000"/>
                </a:srgbClr>
              </a:solidFill>
              <a:effectLst>
                <a:glow rad="38100">
                  <a:schemeClr val="accent1">
                    <a:alpha val="40000"/>
                  </a:schemeClr>
                </a:glow>
              </a:effectLst>
            </a:endParaRPr>
          </a:p>
        </p:txBody>
      </p:sp>
    </p:spTree>
    <p:extLst>
      <p:ext uri="{BB962C8B-B14F-4D97-AF65-F5344CB8AC3E}">
        <p14:creationId xmlns:p14="http://schemas.microsoft.com/office/powerpoint/2010/main" val="421965417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tx1"/>
            </a:gs>
            <a:gs pos="73000">
              <a:schemeClr val="tx1">
                <a:lumMod val="85000"/>
                <a:lumOff val="15000"/>
              </a:schemeClr>
            </a:gs>
            <a:gs pos="35000">
              <a:schemeClr val="tx1">
                <a:lumMod val="85000"/>
                <a:lumOff val="15000"/>
              </a:schemeClr>
            </a:gs>
            <a:gs pos="100000">
              <a:schemeClr val="tx1"/>
            </a:gs>
          </a:gsLst>
          <a:path path="circle">
            <a:fillToRect l="100000" t="100000"/>
          </a:path>
          <a:tileRect r="-100000" b="-100000"/>
        </a:gradFill>
        <a:effectLst/>
      </p:bgPr>
    </p:bg>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8A13B931-1F2F-FF28-B0FE-4CD53BF04BD9}"/>
              </a:ext>
            </a:extLst>
          </p:cNvPr>
          <p:cNvGraphicFramePr>
            <a:graphicFrameLocks noGrp="1"/>
          </p:cNvGraphicFramePr>
          <p:nvPr>
            <p:extLst>
              <p:ext uri="{D42A27DB-BD31-4B8C-83A1-F6EECF244321}">
                <p14:modId xmlns:p14="http://schemas.microsoft.com/office/powerpoint/2010/main" val="114923311"/>
              </p:ext>
            </p:extLst>
          </p:nvPr>
        </p:nvGraphicFramePr>
        <p:xfrm>
          <a:off x="4480560" y="0"/>
          <a:ext cx="7711452" cy="6858000"/>
        </p:xfrm>
        <a:graphic>
          <a:graphicData uri="http://schemas.openxmlformats.org/drawingml/2006/table">
            <a:tbl>
              <a:tblPr firstRow="1" bandRow="1">
                <a:tableStyleId>{5C22544A-7EE6-4342-B048-85BDC9FD1C3A}</a:tableStyleId>
              </a:tblPr>
              <a:tblGrid>
                <a:gridCol w="1101636">
                  <a:extLst>
                    <a:ext uri="{9D8B030D-6E8A-4147-A177-3AD203B41FA5}">
                      <a16:colId xmlns:a16="http://schemas.microsoft.com/office/drawing/2014/main" val="1930769487"/>
                    </a:ext>
                  </a:extLst>
                </a:gridCol>
                <a:gridCol w="1101636">
                  <a:extLst>
                    <a:ext uri="{9D8B030D-6E8A-4147-A177-3AD203B41FA5}">
                      <a16:colId xmlns:a16="http://schemas.microsoft.com/office/drawing/2014/main" val="956593921"/>
                    </a:ext>
                  </a:extLst>
                </a:gridCol>
                <a:gridCol w="1101636">
                  <a:extLst>
                    <a:ext uri="{9D8B030D-6E8A-4147-A177-3AD203B41FA5}">
                      <a16:colId xmlns:a16="http://schemas.microsoft.com/office/drawing/2014/main" val="684477227"/>
                    </a:ext>
                  </a:extLst>
                </a:gridCol>
                <a:gridCol w="1101636">
                  <a:extLst>
                    <a:ext uri="{9D8B030D-6E8A-4147-A177-3AD203B41FA5}">
                      <a16:colId xmlns:a16="http://schemas.microsoft.com/office/drawing/2014/main" val="1665622242"/>
                    </a:ext>
                  </a:extLst>
                </a:gridCol>
                <a:gridCol w="1101636">
                  <a:extLst>
                    <a:ext uri="{9D8B030D-6E8A-4147-A177-3AD203B41FA5}">
                      <a16:colId xmlns:a16="http://schemas.microsoft.com/office/drawing/2014/main" val="3766402060"/>
                    </a:ext>
                  </a:extLst>
                </a:gridCol>
                <a:gridCol w="1101636">
                  <a:extLst>
                    <a:ext uri="{9D8B030D-6E8A-4147-A177-3AD203B41FA5}">
                      <a16:colId xmlns:a16="http://schemas.microsoft.com/office/drawing/2014/main" val="3076822520"/>
                    </a:ext>
                  </a:extLst>
                </a:gridCol>
                <a:gridCol w="1101636">
                  <a:extLst>
                    <a:ext uri="{9D8B030D-6E8A-4147-A177-3AD203B41FA5}">
                      <a16:colId xmlns:a16="http://schemas.microsoft.com/office/drawing/2014/main" val="2325719933"/>
                    </a:ext>
                  </a:extLst>
                </a:gridCol>
              </a:tblGrid>
              <a:tr h="1143000">
                <a:tc>
                  <a:txBody>
                    <a:bodyPr/>
                    <a:lstStyle/>
                    <a:p>
                      <a:endParaRPr lang="en-IN"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blipFill dpi="0" rotWithShape="1">
                      <a:blip r:embed="rId2">
                        <a:alphaModFix amt="10000"/>
                      </a:blip>
                      <a:srcRect/>
                      <a:tile tx="0" ty="0" sx="100000" sy="100000" flip="none" algn="tr"/>
                    </a:blipFill>
                  </a:tcPr>
                </a:tc>
                <a:tc>
                  <a:txBody>
                    <a:bodyPr/>
                    <a:lstStyle/>
                    <a:p>
                      <a:endParaRPr lang="en-IN"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blipFill dpi="0" rotWithShape="1">
                      <a:blip r:embed="rId2">
                        <a:alphaModFix amt="20000"/>
                      </a:blip>
                      <a:srcRect/>
                      <a:tile tx="0" ty="0" sx="100000" sy="100000" flip="none" algn="tr"/>
                    </a:blipFill>
                  </a:tcPr>
                </a:tc>
                <a:tc>
                  <a:txBody>
                    <a:bodyPr/>
                    <a:lstStyle/>
                    <a:p>
                      <a:endParaRPr lang="en-IN"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blipFill dpi="0" rotWithShape="1">
                      <a:blip r:embed="rId2">
                        <a:alphaModFix amt="30000"/>
                      </a:blip>
                      <a:srcRect/>
                      <a:tile tx="0" ty="0" sx="100000" sy="100000" flip="none" algn="tr"/>
                    </a:blipFill>
                  </a:tcPr>
                </a:tc>
                <a:tc>
                  <a:txBody>
                    <a:bodyPr/>
                    <a:lstStyle/>
                    <a:p>
                      <a:endParaRPr lang="en-IN"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blipFill dpi="0" rotWithShape="1">
                      <a:blip r:embed="rId2">
                        <a:alphaModFix amt="40000"/>
                      </a:blip>
                      <a:srcRect/>
                      <a:tile tx="0" ty="0" sx="100000" sy="100000" flip="none" algn="tr"/>
                    </a:blipFill>
                  </a:tcPr>
                </a:tc>
                <a:tc>
                  <a:txBody>
                    <a:bodyPr/>
                    <a:lstStyle/>
                    <a:p>
                      <a:endParaRPr lang="en-IN"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blipFill dpi="0" rotWithShape="1">
                      <a:blip r:embed="rId2"/>
                      <a:srcRect/>
                      <a:tile tx="0" ty="0" sx="100000" sy="100000" flip="none" algn="tr"/>
                    </a:blipFill>
                  </a:tcPr>
                </a:tc>
                <a:tc>
                  <a:txBody>
                    <a:bodyPr/>
                    <a:lstStyle/>
                    <a:p>
                      <a:endParaRPr lang="en-IN"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blipFill dpi="0" rotWithShape="1">
                      <a:blip r:embed="rId2"/>
                      <a:srcRect/>
                      <a:tile tx="0" ty="0" sx="100000" sy="100000" flip="none" algn="tr"/>
                    </a:blipFill>
                  </a:tcPr>
                </a:tc>
                <a:tc>
                  <a:txBody>
                    <a:bodyPr/>
                    <a:lstStyle/>
                    <a:p>
                      <a:endParaRPr lang="en-IN"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blipFill dpi="0" rotWithShape="1">
                      <a:blip r:embed="rId2"/>
                      <a:srcRect/>
                      <a:tile tx="0" ty="0" sx="100000" sy="100000" flip="none" algn="tr"/>
                    </a:blipFill>
                  </a:tcPr>
                </a:tc>
                <a:extLst>
                  <a:ext uri="{0D108BD9-81ED-4DB2-BD59-A6C34878D82A}">
                    <a16:rowId xmlns:a16="http://schemas.microsoft.com/office/drawing/2014/main" val="1056988799"/>
                  </a:ext>
                </a:extLst>
              </a:tr>
              <a:tr h="1143000">
                <a:tc>
                  <a:txBody>
                    <a:bodyPr/>
                    <a:lstStyle/>
                    <a:p>
                      <a:endParaRPr lang="en-IN" dirty="0"/>
                    </a:p>
                  </a:txBody>
                  <a:tcPr>
                    <a:lnL w="12700" cmpd="sng">
                      <a:noFill/>
                    </a:lnL>
                    <a:lnR w="12700" cmpd="sng">
                      <a:noFill/>
                    </a:lnR>
                    <a:lnT w="38100" cmpd="sng">
                      <a:noFill/>
                    </a:lnT>
                    <a:lnB w="12700" cmpd="sng">
                      <a:noFill/>
                    </a:lnB>
                    <a:lnTlToBr w="12700" cmpd="sng">
                      <a:noFill/>
                      <a:prstDash val="solid"/>
                    </a:lnTlToBr>
                    <a:lnBlToTr w="12700" cmpd="sng">
                      <a:noFill/>
                      <a:prstDash val="solid"/>
                    </a:lnBlToTr>
                    <a:blipFill dpi="0" rotWithShape="1">
                      <a:blip r:embed="rId2">
                        <a:alphaModFix amt="10000"/>
                      </a:blip>
                      <a:srcRect/>
                      <a:tile tx="0" ty="0" sx="100000" sy="100000" flip="none" algn="tr"/>
                    </a:blipFill>
                  </a:tcPr>
                </a:tc>
                <a:tc>
                  <a:txBody>
                    <a:bodyPr/>
                    <a:lstStyle/>
                    <a:p>
                      <a:endParaRPr lang="en-IN" dirty="0"/>
                    </a:p>
                  </a:txBody>
                  <a:tcPr>
                    <a:lnL w="12700" cmpd="sng">
                      <a:noFill/>
                    </a:lnL>
                    <a:lnR w="12700" cmpd="sng">
                      <a:noFill/>
                    </a:lnR>
                    <a:lnT w="38100" cmpd="sng">
                      <a:noFill/>
                    </a:lnT>
                    <a:lnB w="12700" cmpd="sng">
                      <a:noFill/>
                    </a:lnB>
                    <a:lnTlToBr w="12700" cmpd="sng">
                      <a:noFill/>
                      <a:prstDash val="solid"/>
                    </a:lnTlToBr>
                    <a:lnBlToTr w="12700" cmpd="sng">
                      <a:noFill/>
                      <a:prstDash val="solid"/>
                    </a:lnBlToTr>
                    <a:blipFill dpi="0" rotWithShape="1">
                      <a:blip r:embed="rId2">
                        <a:alphaModFix amt="20000"/>
                      </a:blip>
                      <a:srcRect/>
                      <a:tile tx="0" ty="0" sx="100000" sy="100000" flip="none" algn="tr"/>
                    </a:blipFill>
                  </a:tcPr>
                </a:tc>
                <a:tc>
                  <a:txBody>
                    <a:bodyPr/>
                    <a:lstStyle/>
                    <a:p>
                      <a:endParaRPr lang="en-IN" dirty="0"/>
                    </a:p>
                  </a:txBody>
                  <a:tcPr>
                    <a:lnL w="12700" cmpd="sng">
                      <a:noFill/>
                    </a:lnL>
                    <a:lnR w="12700" cmpd="sng">
                      <a:noFill/>
                    </a:lnR>
                    <a:lnT w="38100" cmpd="sng">
                      <a:noFill/>
                    </a:lnT>
                    <a:lnB w="12700" cmpd="sng">
                      <a:noFill/>
                    </a:lnB>
                    <a:lnTlToBr w="12700" cmpd="sng">
                      <a:noFill/>
                      <a:prstDash val="solid"/>
                    </a:lnTlToBr>
                    <a:lnBlToTr w="12700" cmpd="sng">
                      <a:noFill/>
                      <a:prstDash val="solid"/>
                    </a:lnBlToTr>
                    <a:blipFill dpi="0" rotWithShape="1">
                      <a:blip r:embed="rId2">
                        <a:alphaModFix amt="30000"/>
                      </a:blip>
                      <a:srcRect/>
                      <a:tile tx="0" ty="0" sx="100000" sy="100000" flip="none" algn="tr"/>
                    </a:blipFill>
                  </a:tcPr>
                </a:tc>
                <a:tc>
                  <a:txBody>
                    <a:bodyPr/>
                    <a:lstStyle/>
                    <a:p>
                      <a:endParaRPr lang="en-IN" dirty="0"/>
                    </a:p>
                  </a:txBody>
                  <a:tcPr>
                    <a:lnL w="12700" cmpd="sng">
                      <a:noFill/>
                    </a:lnL>
                    <a:lnR w="12700" cmpd="sng">
                      <a:noFill/>
                    </a:lnR>
                    <a:lnT w="38100" cmpd="sng">
                      <a:noFill/>
                    </a:lnT>
                    <a:lnB w="12700" cmpd="sng">
                      <a:noFill/>
                    </a:lnB>
                    <a:lnTlToBr w="12700" cmpd="sng">
                      <a:noFill/>
                      <a:prstDash val="solid"/>
                    </a:lnTlToBr>
                    <a:lnBlToTr w="12700" cmpd="sng">
                      <a:noFill/>
                      <a:prstDash val="solid"/>
                    </a:lnBlToTr>
                    <a:blipFill dpi="0" rotWithShape="1">
                      <a:blip r:embed="rId2">
                        <a:alphaModFix amt="40000"/>
                      </a:blip>
                      <a:srcRect/>
                      <a:tile tx="0" ty="0" sx="100000" sy="100000" flip="none" algn="tr"/>
                    </a:blipFill>
                  </a:tcPr>
                </a:tc>
                <a:tc>
                  <a:txBody>
                    <a:bodyPr/>
                    <a:lstStyle/>
                    <a:p>
                      <a:endParaRPr lang="en-IN" dirty="0"/>
                    </a:p>
                  </a:txBody>
                  <a:tcPr>
                    <a:lnL w="12700" cmpd="sng">
                      <a:noFill/>
                    </a:lnL>
                    <a:lnR w="12700" cmpd="sng">
                      <a:noFill/>
                    </a:lnR>
                    <a:lnT w="38100" cmpd="sng">
                      <a:noFill/>
                    </a:lnT>
                    <a:lnB w="12700" cmpd="sng">
                      <a:noFill/>
                    </a:lnB>
                    <a:lnTlToBr w="12700" cmpd="sng">
                      <a:noFill/>
                      <a:prstDash val="solid"/>
                    </a:lnTlToBr>
                    <a:lnBlToTr w="12700" cmpd="sng">
                      <a:noFill/>
                      <a:prstDash val="solid"/>
                    </a:lnBlToTr>
                    <a:blipFill dpi="0" rotWithShape="1">
                      <a:blip r:embed="rId2"/>
                      <a:srcRect/>
                      <a:tile tx="0" ty="0" sx="100000" sy="100000" flip="none" algn="tr"/>
                    </a:blipFill>
                  </a:tcPr>
                </a:tc>
                <a:tc>
                  <a:txBody>
                    <a:bodyPr/>
                    <a:lstStyle/>
                    <a:p>
                      <a:endParaRPr lang="en-IN" dirty="0"/>
                    </a:p>
                  </a:txBody>
                  <a:tcPr>
                    <a:lnL w="12700" cmpd="sng">
                      <a:noFill/>
                    </a:lnL>
                    <a:lnR w="12700" cmpd="sng">
                      <a:noFill/>
                    </a:lnR>
                    <a:lnT w="38100" cmpd="sng">
                      <a:noFill/>
                    </a:lnT>
                    <a:lnB w="12700" cmpd="sng">
                      <a:noFill/>
                    </a:lnB>
                    <a:lnTlToBr w="12700" cmpd="sng">
                      <a:noFill/>
                      <a:prstDash val="solid"/>
                    </a:lnTlToBr>
                    <a:lnBlToTr w="12700" cmpd="sng">
                      <a:noFill/>
                      <a:prstDash val="solid"/>
                    </a:lnBlToTr>
                    <a:blipFill dpi="0" rotWithShape="1">
                      <a:blip r:embed="rId2"/>
                      <a:srcRect/>
                      <a:tile tx="0" ty="0" sx="100000" sy="100000" flip="none" algn="tr"/>
                    </a:blipFill>
                  </a:tcPr>
                </a:tc>
                <a:tc>
                  <a:txBody>
                    <a:bodyPr/>
                    <a:lstStyle/>
                    <a:p>
                      <a:endParaRPr lang="en-IN" dirty="0"/>
                    </a:p>
                  </a:txBody>
                  <a:tcPr>
                    <a:lnL w="12700" cmpd="sng">
                      <a:noFill/>
                    </a:lnL>
                    <a:lnR w="12700" cmpd="sng">
                      <a:noFill/>
                    </a:lnR>
                    <a:lnT w="38100" cmpd="sng">
                      <a:noFill/>
                    </a:lnT>
                    <a:lnB w="12700" cmpd="sng">
                      <a:noFill/>
                    </a:lnB>
                    <a:lnTlToBr w="12700" cmpd="sng">
                      <a:noFill/>
                      <a:prstDash val="solid"/>
                    </a:lnTlToBr>
                    <a:lnBlToTr w="12700" cmpd="sng">
                      <a:noFill/>
                      <a:prstDash val="solid"/>
                    </a:lnBlToTr>
                    <a:blipFill dpi="0" rotWithShape="1">
                      <a:blip r:embed="rId2"/>
                      <a:srcRect/>
                      <a:tile tx="0" ty="0" sx="100000" sy="100000" flip="none" algn="tr"/>
                    </a:blipFill>
                  </a:tcPr>
                </a:tc>
                <a:extLst>
                  <a:ext uri="{0D108BD9-81ED-4DB2-BD59-A6C34878D82A}">
                    <a16:rowId xmlns:a16="http://schemas.microsoft.com/office/drawing/2014/main" val="3771667997"/>
                  </a:ext>
                </a:extLst>
              </a:tr>
              <a:tr h="1143000">
                <a:tc>
                  <a:txBody>
                    <a:bodyPr/>
                    <a:lstStyle/>
                    <a:p>
                      <a:endParaRPr lang="en-IN"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blipFill dpi="0" rotWithShape="1">
                      <a:blip r:embed="rId2">
                        <a:alphaModFix amt="10000"/>
                      </a:blip>
                      <a:srcRect/>
                      <a:tile tx="0" ty="0" sx="100000" sy="100000" flip="none" algn="tr"/>
                    </a:blipFill>
                  </a:tcPr>
                </a:tc>
                <a:tc>
                  <a:txBody>
                    <a:bodyPr/>
                    <a:lstStyle/>
                    <a:p>
                      <a:endParaRPr lang="en-IN"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blipFill dpi="0" rotWithShape="1">
                      <a:blip r:embed="rId2">
                        <a:alphaModFix amt="20000"/>
                      </a:blip>
                      <a:srcRect/>
                      <a:tile tx="0" ty="0" sx="100000" sy="100000" flip="none" algn="tr"/>
                    </a:blipFill>
                  </a:tcPr>
                </a:tc>
                <a:tc>
                  <a:txBody>
                    <a:bodyPr/>
                    <a:lstStyle/>
                    <a:p>
                      <a:endParaRPr lang="en-IN"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blipFill dpi="0" rotWithShape="1">
                      <a:blip r:embed="rId2">
                        <a:alphaModFix amt="30000"/>
                      </a:blip>
                      <a:srcRect/>
                      <a:tile tx="0" ty="0" sx="100000" sy="100000" flip="none" algn="tr"/>
                    </a:blipFill>
                  </a:tcPr>
                </a:tc>
                <a:tc>
                  <a:txBody>
                    <a:bodyPr/>
                    <a:lstStyle/>
                    <a:p>
                      <a:endParaRPr lang="en-IN"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blipFill dpi="0" rotWithShape="1">
                      <a:blip r:embed="rId2">
                        <a:alphaModFix amt="40000"/>
                      </a:blip>
                      <a:srcRect/>
                      <a:tile tx="0" ty="0" sx="100000" sy="100000" flip="none" algn="tr"/>
                    </a:blipFill>
                  </a:tcPr>
                </a:tc>
                <a:tc>
                  <a:txBody>
                    <a:bodyPr/>
                    <a:lstStyle/>
                    <a:p>
                      <a:endParaRPr lang="en-IN"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blipFill dpi="0" rotWithShape="1">
                      <a:blip r:embed="rId2"/>
                      <a:srcRect/>
                      <a:tile tx="0" ty="0" sx="100000" sy="100000" flip="none" algn="tr"/>
                    </a:blipFill>
                  </a:tcPr>
                </a:tc>
                <a:tc>
                  <a:txBody>
                    <a:bodyPr/>
                    <a:lstStyle/>
                    <a:p>
                      <a:endParaRPr lang="en-IN"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blipFill>
                      <a:blip r:embed="rId2"/>
                      <a:tile tx="0" ty="0" sx="100000" sy="100000" flip="none" algn="tr"/>
                    </a:blipFill>
                  </a:tcPr>
                </a:tc>
                <a:tc>
                  <a:txBody>
                    <a:bodyPr/>
                    <a:lstStyle/>
                    <a:p>
                      <a:endParaRPr lang="en-IN"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blipFill dpi="0" rotWithShape="1">
                      <a:blip r:embed="rId2"/>
                      <a:srcRect/>
                      <a:tile tx="0" ty="0" sx="100000" sy="100000" flip="none" algn="tr"/>
                    </a:blipFill>
                  </a:tcPr>
                </a:tc>
                <a:extLst>
                  <a:ext uri="{0D108BD9-81ED-4DB2-BD59-A6C34878D82A}">
                    <a16:rowId xmlns:a16="http://schemas.microsoft.com/office/drawing/2014/main" val="2946683829"/>
                  </a:ext>
                </a:extLst>
              </a:tr>
              <a:tr h="1143000">
                <a:tc>
                  <a:txBody>
                    <a:bodyPr/>
                    <a:lstStyle/>
                    <a:p>
                      <a:endParaRPr lang="en-IN"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blipFill dpi="0" rotWithShape="1">
                      <a:blip r:embed="rId2">
                        <a:alphaModFix amt="10000"/>
                      </a:blip>
                      <a:srcRect/>
                      <a:tile tx="0" ty="0" sx="100000" sy="100000" flip="none" algn="tr"/>
                    </a:blipFill>
                  </a:tcPr>
                </a:tc>
                <a:tc>
                  <a:txBody>
                    <a:bodyPr/>
                    <a:lstStyle/>
                    <a:p>
                      <a:endParaRPr lang="en-IN"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blipFill dpi="0" rotWithShape="1">
                      <a:blip r:embed="rId2">
                        <a:alphaModFix amt="20000"/>
                      </a:blip>
                      <a:srcRect/>
                      <a:tile tx="0" ty="0" sx="100000" sy="100000" flip="none" algn="tr"/>
                    </a:blipFill>
                  </a:tcPr>
                </a:tc>
                <a:tc>
                  <a:txBody>
                    <a:bodyPr/>
                    <a:lstStyle/>
                    <a:p>
                      <a:endParaRPr lang="en-IN"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blipFill dpi="0" rotWithShape="1">
                      <a:blip r:embed="rId2">
                        <a:alphaModFix amt="30000"/>
                      </a:blip>
                      <a:srcRect/>
                      <a:tile tx="0" ty="0" sx="100000" sy="100000" flip="none" algn="tr"/>
                    </a:blipFill>
                  </a:tcPr>
                </a:tc>
                <a:tc>
                  <a:txBody>
                    <a:bodyPr/>
                    <a:lstStyle/>
                    <a:p>
                      <a:endParaRPr lang="en-IN"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blipFill dpi="0" rotWithShape="1">
                      <a:blip r:embed="rId2">
                        <a:alphaModFix amt="40000"/>
                      </a:blip>
                      <a:srcRect/>
                      <a:tile tx="0" ty="0" sx="100000" sy="100000" flip="none" algn="tr"/>
                    </a:blipFill>
                  </a:tcPr>
                </a:tc>
                <a:tc>
                  <a:txBody>
                    <a:bodyPr/>
                    <a:lstStyle/>
                    <a:p>
                      <a:endParaRPr lang="en-IN"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blipFill dpi="0" rotWithShape="1">
                      <a:blip r:embed="rId2"/>
                      <a:srcRect/>
                      <a:tile tx="0" ty="0" sx="100000" sy="100000" flip="none" algn="tr"/>
                    </a:blipFill>
                  </a:tcPr>
                </a:tc>
                <a:tc>
                  <a:txBody>
                    <a:bodyPr/>
                    <a:lstStyle/>
                    <a:p>
                      <a:endParaRPr lang="en-IN"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blipFill dpi="0" rotWithShape="1">
                      <a:blip r:embed="rId2"/>
                      <a:srcRect/>
                      <a:tile tx="0" ty="0" sx="100000" sy="100000" flip="none" algn="tr"/>
                    </a:blipFill>
                  </a:tcPr>
                </a:tc>
                <a:tc>
                  <a:txBody>
                    <a:bodyPr/>
                    <a:lstStyle/>
                    <a:p>
                      <a:endParaRPr lang="en-IN"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blipFill dpi="0" rotWithShape="1">
                      <a:blip r:embed="rId2"/>
                      <a:srcRect/>
                      <a:tile tx="0" ty="0" sx="100000" sy="100000" flip="none" algn="tr"/>
                    </a:blipFill>
                  </a:tcPr>
                </a:tc>
                <a:extLst>
                  <a:ext uri="{0D108BD9-81ED-4DB2-BD59-A6C34878D82A}">
                    <a16:rowId xmlns:a16="http://schemas.microsoft.com/office/drawing/2014/main" val="556015175"/>
                  </a:ext>
                </a:extLst>
              </a:tr>
              <a:tr h="1143000">
                <a:tc>
                  <a:txBody>
                    <a:bodyPr/>
                    <a:lstStyle/>
                    <a:p>
                      <a:endParaRPr lang="en-IN"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blipFill dpi="0" rotWithShape="1">
                      <a:blip r:embed="rId2">
                        <a:alphaModFix amt="10000"/>
                      </a:blip>
                      <a:srcRect/>
                      <a:tile tx="0" ty="0" sx="100000" sy="100000" flip="none" algn="tr"/>
                    </a:blipFill>
                  </a:tcPr>
                </a:tc>
                <a:tc>
                  <a:txBody>
                    <a:bodyPr/>
                    <a:lstStyle/>
                    <a:p>
                      <a:endParaRPr lang="en-IN"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blipFill dpi="0" rotWithShape="1">
                      <a:blip r:embed="rId2">
                        <a:alphaModFix amt="20000"/>
                      </a:blip>
                      <a:srcRect/>
                      <a:tile tx="0" ty="0" sx="100000" sy="100000" flip="none" algn="tr"/>
                    </a:blipFill>
                  </a:tcPr>
                </a:tc>
                <a:tc>
                  <a:txBody>
                    <a:bodyPr/>
                    <a:lstStyle/>
                    <a:p>
                      <a:endParaRPr lang="en-IN"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blipFill dpi="0" rotWithShape="1">
                      <a:blip r:embed="rId2">
                        <a:alphaModFix amt="30000"/>
                      </a:blip>
                      <a:srcRect/>
                      <a:tile tx="0" ty="0" sx="100000" sy="100000" flip="none" algn="tr"/>
                    </a:blipFill>
                  </a:tcPr>
                </a:tc>
                <a:tc>
                  <a:txBody>
                    <a:bodyPr/>
                    <a:lstStyle/>
                    <a:p>
                      <a:endParaRPr lang="en-IN"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blipFill dpi="0" rotWithShape="1">
                      <a:blip r:embed="rId2">
                        <a:alphaModFix amt="40000"/>
                      </a:blip>
                      <a:srcRect/>
                      <a:tile tx="0" ty="0" sx="100000" sy="100000" flip="none" algn="tr"/>
                    </a:blipFill>
                  </a:tcPr>
                </a:tc>
                <a:tc>
                  <a:txBody>
                    <a:bodyPr/>
                    <a:lstStyle/>
                    <a:p>
                      <a:endParaRPr lang="en-IN"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blipFill dpi="0" rotWithShape="1">
                      <a:blip r:embed="rId2"/>
                      <a:srcRect/>
                      <a:tile tx="0" ty="0" sx="100000" sy="100000" flip="none" algn="tr"/>
                    </a:blipFill>
                  </a:tcPr>
                </a:tc>
                <a:tc>
                  <a:txBody>
                    <a:bodyPr/>
                    <a:lstStyle/>
                    <a:p>
                      <a:endParaRPr lang="en-IN"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blipFill dpi="0" rotWithShape="1">
                      <a:blip r:embed="rId2"/>
                      <a:srcRect/>
                      <a:tile tx="0" ty="0" sx="100000" sy="100000" flip="none" algn="tr"/>
                    </a:blipFill>
                  </a:tcPr>
                </a:tc>
                <a:tc>
                  <a:txBody>
                    <a:bodyPr/>
                    <a:lstStyle/>
                    <a:p>
                      <a:endParaRPr lang="en-IN"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blipFill dpi="0" rotWithShape="1">
                      <a:blip r:embed="rId2"/>
                      <a:srcRect/>
                      <a:tile tx="0" ty="0" sx="100000" sy="100000" flip="none" algn="tr"/>
                    </a:blipFill>
                  </a:tcPr>
                </a:tc>
                <a:extLst>
                  <a:ext uri="{0D108BD9-81ED-4DB2-BD59-A6C34878D82A}">
                    <a16:rowId xmlns:a16="http://schemas.microsoft.com/office/drawing/2014/main" val="144211422"/>
                  </a:ext>
                </a:extLst>
              </a:tr>
              <a:tr h="1143000">
                <a:tc>
                  <a:txBody>
                    <a:bodyPr/>
                    <a:lstStyle/>
                    <a:p>
                      <a:endParaRPr lang="en-IN"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blipFill dpi="0" rotWithShape="1">
                      <a:blip r:embed="rId2">
                        <a:alphaModFix amt="10000"/>
                      </a:blip>
                      <a:srcRect/>
                      <a:tile tx="0" ty="0" sx="100000" sy="100000" flip="none" algn="tr"/>
                    </a:blipFill>
                  </a:tcPr>
                </a:tc>
                <a:tc>
                  <a:txBody>
                    <a:bodyPr/>
                    <a:lstStyle/>
                    <a:p>
                      <a:endParaRPr lang="en-IN"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blipFill dpi="0" rotWithShape="1">
                      <a:blip r:embed="rId2">
                        <a:alphaModFix amt="20000"/>
                      </a:blip>
                      <a:srcRect/>
                      <a:tile tx="0" ty="0" sx="100000" sy="100000" flip="none" algn="tr"/>
                    </a:blipFill>
                  </a:tcPr>
                </a:tc>
                <a:tc>
                  <a:txBody>
                    <a:bodyPr/>
                    <a:lstStyle/>
                    <a:p>
                      <a:endParaRPr lang="en-IN"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blipFill dpi="0" rotWithShape="1">
                      <a:blip r:embed="rId2">
                        <a:alphaModFix amt="30000"/>
                      </a:blip>
                      <a:srcRect/>
                      <a:tile tx="0" ty="0" sx="100000" sy="100000" flip="none" algn="tr"/>
                    </a:blipFill>
                  </a:tcPr>
                </a:tc>
                <a:tc>
                  <a:txBody>
                    <a:bodyPr/>
                    <a:lstStyle/>
                    <a:p>
                      <a:endParaRPr lang="en-IN"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blipFill dpi="0" rotWithShape="1">
                      <a:blip r:embed="rId2">
                        <a:alphaModFix amt="40000"/>
                      </a:blip>
                      <a:srcRect/>
                      <a:tile tx="0" ty="0" sx="100000" sy="100000" flip="none" algn="tr"/>
                    </a:blipFill>
                  </a:tcPr>
                </a:tc>
                <a:tc>
                  <a:txBody>
                    <a:bodyPr/>
                    <a:lstStyle/>
                    <a:p>
                      <a:endParaRPr lang="en-IN"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blipFill dpi="0" rotWithShape="1">
                      <a:blip r:embed="rId2"/>
                      <a:srcRect/>
                      <a:tile tx="0" ty="0" sx="100000" sy="100000" flip="none" algn="tr"/>
                    </a:blipFill>
                  </a:tcPr>
                </a:tc>
                <a:tc>
                  <a:txBody>
                    <a:bodyPr/>
                    <a:lstStyle/>
                    <a:p>
                      <a:endParaRPr lang="en-IN"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blipFill dpi="0" rotWithShape="1">
                      <a:blip r:embed="rId2"/>
                      <a:srcRect/>
                      <a:tile tx="0" ty="0" sx="100000" sy="100000" flip="none" algn="tr"/>
                    </a:blipFill>
                  </a:tcPr>
                </a:tc>
                <a:tc>
                  <a:txBody>
                    <a:bodyPr/>
                    <a:lstStyle/>
                    <a:p>
                      <a:endParaRPr lang="en-IN"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blipFill dpi="0" rotWithShape="1">
                      <a:blip r:embed="rId2"/>
                      <a:srcRect/>
                      <a:tile tx="0" ty="0" sx="100000" sy="100000" flip="none" algn="tr"/>
                    </a:blipFill>
                  </a:tcPr>
                </a:tc>
                <a:extLst>
                  <a:ext uri="{0D108BD9-81ED-4DB2-BD59-A6C34878D82A}">
                    <a16:rowId xmlns:a16="http://schemas.microsoft.com/office/drawing/2014/main" val="3972496287"/>
                  </a:ext>
                </a:extLst>
              </a:tr>
            </a:tbl>
          </a:graphicData>
        </a:graphic>
      </p:graphicFrame>
      <p:sp>
        <p:nvSpPr>
          <p:cNvPr id="5" name="Rectangle 4">
            <a:extLst>
              <a:ext uri="{FF2B5EF4-FFF2-40B4-BE49-F238E27FC236}">
                <a16:creationId xmlns:a16="http://schemas.microsoft.com/office/drawing/2014/main" id="{ADCBC38B-66F5-7ECF-703C-4172C1E3C48A}"/>
              </a:ext>
            </a:extLst>
          </p:cNvPr>
          <p:cNvSpPr/>
          <p:nvPr/>
        </p:nvSpPr>
        <p:spPr>
          <a:xfrm>
            <a:off x="532589" y="2274838"/>
            <a:ext cx="4177106" cy="2308324"/>
          </a:xfrm>
          <a:prstGeom prst="rect">
            <a:avLst/>
          </a:prstGeom>
          <a:noFill/>
        </p:spPr>
        <p:txBody>
          <a:bodyPr wrap="none" lIns="91440" tIns="45720" rIns="91440" bIns="45720">
            <a:spAutoFit/>
          </a:bodyPr>
          <a:lstStyle/>
          <a:p>
            <a:pPr algn="ctr"/>
            <a:r>
              <a:rPr lang="en-US" sz="7200" b="1" cap="none" spc="0" dirty="0">
                <a:ln w="10160">
                  <a:solidFill>
                    <a:schemeClr val="accent5"/>
                  </a:solidFill>
                  <a:prstDash val="solid"/>
                </a:ln>
                <a:solidFill>
                  <a:srgbClr val="FFFFFF"/>
                </a:solidFill>
                <a:effectLst>
                  <a:outerShdw blurRad="38100" dist="22860" dir="5400000" algn="tl" rotWithShape="0">
                    <a:srgbClr val="000000">
                      <a:alpha val="30000"/>
                    </a:srgbClr>
                  </a:outerShdw>
                </a:effectLst>
              </a:rPr>
              <a:t>Problem </a:t>
            </a:r>
          </a:p>
          <a:p>
            <a:pPr algn="ctr"/>
            <a:r>
              <a:rPr lang="en-US" sz="7200" b="1" cap="none" spc="0" dirty="0">
                <a:ln w="10160">
                  <a:solidFill>
                    <a:schemeClr val="accent5"/>
                  </a:solidFill>
                  <a:prstDash val="solid"/>
                </a:ln>
                <a:solidFill>
                  <a:srgbClr val="FFFFFF"/>
                </a:solidFill>
                <a:effectLst>
                  <a:outerShdw blurRad="38100" dist="22860" dir="5400000" algn="tl" rotWithShape="0">
                    <a:srgbClr val="000000">
                      <a:alpha val="30000"/>
                    </a:srgbClr>
                  </a:outerShdw>
                </a:effectLst>
              </a:rPr>
              <a:t>Statement</a:t>
            </a:r>
          </a:p>
        </p:txBody>
      </p:sp>
    </p:spTree>
    <p:extLst>
      <p:ext uri="{BB962C8B-B14F-4D97-AF65-F5344CB8AC3E}">
        <p14:creationId xmlns:p14="http://schemas.microsoft.com/office/powerpoint/2010/main" val="384420850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tx1"/>
            </a:gs>
            <a:gs pos="73000">
              <a:schemeClr val="tx1">
                <a:lumMod val="85000"/>
                <a:lumOff val="15000"/>
              </a:schemeClr>
            </a:gs>
            <a:gs pos="35000">
              <a:schemeClr val="tx1">
                <a:lumMod val="85000"/>
                <a:lumOff val="15000"/>
              </a:schemeClr>
            </a:gs>
            <a:gs pos="100000">
              <a:schemeClr val="tx1"/>
            </a:gs>
          </a:gsLst>
          <a:path path="circle">
            <a:fillToRect l="100000" t="100000"/>
          </a:path>
          <a:tileRect r="-100000" b="-100000"/>
        </a:gradFill>
        <a:effectLst/>
      </p:bgPr>
    </p:bg>
    <p:spTree>
      <p:nvGrpSpPr>
        <p:cNvPr id="1" name="">
          <a:extLst>
            <a:ext uri="{FF2B5EF4-FFF2-40B4-BE49-F238E27FC236}">
              <a16:creationId xmlns:a16="http://schemas.microsoft.com/office/drawing/2014/main" id="{F33025BA-5E1F-A347-BCAD-24E4476F74EA}"/>
            </a:ext>
          </a:extLst>
        </p:cNvPr>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BAA53C26-6173-713F-F856-EEAD68070873}"/>
              </a:ext>
            </a:extLst>
          </p:cNvPr>
          <p:cNvGraphicFramePr>
            <a:graphicFrameLocks noGrp="1"/>
          </p:cNvGraphicFramePr>
          <p:nvPr/>
        </p:nvGraphicFramePr>
        <p:xfrm>
          <a:off x="4480560" y="0"/>
          <a:ext cx="7711452" cy="6858000"/>
        </p:xfrm>
        <a:graphic>
          <a:graphicData uri="http://schemas.openxmlformats.org/drawingml/2006/table">
            <a:tbl>
              <a:tblPr firstRow="1" bandRow="1">
                <a:tableStyleId>{5C22544A-7EE6-4342-B048-85BDC9FD1C3A}</a:tableStyleId>
              </a:tblPr>
              <a:tblGrid>
                <a:gridCol w="1101636">
                  <a:extLst>
                    <a:ext uri="{9D8B030D-6E8A-4147-A177-3AD203B41FA5}">
                      <a16:colId xmlns:a16="http://schemas.microsoft.com/office/drawing/2014/main" val="1930769487"/>
                    </a:ext>
                  </a:extLst>
                </a:gridCol>
                <a:gridCol w="1101636">
                  <a:extLst>
                    <a:ext uri="{9D8B030D-6E8A-4147-A177-3AD203B41FA5}">
                      <a16:colId xmlns:a16="http://schemas.microsoft.com/office/drawing/2014/main" val="956593921"/>
                    </a:ext>
                  </a:extLst>
                </a:gridCol>
                <a:gridCol w="1101636">
                  <a:extLst>
                    <a:ext uri="{9D8B030D-6E8A-4147-A177-3AD203B41FA5}">
                      <a16:colId xmlns:a16="http://schemas.microsoft.com/office/drawing/2014/main" val="684477227"/>
                    </a:ext>
                  </a:extLst>
                </a:gridCol>
                <a:gridCol w="1101636">
                  <a:extLst>
                    <a:ext uri="{9D8B030D-6E8A-4147-A177-3AD203B41FA5}">
                      <a16:colId xmlns:a16="http://schemas.microsoft.com/office/drawing/2014/main" val="1665622242"/>
                    </a:ext>
                  </a:extLst>
                </a:gridCol>
                <a:gridCol w="1101636">
                  <a:extLst>
                    <a:ext uri="{9D8B030D-6E8A-4147-A177-3AD203B41FA5}">
                      <a16:colId xmlns:a16="http://schemas.microsoft.com/office/drawing/2014/main" val="3766402060"/>
                    </a:ext>
                  </a:extLst>
                </a:gridCol>
                <a:gridCol w="1101636">
                  <a:extLst>
                    <a:ext uri="{9D8B030D-6E8A-4147-A177-3AD203B41FA5}">
                      <a16:colId xmlns:a16="http://schemas.microsoft.com/office/drawing/2014/main" val="3076822520"/>
                    </a:ext>
                  </a:extLst>
                </a:gridCol>
                <a:gridCol w="1101636">
                  <a:extLst>
                    <a:ext uri="{9D8B030D-6E8A-4147-A177-3AD203B41FA5}">
                      <a16:colId xmlns:a16="http://schemas.microsoft.com/office/drawing/2014/main" val="2325719933"/>
                    </a:ext>
                  </a:extLst>
                </a:gridCol>
              </a:tblGrid>
              <a:tr h="1143000">
                <a:tc>
                  <a:txBody>
                    <a:bodyPr/>
                    <a:lstStyle/>
                    <a:p>
                      <a:endParaRPr lang="en-IN"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blipFill dpi="0" rotWithShape="1">
                      <a:blip r:embed="rId2">
                        <a:alphaModFix amt="10000"/>
                      </a:blip>
                      <a:srcRect/>
                      <a:tile tx="0" ty="0" sx="100000" sy="100000" flip="none" algn="tr"/>
                    </a:blipFill>
                  </a:tcPr>
                </a:tc>
                <a:tc>
                  <a:txBody>
                    <a:bodyPr/>
                    <a:lstStyle/>
                    <a:p>
                      <a:endParaRPr lang="en-IN"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blipFill dpi="0" rotWithShape="1">
                      <a:blip r:embed="rId2">
                        <a:alphaModFix amt="20000"/>
                      </a:blip>
                      <a:srcRect/>
                      <a:tile tx="0" ty="0" sx="100000" sy="100000" flip="none" algn="tr"/>
                    </a:blipFill>
                  </a:tcPr>
                </a:tc>
                <a:tc>
                  <a:txBody>
                    <a:bodyPr/>
                    <a:lstStyle/>
                    <a:p>
                      <a:endParaRPr lang="en-IN"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blipFill dpi="0" rotWithShape="1">
                      <a:blip r:embed="rId2">
                        <a:alphaModFix amt="30000"/>
                      </a:blip>
                      <a:srcRect/>
                      <a:tile tx="0" ty="0" sx="100000" sy="100000" flip="none" algn="tr"/>
                    </a:blipFill>
                  </a:tcPr>
                </a:tc>
                <a:tc>
                  <a:txBody>
                    <a:bodyPr/>
                    <a:lstStyle/>
                    <a:p>
                      <a:endParaRPr lang="en-IN"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blipFill dpi="0" rotWithShape="1">
                      <a:blip r:embed="rId2">
                        <a:alphaModFix amt="40000"/>
                      </a:blip>
                      <a:srcRect/>
                      <a:tile tx="0" ty="0" sx="100000" sy="100000" flip="none" algn="tr"/>
                    </a:blipFill>
                  </a:tcPr>
                </a:tc>
                <a:tc>
                  <a:txBody>
                    <a:bodyPr/>
                    <a:lstStyle/>
                    <a:p>
                      <a:endParaRPr lang="en-IN"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blipFill dpi="0" rotWithShape="1">
                      <a:blip r:embed="rId2"/>
                      <a:srcRect/>
                      <a:tile tx="0" ty="0" sx="100000" sy="100000" flip="none" algn="tr"/>
                    </a:blipFill>
                  </a:tcPr>
                </a:tc>
                <a:tc>
                  <a:txBody>
                    <a:bodyPr/>
                    <a:lstStyle/>
                    <a:p>
                      <a:endParaRPr lang="en-IN"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blipFill dpi="0" rotWithShape="1">
                      <a:blip r:embed="rId2"/>
                      <a:srcRect/>
                      <a:tile tx="0" ty="0" sx="100000" sy="100000" flip="none" algn="tr"/>
                    </a:blipFill>
                  </a:tcPr>
                </a:tc>
                <a:tc>
                  <a:txBody>
                    <a:bodyPr/>
                    <a:lstStyle/>
                    <a:p>
                      <a:endParaRPr lang="en-IN"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blipFill dpi="0" rotWithShape="1">
                      <a:blip r:embed="rId2"/>
                      <a:srcRect/>
                      <a:tile tx="0" ty="0" sx="100000" sy="100000" flip="none" algn="tr"/>
                    </a:blipFill>
                  </a:tcPr>
                </a:tc>
                <a:extLst>
                  <a:ext uri="{0D108BD9-81ED-4DB2-BD59-A6C34878D82A}">
                    <a16:rowId xmlns:a16="http://schemas.microsoft.com/office/drawing/2014/main" val="1056988799"/>
                  </a:ext>
                </a:extLst>
              </a:tr>
              <a:tr h="1143000">
                <a:tc>
                  <a:txBody>
                    <a:bodyPr/>
                    <a:lstStyle/>
                    <a:p>
                      <a:endParaRPr lang="en-IN" dirty="0"/>
                    </a:p>
                  </a:txBody>
                  <a:tcPr>
                    <a:lnL w="12700" cmpd="sng">
                      <a:noFill/>
                    </a:lnL>
                    <a:lnR w="12700" cmpd="sng">
                      <a:noFill/>
                    </a:lnR>
                    <a:lnT w="38100" cmpd="sng">
                      <a:noFill/>
                    </a:lnT>
                    <a:lnB w="12700" cmpd="sng">
                      <a:noFill/>
                    </a:lnB>
                    <a:lnTlToBr w="12700" cmpd="sng">
                      <a:noFill/>
                      <a:prstDash val="solid"/>
                    </a:lnTlToBr>
                    <a:lnBlToTr w="12700" cmpd="sng">
                      <a:noFill/>
                      <a:prstDash val="solid"/>
                    </a:lnBlToTr>
                    <a:blipFill dpi="0" rotWithShape="1">
                      <a:blip r:embed="rId2">
                        <a:alphaModFix amt="10000"/>
                      </a:blip>
                      <a:srcRect/>
                      <a:tile tx="0" ty="0" sx="100000" sy="100000" flip="none" algn="tr"/>
                    </a:blipFill>
                  </a:tcPr>
                </a:tc>
                <a:tc>
                  <a:txBody>
                    <a:bodyPr/>
                    <a:lstStyle/>
                    <a:p>
                      <a:endParaRPr lang="en-IN" dirty="0"/>
                    </a:p>
                  </a:txBody>
                  <a:tcPr>
                    <a:lnL w="12700" cmpd="sng">
                      <a:noFill/>
                    </a:lnL>
                    <a:lnR w="12700" cmpd="sng">
                      <a:noFill/>
                    </a:lnR>
                    <a:lnT w="38100" cmpd="sng">
                      <a:noFill/>
                    </a:lnT>
                    <a:lnB w="12700" cmpd="sng">
                      <a:noFill/>
                    </a:lnB>
                    <a:lnTlToBr w="12700" cmpd="sng">
                      <a:noFill/>
                      <a:prstDash val="solid"/>
                    </a:lnTlToBr>
                    <a:lnBlToTr w="12700" cmpd="sng">
                      <a:noFill/>
                      <a:prstDash val="solid"/>
                    </a:lnBlToTr>
                    <a:blipFill dpi="0" rotWithShape="1">
                      <a:blip r:embed="rId2">
                        <a:alphaModFix amt="20000"/>
                      </a:blip>
                      <a:srcRect/>
                      <a:tile tx="0" ty="0" sx="100000" sy="100000" flip="none" algn="tr"/>
                    </a:blipFill>
                  </a:tcPr>
                </a:tc>
                <a:tc>
                  <a:txBody>
                    <a:bodyPr/>
                    <a:lstStyle/>
                    <a:p>
                      <a:endParaRPr lang="en-IN" dirty="0"/>
                    </a:p>
                  </a:txBody>
                  <a:tcPr>
                    <a:lnL w="12700" cmpd="sng">
                      <a:noFill/>
                    </a:lnL>
                    <a:lnR w="12700" cmpd="sng">
                      <a:noFill/>
                    </a:lnR>
                    <a:lnT w="38100" cmpd="sng">
                      <a:noFill/>
                    </a:lnT>
                    <a:lnB w="12700" cmpd="sng">
                      <a:noFill/>
                    </a:lnB>
                    <a:lnTlToBr w="12700" cmpd="sng">
                      <a:noFill/>
                      <a:prstDash val="solid"/>
                    </a:lnTlToBr>
                    <a:lnBlToTr w="12700" cmpd="sng">
                      <a:noFill/>
                      <a:prstDash val="solid"/>
                    </a:lnBlToTr>
                    <a:blipFill dpi="0" rotWithShape="1">
                      <a:blip r:embed="rId2">
                        <a:alphaModFix amt="30000"/>
                      </a:blip>
                      <a:srcRect/>
                      <a:tile tx="0" ty="0" sx="100000" sy="100000" flip="none" algn="tr"/>
                    </a:blipFill>
                  </a:tcPr>
                </a:tc>
                <a:tc>
                  <a:txBody>
                    <a:bodyPr/>
                    <a:lstStyle/>
                    <a:p>
                      <a:endParaRPr lang="en-IN" dirty="0"/>
                    </a:p>
                  </a:txBody>
                  <a:tcPr>
                    <a:lnL w="12700" cmpd="sng">
                      <a:noFill/>
                    </a:lnL>
                    <a:lnR w="12700" cmpd="sng">
                      <a:noFill/>
                    </a:lnR>
                    <a:lnT w="38100" cmpd="sng">
                      <a:noFill/>
                    </a:lnT>
                    <a:lnB w="12700" cmpd="sng">
                      <a:noFill/>
                    </a:lnB>
                    <a:lnTlToBr w="12700" cmpd="sng">
                      <a:noFill/>
                      <a:prstDash val="solid"/>
                    </a:lnTlToBr>
                    <a:lnBlToTr w="12700" cmpd="sng">
                      <a:noFill/>
                      <a:prstDash val="solid"/>
                    </a:lnBlToTr>
                    <a:blipFill dpi="0" rotWithShape="1">
                      <a:blip r:embed="rId2">
                        <a:alphaModFix amt="40000"/>
                      </a:blip>
                      <a:srcRect/>
                      <a:tile tx="0" ty="0" sx="100000" sy="100000" flip="none" algn="tr"/>
                    </a:blipFill>
                  </a:tcPr>
                </a:tc>
                <a:tc>
                  <a:txBody>
                    <a:bodyPr/>
                    <a:lstStyle/>
                    <a:p>
                      <a:endParaRPr lang="en-IN" dirty="0"/>
                    </a:p>
                  </a:txBody>
                  <a:tcPr>
                    <a:lnL w="12700" cmpd="sng">
                      <a:noFill/>
                    </a:lnL>
                    <a:lnR w="12700" cmpd="sng">
                      <a:noFill/>
                    </a:lnR>
                    <a:lnT w="38100" cmpd="sng">
                      <a:noFill/>
                    </a:lnT>
                    <a:lnB w="12700" cmpd="sng">
                      <a:noFill/>
                    </a:lnB>
                    <a:lnTlToBr w="12700" cmpd="sng">
                      <a:noFill/>
                      <a:prstDash val="solid"/>
                    </a:lnTlToBr>
                    <a:lnBlToTr w="12700" cmpd="sng">
                      <a:noFill/>
                      <a:prstDash val="solid"/>
                    </a:lnBlToTr>
                    <a:blipFill dpi="0" rotWithShape="1">
                      <a:blip r:embed="rId2"/>
                      <a:srcRect/>
                      <a:tile tx="0" ty="0" sx="100000" sy="100000" flip="none" algn="tr"/>
                    </a:blipFill>
                  </a:tcPr>
                </a:tc>
                <a:tc>
                  <a:txBody>
                    <a:bodyPr/>
                    <a:lstStyle/>
                    <a:p>
                      <a:endParaRPr lang="en-IN" dirty="0"/>
                    </a:p>
                  </a:txBody>
                  <a:tcPr>
                    <a:lnL w="12700" cmpd="sng">
                      <a:noFill/>
                    </a:lnL>
                    <a:lnR w="12700" cmpd="sng">
                      <a:noFill/>
                    </a:lnR>
                    <a:lnT w="38100" cmpd="sng">
                      <a:noFill/>
                    </a:lnT>
                    <a:lnB w="12700" cmpd="sng">
                      <a:noFill/>
                    </a:lnB>
                    <a:lnTlToBr w="12700" cmpd="sng">
                      <a:noFill/>
                      <a:prstDash val="solid"/>
                    </a:lnTlToBr>
                    <a:lnBlToTr w="12700" cmpd="sng">
                      <a:noFill/>
                      <a:prstDash val="solid"/>
                    </a:lnBlToTr>
                    <a:blipFill dpi="0" rotWithShape="1">
                      <a:blip r:embed="rId2"/>
                      <a:srcRect/>
                      <a:tile tx="0" ty="0" sx="100000" sy="100000" flip="none" algn="tr"/>
                    </a:blipFill>
                  </a:tcPr>
                </a:tc>
                <a:tc>
                  <a:txBody>
                    <a:bodyPr/>
                    <a:lstStyle/>
                    <a:p>
                      <a:endParaRPr lang="en-IN" dirty="0"/>
                    </a:p>
                  </a:txBody>
                  <a:tcPr>
                    <a:lnL w="12700" cmpd="sng">
                      <a:noFill/>
                    </a:lnL>
                    <a:lnR w="12700" cmpd="sng">
                      <a:noFill/>
                    </a:lnR>
                    <a:lnT w="38100" cmpd="sng">
                      <a:noFill/>
                    </a:lnT>
                    <a:lnB w="12700" cmpd="sng">
                      <a:noFill/>
                    </a:lnB>
                    <a:lnTlToBr w="12700" cmpd="sng">
                      <a:noFill/>
                      <a:prstDash val="solid"/>
                    </a:lnTlToBr>
                    <a:lnBlToTr w="12700" cmpd="sng">
                      <a:noFill/>
                      <a:prstDash val="solid"/>
                    </a:lnBlToTr>
                    <a:blipFill dpi="0" rotWithShape="1">
                      <a:blip r:embed="rId2"/>
                      <a:srcRect/>
                      <a:tile tx="0" ty="0" sx="100000" sy="100000" flip="none" algn="tr"/>
                    </a:blipFill>
                  </a:tcPr>
                </a:tc>
                <a:extLst>
                  <a:ext uri="{0D108BD9-81ED-4DB2-BD59-A6C34878D82A}">
                    <a16:rowId xmlns:a16="http://schemas.microsoft.com/office/drawing/2014/main" val="3771667997"/>
                  </a:ext>
                </a:extLst>
              </a:tr>
              <a:tr h="1143000">
                <a:tc>
                  <a:txBody>
                    <a:bodyPr/>
                    <a:lstStyle/>
                    <a:p>
                      <a:endParaRPr lang="en-IN"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blipFill dpi="0" rotWithShape="1">
                      <a:blip r:embed="rId2">
                        <a:alphaModFix amt="10000"/>
                      </a:blip>
                      <a:srcRect/>
                      <a:tile tx="0" ty="0" sx="100000" sy="100000" flip="none" algn="tr"/>
                    </a:blipFill>
                  </a:tcPr>
                </a:tc>
                <a:tc>
                  <a:txBody>
                    <a:bodyPr/>
                    <a:lstStyle/>
                    <a:p>
                      <a:endParaRPr lang="en-IN"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blipFill dpi="0" rotWithShape="1">
                      <a:blip r:embed="rId2">
                        <a:alphaModFix amt="20000"/>
                      </a:blip>
                      <a:srcRect/>
                      <a:tile tx="0" ty="0" sx="100000" sy="100000" flip="none" algn="tr"/>
                    </a:blipFill>
                  </a:tcPr>
                </a:tc>
                <a:tc>
                  <a:txBody>
                    <a:bodyPr/>
                    <a:lstStyle/>
                    <a:p>
                      <a:endParaRPr lang="en-IN"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blipFill dpi="0" rotWithShape="1">
                      <a:blip r:embed="rId2">
                        <a:alphaModFix amt="30000"/>
                      </a:blip>
                      <a:srcRect/>
                      <a:tile tx="0" ty="0" sx="100000" sy="100000" flip="none" algn="tr"/>
                    </a:blipFill>
                  </a:tcPr>
                </a:tc>
                <a:tc>
                  <a:txBody>
                    <a:bodyPr/>
                    <a:lstStyle/>
                    <a:p>
                      <a:endParaRPr lang="en-IN"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blipFill dpi="0" rotWithShape="1">
                      <a:blip r:embed="rId2">
                        <a:alphaModFix amt="40000"/>
                      </a:blip>
                      <a:srcRect/>
                      <a:tile tx="0" ty="0" sx="100000" sy="100000" flip="none" algn="tr"/>
                    </a:blipFill>
                  </a:tcPr>
                </a:tc>
                <a:tc>
                  <a:txBody>
                    <a:bodyPr/>
                    <a:lstStyle/>
                    <a:p>
                      <a:endParaRPr lang="en-IN"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blipFill dpi="0" rotWithShape="1">
                      <a:blip r:embed="rId2"/>
                      <a:srcRect/>
                      <a:tile tx="0" ty="0" sx="100000" sy="100000" flip="none" algn="tr"/>
                    </a:blipFill>
                  </a:tcPr>
                </a:tc>
                <a:tc>
                  <a:txBody>
                    <a:bodyPr/>
                    <a:lstStyle/>
                    <a:p>
                      <a:endParaRPr lang="en-IN"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blipFill>
                      <a:blip r:embed="rId2"/>
                      <a:tile tx="0" ty="0" sx="100000" sy="100000" flip="none" algn="tr"/>
                    </a:blipFill>
                  </a:tcPr>
                </a:tc>
                <a:tc>
                  <a:txBody>
                    <a:bodyPr/>
                    <a:lstStyle/>
                    <a:p>
                      <a:endParaRPr lang="en-IN"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blipFill dpi="0" rotWithShape="1">
                      <a:blip r:embed="rId2"/>
                      <a:srcRect/>
                      <a:tile tx="0" ty="0" sx="100000" sy="100000" flip="none" algn="tr"/>
                    </a:blipFill>
                  </a:tcPr>
                </a:tc>
                <a:extLst>
                  <a:ext uri="{0D108BD9-81ED-4DB2-BD59-A6C34878D82A}">
                    <a16:rowId xmlns:a16="http://schemas.microsoft.com/office/drawing/2014/main" val="2946683829"/>
                  </a:ext>
                </a:extLst>
              </a:tr>
              <a:tr h="1143000">
                <a:tc>
                  <a:txBody>
                    <a:bodyPr/>
                    <a:lstStyle/>
                    <a:p>
                      <a:endParaRPr lang="en-IN"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blipFill dpi="0" rotWithShape="1">
                      <a:blip r:embed="rId2">
                        <a:alphaModFix amt="10000"/>
                      </a:blip>
                      <a:srcRect/>
                      <a:tile tx="0" ty="0" sx="100000" sy="100000" flip="none" algn="tr"/>
                    </a:blipFill>
                  </a:tcPr>
                </a:tc>
                <a:tc>
                  <a:txBody>
                    <a:bodyPr/>
                    <a:lstStyle/>
                    <a:p>
                      <a:endParaRPr lang="en-IN"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blipFill dpi="0" rotWithShape="1">
                      <a:blip r:embed="rId2">
                        <a:alphaModFix amt="20000"/>
                      </a:blip>
                      <a:srcRect/>
                      <a:tile tx="0" ty="0" sx="100000" sy="100000" flip="none" algn="tr"/>
                    </a:blipFill>
                  </a:tcPr>
                </a:tc>
                <a:tc>
                  <a:txBody>
                    <a:bodyPr/>
                    <a:lstStyle/>
                    <a:p>
                      <a:endParaRPr lang="en-IN"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blipFill dpi="0" rotWithShape="1">
                      <a:blip r:embed="rId2">
                        <a:alphaModFix amt="30000"/>
                      </a:blip>
                      <a:srcRect/>
                      <a:tile tx="0" ty="0" sx="100000" sy="100000" flip="none" algn="tr"/>
                    </a:blipFill>
                  </a:tcPr>
                </a:tc>
                <a:tc>
                  <a:txBody>
                    <a:bodyPr/>
                    <a:lstStyle/>
                    <a:p>
                      <a:endParaRPr lang="en-IN"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blipFill dpi="0" rotWithShape="1">
                      <a:blip r:embed="rId2">
                        <a:alphaModFix amt="40000"/>
                      </a:blip>
                      <a:srcRect/>
                      <a:tile tx="0" ty="0" sx="100000" sy="100000" flip="none" algn="tr"/>
                    </a:blipFill>
                  </a:tcPr>
                </a:tc>
                <a:tc>
                  <a:txBody>
                    <a:bodyPr/>
                    <a:lstStyle/>
                    <a:p>
                      <a:endParaRPr lang="en-IN"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blipFill dpi="0" rotWithShape="1">
                      <a:blip r:embed="rId2"/>
                      <a:srcRect/>
                      <a:tile tx="0" ty="0" sx="100000" sy="100000" flip="none" algn="tr"/>
                    </a:blipFill>
                  </a:tcPr>
                </a:tc>
                <a:tc>
                  <a:txBody>
                    <a:bodyPr/>
                    <a:lstStyle/>
                    <a:p>
                      <a:endParaRPr lang="en-IN"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blipFill dpi="0" rotWithShape="1">
                      <a:blip r:embed="rId2"/>
                      <a:srcRect/>
                      <a:tile tx="0" ty="0" sx="100000" sy="100000" flip="none" algn="tr"/>
                    </a:blipFill>
                  </a:tcPr>
                </a:tc>
                <a:tc>
                  <a:txBody>
                    <a:bodyPr/>
                    <a:lstStyle/>
                    <a:p>
                      <a:endParaRPr lang="en-IN"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blipFill dpi="0" rotWithShape="1">
                      <a:blip r:embed="rId2"/>
                      <a:srcRect/>
                      <a:tile tx="0" ty="0" sx="100000" sy="100000" flip="none" algn="tr"/>
                    </a:blipFill>
                  </a:tcPr>
                </a:tc>
                <a:extLst>
                  <a:ext uri="{0D108BD9-81ED-4DB2-BD59-A6C34878D82A}">
                    <a16:rowId xmlns:a16="http://schemas.microsoft.com/office/drawing/2014/main" val="556015175"/>
                  </a:ext>
                </a:extLst>
              </a:tr>
              <a:tr h="1143000">
                <a:tc>
                  <a:txBody>
                    <a:bodyPr/>
                    <a:lstStyle/>
                    <a:p>
                      <a:endParaRPr lang="en-IN"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blipFill dpi="0" rotWithShape="1">
                      <a:blip r:embed="rId2">
                        <a:alphaModFix amt="10000"/>
                      </a:blip>
                      <a:srcRect/>
                      <a:tile tx="0" ty="0" sx="100000" sy="100000" flip="none" algn="tr"/>
                    </a:blipFill>
                  </a:tcPr>
                </a:tc>
                <a:tc>
                  <a:txBody>
                    <a:bodyPr/>
                    <a:lstStyle/>
                    <a:p>
                      <a:endParaRPr lang="en-IN"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blipFill dpi="0" rotWithShape="1">
                      <a:blip r:embed="rId2">
                        <a:alphaModFix amt="20000"/>
                      </a:blip>
                      <a:srcRect/>
                      <a:tile tx="0" ty="0" sx="100000" sy="100000" flip="none" algn="tr"/>
                    </a:blipFill>
                  </a:tcPr>
                </a:tc>
                <a:tc>
                  <a:txBody>
                    <a:bodyPr/>
                    <a:lstStyle/>
                    <a:p>
                      <a:endParaRPr lang="en-IN"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blipFill dpi="0" rotWithShape="1">
                      <a:blip r:embed="rId2">
                        <a:alphaModFix amt="30000"/>
                      </a:blip>
                      <a:srcRect/>
                      <a:tile tx="0" ty="0" sx="100000" sy="100000" flip="none" algn="tr"/>
                    </a:blipFill>
                  </a:tcPr>
                </a:tc>
                <a:tc>
                  <a:txBody>
                    <a:bodyPr/>
                    <a:lstStyle/>
                    <a:p>
                      <a:endParaRPr lang="en-IN"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blipFill dpi="0" rotWithShape="1">
                      <a:blip r:embed="rId2">
                        <a:alphaModFix amt="40000"/>
                      </a:blip>
                      <a:srcRect/>
                      <a:tile tx="0" ty="0" sx="100000" sy="100000" flip="none" algn="tr"/>
                    </a:blipFill>
                  </a:tcPr>
                </a:tc>
                <a:tc>
                  <a:txBody>
                    <a:bodyPr/>
                    <a:lstStyle/>
                    <a:p>
                      <a:endParaRPr lang="en-IN"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blipFill dpi="0" rotWithShape="1">
                      <a:blip r:embed="rId2"/>
                      <a:srcRect/>
                      <a:tile tx="0" ty="0" sx="100000" sy="100000" flip="none" algn="tr"/>
                    </a:blipFill>
                  </a:tcPr>
                </a:tc>
                <a:tc>
                  <a:txBody>
                    <a:bodyPr/>
                    <a:lstStyle/>
                    <a:p>
                      <a:endParaRPr lang="en-IN"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blipFill dpi="0" rotWithShape="1">
                      <a:blip r:embed="rId2"/>
                      <a:srcRect/>
                      <a:tile tx="0" ty="0" sx="100000" sy="100000" flip="none" algn="tr"/>
                    </a:blipFill>
                  </a:tcPr>
                </a:tc>
                <a:tc>
                  <a:txBody>
                    <a:bodyPr/>
                    <a:lstStyle/>
                    <a:p>
                      <a:endParaRPr lang="en-IN"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blipFill dpi="0" rotWithShape="1">
                      <a:blip r:embed="rId2"/>
                      <a:srcRect/>
                      <a:tile tx="0" ty="0" sx="100000" sy="100000" flip="none" algn="tr"/>
                    </a:blipFill>
                  </a:tcPr>
                </a:tc>
                <a:extLst>
                  <a:ext uri="{0D108BD9-81ED-4DB2-BD59-A6C34878D82A}">
                    <a16:rowId xmlns:a16="http://schemas.microsoft.com/office/drawing/2014/main" val="144211422"/>
                  </a:ext>
                </a:extLst>
              </a:tr>
              <a:tr h="1143000">
                <a:tc>
                  <a:txBody>
                    <a:bodyPr/>
                    <a:lstStyle/>
                    <a:p>
                      <a:endParaRPr lang="en-IN"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blipFill dpi="0" rotWithShape="1">
                      <a:blip r:embed="rId2">
                        <a:alphaModFix amt="10000"/>
                      </a:blip>
                      <a:srcRect/>
                      <a:tile tx="0" ty="0" sx="100000" sy="100000" flip="none" algn="tr"/>
                    </a:blipFill>
                  </a:tcPr>
                </a:tc>
                <a:tc>
                  <a:txBody>
                    <a:bodyPr/>
                    <a:lstStyle/>
                    <a:p>
                      <a:endParaRPr lang="en-IN"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blipFill dpi="0" rotWithShape="1">
                      <a:blip r:embed="rId2">
                        <a:alphaModFix amt="20000"/>
                      </a:blip>
                      <a:srcRect/>
                      <a:tile tx="0" ty="0" sx="100000" sy="100000" flip="none" algn="tr"/>
                    </a:blipFill>
                  </a:tcPr>
                </a:tc>
                <a:tc>
                  <a:txBody>
                    <a:bodyPr/>
                    <a:lstStyle/>
                    <a:p>
                      <a:endParaRPr lang="en-IN"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blipFill dpi="0" rotWithShape="1">
                      <a:blip r:embed="rId2">
                        <a:alphaModFix amt="30000"/>
                      </a:blip>
                      <a:srcRect/>
                      <a:tile tx="0" ty="0" sx="100000" sy="100000" flip="none" algn="tr"/>
                    </a:blipFill>
                  </a:tcPr>
                </a:tc>
                <a:tc>
                  <a:txBody>
                    <a:bodyPr/>
                    <a:lstStyle/>
                    <a:p>
                      <a:endParaRPr lang="en-IN"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blipFill dpi="0" rotWithShape="1">
                      <a:blip r:embed="rId2">
                        <a:alphaModFix amt="40000"/>
                      </a:blip>
                      <a:srcRect/>
                      <a:tile tx="0" ty="0" sx="100000" sy="100000" flip="none" algn="tr"/>
                    </a:blipFill>
                  </a:tcPr>
                </a:tc>
                <a:tc>
                  <a:txBody>
                    <a:bodyPr/>
                    <a:lstStyle/>
                    <a:p>
                      <a:endParaRPr lang="en-IN"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blipFill dpi="0" rotWithShape="1">
                      <a:blip r:embed="rId2"/>
                      <a:srcRect/>
                      <a:tile tx="0" ty="0" sx="100000" sy="100000" flip="none" algn="tr"/>
                    </a:blipFill>
                  </a:tcPr>
                </a:tc>
                <a:tc>
                  <a:txBody>
                    <a:bodyPr/>
                    <a:lstStyle/>
                    <a:p>
                      <a:endParaRPr lang="en-IN"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blipFill dpi="0" rotWithShape="1">
                      <a:blip r:embed="rId2"/>
                      <a:srcRect/>
                      <a:tile tx="0" ty="0" sx="100000" sy="100000" flip="none" algn="tr"/>
                    </a:blipFill>
                  </a:tcPr>
                </a:tc>
                <a:tc>
                  <a:txBody>
                    <a:bodyPr/>
                    <a:lstStyle/>
                    <a:p>
                      <a:endParaRPr lang="en-IN"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blipFill dpi="0" rotWithShape="1">
                      <a:blip r:embed="rId2"/>
                      <a:srcRect/>
                      <a:tile tx="0" ty="0" sx="100000" sy="100000" flip="none" algn="tr"/>
                    </a:blipFill>
                  </a:tcPr>
                </a:tc>
                <a:extLst>
                  <a:ext uri="{0D108BD9-81ED-4DB2-BD59-A6C34878D82A}">
                    <a16:rowId xmlns:a16="http://schemas.microsoft.com/office/drawing/2014/main" val="3972496287"/>
                  </a:ext>
                </a:extLst>
              </a:tr>
            </a:tbl>
          </a:graphicData>
        </a:graphic>
      </p:graphicFrame>
      <p:sp>
        <p:nvSpPr>
          <p:cNvPr id="5" name="Rectangle 4">
            <a:extLst>
              <a:ext uri="{FF2B5EF4-FFF2-40B4-BE49-F238E27FC236}">
                <a16:creationId xmlns:a16="http://schemas.microsoft.com/office/drawing/2014/main" id="{C978D058-4235-7C4B-A38F-6DB08A6A2631}"/>
              </a:ext>
            </a:extLst>
          </p:cNvPr>
          <p:cNvSpPr/>
          <p:nvPr/>
        </p:nvSpPr>
        <p:spPr>
          <a:xfrm>
            <a:off x="563069" y="311784"/>
            <a:ext cx="4177106" cy="2308324"/>
          </a:xfrm>
          <a:prstGeom prst="rect">
            <a:avLst/>
          </a:prstGeom>
          <a:noFill/>
        </p:spPr>
        <p:txBody>
          <a:bodyPr wrap="none" lIns="91440" tIns="45720" rIns="91440" bIns="45720">
            <a:spAutoFit/>
          </a:bodyPr>
          <a:lstStyle/>
          <a:p>
            <a:pPr algn="ctr"/>
            <a:r>
              <a:rPr lang="en-US" sz="7200" b="1" cap="none" spc="0" dirty="0">
                <a:ln w="10160">
                  <a:solidFill>
                    <a:schemeClr val="accent5"/>
                  </a:solidFill>
                  <a:prstDash val="solid"/>
                </a:ln>
                <a:solidFill>
                  <a:srgbClr val="FFFFFF"/>
                </a:solidFill>
                <a:effectLst>
                  <a:outerShdw blurRad="38100" dist="22860" dir="5400000" algn="tl" rotWithShape="0">
                    <a:srgbClr val="000000">
                      <a:alpha val="30000"/>
                    </a:srgbClr>
                  </a:outerShdw>
                </a:effectLst>
              </a:rPr>
              <a:t>Problem </a:t>
            </a:r>
          </a:p>
          <a:p>
            <a:pPr algn="ctr"/>
            <a:r>
              <a:rPr lang="en-US" sz="7200" b="1" cap="none" spc="0" dirty="0">
                <a:ln w="10160">
                  <a:solidFill>
                    <a:schemeClr val="accent5"/>
                  </a:solidFill>
                  <a:prstDash val="solid"/>
                </a:ln>
                <a:solidFill>
                  <a:srgbClr val="FFFFFF"/>
                </a:solidFill>
                <a:effectLst>
                  <a:outerShdw blurRad="38100" dist="22860" dir="5400000" algn="tl" rotWithShape="0">
                    <a:srgbClr val="000000">
                      <a:alpha val="30000"/>
                    </a:srgbClr>
                  </a:outerShdw>
                </a:effectLst>
              </a:rPr>
              <a:t>Statement</a:t>
            </a:r>
          </a:p>
        </p:txBody>
      </p:sp>
      <p:sp>
        <p:nvSpPr>
          <p:cNvPr id="7" name="TextBox 6">
            <a:extLst>
              <a:ext uri="{FF2B5EF4-FFF2-40B4-BE49-F238E27FC236}">
                <a16:creationId xmlns:a16="http://schemas.microsoft.com/office/drawing/2014/main" id="{D0AF8765-1742-921D-ABFD-3846A940FF6A}"/>
              </a:ext>
            </a:extLst>
          </p:cNvPr>
          <p:cNvSpPr txBox="1"/>
          <p:nvPr/>
        </p:nvSpPr>
        <p:spPr>
          <a:xfrm>
            <a:off x="563069" y="2575898"/>
            <a:ext cx="6888758" cy="3970318"/>
          </a:xfrm>
          <a:prstGeom prst="rect">
            <a:avLst/>
          </a:prstGeom>
          <a:noFill/>
        </p:spPr>
        <p:txBody>
          <a:bodyPr wrap="square">
            <a:spAutoFit/>
          </a:bodyPr>
          <a:lstStyle/>
          <a:p>
            <a:r>
              <a:rPr lang="en-IN" sz="2800" dirty="0">
                <a:solidFill>
                  <a:schemeClr val="bg1"/>
                </a:solidFill>
              </a:rPr>
              <a:t>The financial sector faces significant challenges with the rising incidence of fraud, leading to substantial losses for both institutions and customers. This project aims to address these challenges by creating a system capable of identifying and monitoring fraudulent transactions as they occur, ensuring timely interventions and enhanced security.</a:t>
            </a:r>
          </a:p>
        </p:txBody>
      </p:sp>
    </p:spTree>
    <p:extLst>
      <p:ext uri="{BB962C8B-B14F-4D97-AF65-F5344CB8AC3E}">
        <p14:creationId xmlns:p14="http://schemas.microsoft.com/office/powerpoint/2010/main" val="304456932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pattFill prst="pct5">
          <a:fgClr>
            <a:schemeClr val="tx1">
              <a:lumMod val="50000"/>
              <a:lumOff val="50000"/>
            </a:schemeClr>
          </a:fgClr>
          <a:bgClr>
            <a:schemeClr val="tx1"/>
          </a:bgClr>
        </a:pattFill>
        <a:effectLst/>
      </p:bgPr>
    </p:bg>
    <p:spTree>
      <p:nvGrpSpPr>
        <p:cNvPr id="1" name=""/>
        <p:cNvGrpSpPr/>
        <p:nvPr/>
      </p:nvGrpSpPr>
      <p:grpSpPr>
        <a:xfrm>
          <a:off x="0" y="0"/>
          <a:ext cx="0" cy="0"/>
          <a:chOff x="0" y="0"/>
          <a:chExt cx="0" cy="0"/>
        </a:xfrm>
      </p:grpSpPr>
      <p:graphicFrame>
        <p:nvGraphicFramePr>
          <p:cNvPr id="9" name="Table 8">
            <a:extLst>
              <a:ext uri="{FF2B5EF4-FFF2-40B4-BE49-F238E27FC236}">
                <a16:creationId xmlns:a16="http://schemas.microsoft.com/office/drawing/2014/main" id="{AFE16197-69B7-D8ED-38D3-A267CBA0088F}"/>
              </a:ext>
            </a:extLst>
          </p:cNvPr>
          <p:cNvGraphicFramePr>
            <a:graphicFrameLocks noGrp="1"/>
          </p:cNvGraphicFramePr>
          <p:nvPr>
            <p:extLst>
              <p:ext uri="{D42A27DB-BD31-4B8C-83A1-F6EECF244321}">
                <p14:modId xmlns:p14="http://schemas.microsoft.com/office/powerpoint/2010/main" val="1352682466"/>
              </p:ext>
            </p:extLst>
          </p:nvPr>
        </p:nvGraphicFramePr>
        <p:xfrm>
          <a:off x="4500880" y="0"/>
          <a:ext cx="7691124" cy="6858000"/>
        </p:xfrm>
        <a:graphic>
          <a:graphicData uri="http://schemas.openxmlformats.org/drawingml/2006/table">
            <a:tbl>
              <a:tblPr firstRow="1" bandRow="1">
                <a:tableStyleId>{5C22544A-7EE6-4342-B048-85BDC9FD1C3A}</a:tableStyleId>
              </a:tblPr>
              <a:tblGrid>
                <a:gridCol w="640927">
                  <a:extLst>
                    <a:ext uri="{9D8B030D-6E8A-4147-A177-3AD203B41FA5}">
                      <a16:colId xmlns:a16="http://schemas.microsoft.com/office/drawing/2014/main" val="3109828571"/>
                    </a:ext>
                  </a:extLst>
                </a:gridCol>
                <a:gridCol w="640927">
                  <a:extLst>
                    <a:ext uri="{9D8B030D-6E8A-4147-A177-3AD203B41FA5}">
                      <a16:colId xmlns:a16="http://schemas.microsoft.com/office/drawing/2014/main" val="1484909059"/>
                    </a:ext>
                  </a:extLst>
                </a:gridCol>
                <a:gridCol w="640927">
                  <a:extLst>
                    <a:ext uri="{9D8B030D-6E8A-4147-A177-3AD203B41FA5}">
                      <a16:colId xmlns:a16="http://schemas.microsoft.com/office/drawing/2014/main" val="4234183311"/>
                    </a:ext>
                  </a:extLst>
                </a:gridCol>
                <a:gridCol w="640927">
                  <a:extLst>
                    <a:ext uri="{9D8B030D-6E8A-4147-A177-3AD203B41FA5}">
                      <a16:colId xmlns:a16="http://schemas.microsoft.com/office/drawing/2014/main" val="3876167601"/>
                    </a:ext>
                  </a:extLst>
                </a:gridCol>
                <a:gridCol w="640927">
                  <a:extLst>
                    <a:ext uri="{9D8B030D-6E8A-4147-A177-3AD203B41FA5}">
                      <a16:colId xmlns:a16="http://schemas.microsoft.com/office/drawing/2014/main" val="2348735022"/>
                    </a:ext>
                  </a:extLst>
                </a:gridCol>
                <a:gridCol w="640927">
                  <a:extLst>
                    <a:ext uri="{9D8B030D-6E8A-4147-A177-3AD203B41FA5}">
                      <a16:colId xmlns:a16="http://schemas.microsoft.com/office/drawing/2014/main" val="3075330311"/>
                    </a:ext>
                  </a:extLst>
                </a:gridCol>
                <a:gridCol w="640927">
                  <a:extLst>
                    <a:ext uri="{9D8B030D-6E8A-4147-A177-3AD203B41FA5}">
                      <a16:colId xmlns:a16="http://schemas.microsoft.com/office/drawing/2014/main" val="2547549602"/>
                    </a:ext>
                  </a:extLst>
                </a:gridCol>
                <a:gridCol w="640927">
                  <a:extLst>
                    <a:ext uri="{9D8B030D-6E8A-4147-A177-3AD203B41FA5}">
                      <a16:colId xmlns:a16="http://schemas.microsoft.com/office/drawing/2014/main" val="4150867785"/>
                    </a:ext>
                  </a:extLst>
                </a:gridCol>
                <a:gridCol w="640927">
                  <a:extLst>
                    <a:ext uri="{9D8B030D-6E8A-4147-A177-3AD203B41FA5}">
                      <a16:colId xmlns:a16="http://schemas.microsoft.com/office/drawing/2014/main" val="3508745181"/>
                    </a:ext>
                  </a:extLst>
                </a:gridCol>
                <a:gridCol w="640927">
                  <a:extLst>
                    <a:ext uri="{9D8B030D-6E8A-4147-A177-3AD203B41FA5}">
                      <a16:colId xmlns:a16="http://schemas.microsoft.com/office/drawing/2014/main" val="4201128139"/>
                    </a:ext>
                  </a:extLst>
                </a:gridCol>
                <a:gridCol w="640927">
                  <a:extLst>
                    <a:ext uri="{9D8B030D-6E8A-4147-A177-3AD203B41FA5}">
                      <a16:colId xmlns:a16="http://schemas.microsoft.com/office/drawing/2014/main" val="2672870315"/>
                    </a:ext>
                  </a:extLst>
                </a:gridCol>
                <a:gridCol w="640927">
                  <a:extLst>
                    <a:ext uri="{9D8B030D-6E8A-4147-A177-3AD203B41FA5}">
                      <a16:colId xmlns:a16="http://schemas.microsoft.com/office/drawing/2014/main" val="3917059475"/>
                    </a:ext>
                  </a:extLst>
                </a:gridCol>
              </a:tblGrid>
              <a:tr h="571500">
                <a:tc>
                  <a:txBody>
                    <a:bodyPr/>
                    <a:lstStyle/>
                    <a:p>
                      <a:endParaRPr lang="en-IN"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blipFill dpi="0" rotWithShape="1">
                      <a:blip r:embed="rId2">
                        <a:alphaModFix amt="5000"/>
                      </a:blip>
                      <a:srcRect/>
                      <a:tile tx="0" ty="0" sx="100000" sy="100000" flip="none" algn="tr"/>
                    </a:blipFill>
                  </a:tcPr>
                </a:tc>
                <a:tc>
                  <a:txBody>
                    <a:bodyPr/>
                    <a:lstStyle/>
                    <a:p>
                      <a:endParaRPr lang="en-IN"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blipFill dpi="0" rotWithShape="1">
                      <a:blip r:embed="rId2">
                        <a:alphaModFix amt="10000"/>
                      </a:blip>
                      <a:srcRect/>
                      <a:tile tx="0" ty="0" sx="100000" sy="100000" flip="none" algn="tr"/>
                    </a:blipFill>
                  </a:tcPr>
                </a:tc>
                <a:tc>
                  <a:txBody>
                    <a:bodyPr/>
                    <a:lstStyle/>
                    <a:p>
                      <a:endParaRPr lang="en-IN"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blipFill dpi="0" rotWithShape="1">
                      <a:blip r:embed="rId2">
                        <a:alphaModFix amt="15000"/>
                      </a:blip>
                      <a:srcRect/>
                      <a:tile tx="0" ty="0" sx="100000" sy="100000" flip="none" algn="tr"/>
                    </a:blipFill>
                  </a:tcPr>
                </a:tc>
                <a:tc>
                  <a:txBody>
                    <a:bodyPr/>
                    <a:lstStyle/>
                    <a:p>
                      <a:endParaRPr lang="en-IN"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blipFill dpi="0" rotWithShape="1">
                      <a:blip r:embed="rId2">
                        <a:alphaModFix amt="20000"/>
                      </a:blip>
                      <a:srcRect/>
                      <a:tile tx="0" ty="0" sx="100000" sy="100000" flip="none" algn="tr"/>
                    </a:blipFill>
                  </a:tcPr>
                </a:tc>
                <a:tc>
                  <a:txBody>
                    <a:bodyPr/>
                    <a:lstStyle/>
                    <a:p>
                      <a:endParaRPr lang="en-IN"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blipFill dpi="0" rotWithShape="1">
                      <a:blip r:embed="rId2">
                        <a:alphaModFix amt="30000"/>
                      </a:blip>
                      <a:srcRect/>
                      <a:tile tx="1016000" ty="0" sx="100000" sy="100000" flip="none" algn="tr"/>
                    </a:blipFill>
                  </a:tcPr>
                </a:tc>
                <a:tc>
                  <a:txBody>
                    <a:bodyPr/>
                    <a:lstStyle/>
                    <a:p>
                      <a:endParaRPr lang="en-IN"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blipFill dpi="0" rotWithShape="1">
                      <a:blip r:embed="rId2">
                        <a:alphaModFix amt="40000"/>
                      </a:blip>
                      <a:srcRect/>
                      <a:tile tx="0" ty="0" sx="100000" sy="100000" flip="none" algn="tr"/>
                    </a:blipFill>
                  </a:tcPr>
                </a:tc>
                <a:tc>
                  <a:txBody>
                    <a:bodyPr/>
                    <a:lstStyle/>
                    <a:p>
                      <a:endParaRPr lang="en-IN"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blipFill dpi="0" rotWithShape="1">
                      <a:blip r:embed="rId2">
                        <a:alphaModFix amt="50000"/>
                      </a:blip>
                      <a:srcRect/>
                      <a:tile tx="0" ty="0" sx="100000" sy="100000" flip="none" algn="tr"/>
                    </a:blipFill>
                  </a:tcPr>
                </a:tc>
                <a:tc>
                  <a:txBody>
                    <a:bodyPr/>
                    <a:lstStyle/>
                    <a:p>
                      <a:endParaRPr lang="en-IN"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blipFill dpi="0" rotWithShape="1">
                      <a:blip r:embed="rId2">
                        <a:alphaModFix amt="60000"/>
                      </a:blip>
                      <a:srcRect/>
                      <a:tile tx="0" ty="0" sx="100000" sy="100000" flip="none" algn="tr"/>
                    </a:blipFill>
                  </a:tcPr>
                </a:tc>
                <a:tc>
                  <a:txBody>
                    <a:bodyPr/>
                    <a:lstStyle/>
                    <a:p>
                      <a:endParaRPr lang="en-IN"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blipFill dpi="0" rotWithShape="1">
                      <a:blip r:embed="rId2">
                        <a:alphaModFix amt="70000"/>
                      </a:blip>
                      <a:srcRect/>
                      <a:tile tx="0" ty="0" sx="100000" sy="100000" flip="none" algn="tr"/>
                    </a:blipFill>
                  </a:tcPr>
                </a:tc>
                <a:tc>
                  <a:txBody>
                    <a:bodyPr/>
                    <a:lstStyle/>
                    <a:p>
                      <a:endParaRPr lang="en-IN"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blipFill dpi="0" rotWithShape="1">
                      <a:blip r:embed="rId2">
                        <a:alphaModFix amt="80000"/>
                      </a:blip>
                      <a:srcRect/>
                      <a:tile tx="0" ty="0" sx="100000" sy="100000" flip="none" algn="tr"/>
                    </a:blipFill>
                  </a:tcPr>
                </a:tc>
                <a:tc>
                  <a:txBody>
                    <a:bodyPr/>
                    <a:lstStyle/>
                    <a:p>
                      <a:endParaRPr lang="en-IN"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blipFill dpi="0" rotWithShape="1">
                      <a:blip r:embed="rId2">
                        <a:alphaModFix amt="90000"/>
                      </a:blip>
                      <a:srcRect/>
                      <a:tile tx="0" ty="0" sx="100000" sy="100000" flip="none" algn="tr"/>
                    </a:blipFill>
                  </a:tcPr>
                </a:tc>
                <a:tc>
                  <a:txBody>
                    <a:bodyPr/>
                    <a:lstStyle/>
                    <a:p>
                      <a:endParaRPr lang="en-IN"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blipFill dpi="0" rotWithShape="1">
                      <a:blip r:embed="rId2"/>
                      <a:srcRect/>
                      <a:tile tx="0" ty="0" sx="100000" sy="100000" flip="none" algn="tr"/>
                    </a:blipFill>
                  </a:tcPr>
                </a:tc>
                <a:extLst>
                  <a:ext uri="{0D108BD9-81ED-4DB2-BD59-A6C34878D82A}">
                    <a16:rowId xmlns:a16="http://schemas.microsoft.com/office/drawing/2014/main" val="706908089"/>
                  </a:ext>
                </a:extLst>
              </a:tr>
              <a:tr h="571500">
                <a:tc>
                  <a:txBody>
                    <a:bodyPr/>
                    <a:lstStyle/>
                    <a:p>
                      <a:endParaRPr lang="en-IN" dirty="0"/>
                    </a:p>
                  </a:txBody>
                  <a:tcPr>
                    <a:lnL w="12700" cmpd="sng">
                      <a:noFill/>
                    </a:lnL>
                    <a:lnR w="12700" cmpd="sng">
                      <a:noFill/>
                    </a:lnR>
                    <a:lnT w="38100" cmpd="sng">
                      <a:noFill/>
                    </a:lnT>
                    <a:lnB w="12700" cmpd="sng">
                      <a:noFill/>
                    </a:lnB>
                    <a:lnTlToBr w="12700" cmpd="sng">
                      <a:noFill/>
                      <a:prstDash val="solid"/>
                    </a:lnTlToBr>
                    <a:lnBlToTr w="12700" cmpd="sng">
                      <a:noFill/>
                      <a:prstDash val="solid"/>
                    </a:lnBlToTr>
                    <a:blipFill dpi="0" rotWithShape="1">
                      <a:blip r:embed="rId2">
                        <a:alphaModFix amt="5000"/>
                      </a:blip>
                      <a:srcRect/>
                      <a:tile tx="0" ty="0" sx="100000" sy="100000" flip="none" algn="tr"/>
                    </a:blipFill>
                  </a:tcPr>
                </a:tc>
                <a:tc>
                  <a:txBody>
                    <a:bodyPr/>
                    <a:lstStyle/>
                    <a:p>
                      <a:endParaRPr lang="en-IN" dirty="0"/>
                    </a:p>
                  </a:txBody>
                  <a:tcPr>
                    <a:lnL w="12700" cmpd="sng">
                      <a:noFill/>
                    </a:lnL>
                    <a:lnR w="12700" cmpd="sng">
                      <a:noFill/>
                    </a:lnR>
                    <a:lnT w="38100" cmpd="sng">
                      <a:noFill/>
                    </a:lnT>
                    <a:lnB w="12700" cmpd="sng">
                      <a:noFill/>
                    </a:lnB>
                    <a:lnTlToBr w="12700" cmpd="sng">
                      <a:noFill/>
                      <a:prstDash val="solid"/>
                    </a:lnTlToBr>
                    <a:lnBlToTr w="12700" cmpd="sng">
                      <a:noFill/>
                      <a:prstDash val="solid"/>
                    </a:lnBlToTr>
                    <a:blipFill dpi="0" rotWithShape="1">
                      <a:blip r:embed="rId2">
                        <a:alphaModFix amt="10000"/>
                      </a:blip>
                      <a:srcRect/>
                      <a:tile tx="0" ty="0" sx="100000" sy="100000" flip="none" algn="tr"/>
                    </a:blipFill>
                  </a:tcPr>
                </a:tc>
                <a:tc>
                  <a:txBody>
                    <a:bodyPr/>
                    <a:lstStyle/>
                    <a:p>
                      <a:endParaRPr lang="en-IN" dirty="0"/>
                    </a:p>
                  </a:txBody>
                  <a:tcPr>
                    <a:lnL w="12700" cmpd="sng">
                      <a:noFill/>
                    </a:lnL>
                    <a:lnR w="12700" cmpd="sng">
                      <a:noFill/>
                    </a:lnR>
                    <a:lnT w="38100" cmpd="sng">
                      <a:noFill/>
                    </a:lnT>
                    <a:lnB w="12700" cmpd="sng">
                      <a:noFill/>
                    </a:lnB>
                    <a:lnTlToBr w="12700" cmpd="sng">
                      <a:noFill/>
                      <a:prstDash val="solid"/>
                    </a:lnTlToBr>
                    <a:lnBlToTr w="12700" cmpd="sng">
                      <a:noFill/>
                      <a:prstDash val="solid"/>
                    </a:lnBlToTr>
                    <a:blipFill dpi="0" rotWithShape="1">
                      <a:blip r:embed="rId2">
                        <a:alphaModFix amt="15000"/>
                      </a:blip>
                      <a:srcRect/>
                      <a:tile tx="0" ty="0" sx="100000" sy="100000" flip="none" algn="tr"/>
                    </a:blipFill>
                  </a:tcPr>
                </a:tc>
                <a:tc>
                  <a:txBody>
                    <a:bodyPr/>
                    <a:lstStyle/>
                    <a:p>
                      <a:endParaRPr lang="en-IN" dirty="0"/>
                    </a:p>
                  </a:txBody>
                  <a:tcPr>
                    <a:lnL w="12700" cmpd="sng">
                      <a:noFill/>
                    </a:lnL>
                    <a:lnR w="12700" cmpd="sng">
                      <a:noFill/>
                    </a:lnR>
                    <a:lnT w="38100" cmpd="sng">
                      <a:noFill/>
                    </a:lnT>
                    <a:lnB w="12700" cmpd="sng">
                      <a:noFill/>
                    </a:lnB>
                    <a:lnTlToBr w="12700" cmpd="sng">
                      <a:noFill/>
                      <a:prstDash val="solid"/>
                    </a:lnTlToBr>
                    <a:lnBlToTr w="12700" cmpd="sng">
                      <a:noFill/>
                      <a:prstDash val="solid"/>
                    </a:lnBlToTr>
                    <a:blipFill dpi="0" rotWithShape="1">
                      <a:blip r:embed="rId2">
                        <a:alphaModFix amt="20000"/>
                      </a:blip>
                      <a:srcRect/>
                      <a:tile tx="0" ty="0" sx="100000" sy="100000" flip="none" algn="tr"/>
                    </a:blipFill>
                  </a:tcPr>
                </a:tc>
                <a:tc>
                  <a:txBody>
                    <a:bodyPr/>
                    <a:lstStyle/>
                    <a:p>
                      <a:endParaRPr lang="en-IN" dirty="0"/>
                    </a:p>
                  </a:txBody>
                  <a:tcPr>
                    <a:lnL w="12700" cmpd="sng">
                      <a:noFill/>
                    </a:lnL>
                    <a:lnR w="12700" cmpd="sng">
                      <a:noFill/>
                    </a:lnR>
                    <a:lnT w="38100" cmpd="sng">
                      <a:noFill/>
                    </a:lnT>
                    <a:lnB w="12700" cmpd="sng">
                      <a:noFill/>
                    </a:lnB>
                    <a:lnTlToBr w="12700" cmpd="sng">
                      <a:noFill/>
                      <a:prstDash val="solid"/>
                    </a:lnTlToBr>
                    <a:lnBlToTr w="12700" cmpd="sng">
                      <a:noFill/>
                      <a:prstDash val="solid"/>
                    </a:lnBlToTr>
                    <a:blipFill dpi="0" rotWithShape="1">
                      <a:blip r:embed="rId2">
                        <a:alphaModFix amt="30000"/>
                      </a:blip>
                      <a:srcRect/>
                      <a:tile tx="1016000" ty="0" sx="100000" sy="100000" flip="none" algn="tr"/>
                    </a:blipFill>
                  </a:tcPr>
                </a:tc>
                <a:tc>
                  <a:txBody>
                    <a:bodyPr/>
                    <a:lstStyle/>
                    <a:p>
                      <a:endParaRPr lang="en-IN" dirty="0"/>
                    </a:p>
                  </a:txBody>
                  <a:tcPr>
                    <a:lnL w="12700" cmpd="sng">
                      <a:noFill/>
                    </a:lnL>
                    <a:lnR w="12700" cmpd="sng">
                      <a:noFill/>
                    </a:lnR>
                    <a:lnT w="38100" cmpd="sng">
                      <a:noFill/>
                    </a:lnT>
                    <a:lnB w="12700" cmpd="sng">
                      <a:noFill/>
                    </a:lnB>
                    <a:lnTlToBr w="12700" cmpd="sng">
                      <a:noFill/>
                      <a:prstDash val="solid"/>
                    </a:lnTlToBr>
                    <a:lnBlToTr w="12700" cmpd="sng">
                      <a:noFill/>
                      <a:prstDash val="solid"/>
                    </a:lnBlToTr>
                    <a:blipFill dpi="0" rotWithShape="1">
                      <a:blip r:embed="rId2">
                        <a:alphaModFix amt="40000"/>
                      </a:blip>
                      <a:srcRect/>
                      <a:tile tx="0" ty="0" sx="100000" sy="100000" flip="none" algn="tr"/>
                    </a:blipFill>
                  </a:tcPr>
                </a:tc>
                <a:tc>
                  <a:txBody>
                    <a:bodyPr/>
                    <a:lstStyle/>
                    <a:p>
                      <a:endParaRPr lang="en-IN" dirty="0"/>
                    </a:p>
                  </a:txBody>
                  <a:tcPr>
                    <a:lnL w="12700" cmpd="sng">
                      <a:noFill/>
                    </a:lnL>
                    <a:lnR w="12700" cmpd="sng">
                      <a:noFill/>
                    </a:lnR>
                    <a:lnT w="38100" cmpd="sng">
                      <a:noFill/>
                    </a:lnT>
                    <a:lnB w="12700" cmpd="sng">
                      <a:noFill/>
                    </a:lnB>
                    <a:lnTlToBr w="12700" cmpd="sng">
                      <a:noFill/>
                      <a:prstDash val="solid"/>
                    </a:lnTlToBr>
                    <a:lnBlToTr w="12700" cmpd="sng">
                      <a:noFill/>
                      <a:prstDash val="solid"/>
                    </a:lnBlToTr>
                    <a:blipFill dpi="0" rotWithShape="1">
                      <a:blip r:embed="rId2">
                        <a:alphaModFix amt="50000"/>
                      </a:blip>
                      <a:srcRect/>
                      <a:tile tx="0" ty="0" sx="100000" sy="100000" flip="none" algn="tr"/>
                    </a:blipFill>
                  </a:tcPr>
                </a:tc>
                <a:tc>
                  <a:txBody>
                    <a:bodyPr/>
                    <a:lstStyle/>
                    <a:p>
                      <a:endParaRPr lang="en-IN" dirty="0"/>
                    </a:p>
                  </a:txBody>
                  <a:tcPr>
                    <a:lnL w="12700" cmpd="sng">
                      <a:noFill/>
                    </a:lnL>
                    <a:lnR w="12700" cmpd="sng">
                      <a:noFill/>
                    </a:lnR>
                    <a:lnT w="38100" cmpd="sng">
                      <a:noFill/>
                    </a:lnT>
                    <a:lnB w="12700" cmpd="sng">
                      <a:noFill/>
                    </a:lnB>
                    <a:lnTlToBr w="12700" cmpd="sng">
                      <a:noFill/>
                      <a:prstDash val="solid"/>
                    </a:lnTlToBr>
                    <a:lnBlToTr w="12700" cmpd="sng">
                      <a:noFill/>
                      <a:prstDash val="solid"/>
                    </a:lnBlToTr>
                    <a:blipFill dpi="0" rotWithShape="1">
                      <a:blip r:embed="rId2">
                        <a:alphaModFix amt="60000"/>
                      </a:blip>
                      <a:srcRect/>
                      <a:tile tx="0" ty="0" sx="100000" sy="100000" flip="none" algn="tr"/>
                    </a:blipFill>
                  </a:tcPr>
                </a:tc>
                <a:tc>
                  <a:txBody>
                    <a:bodyPr/>
                    <a:lstStyle/>
                    <a:p>
                      <a:endParaRPr lang="en-IN" dirty="0"/>
                    </a:p>
                  </a:txBody>
                  <a:tcPr>
                    <a:lnL w="12700" cmpd="sng">
                      <a:noFill/>
                    </a:lnL>
                    <a:lnR w="12700" cmpd="sng">
                      <a:noFill/>
                    </a:lnR>
                    <a:lnT w="38100" cmpd="sng">
                      <a:noFill/>
                    </a:lnT>
                    <a:lnB w="12700" cmpd="sng">
                      <a:noFill/>
                    </a:lnB>
                    <a:lnTlToBr w="12700" cmpd="sng">
                      <a:noFill/>
                      <a:prstDash val="solid"/>
                    </a:lnTlToBr>
                    <a:lnBlToTr w="12700" cmpd="sng">
                      <a:noFill/>
                      <a:prstDash val="solid"/>
                    </a:lnBlToTr>
                    <a:blipFill dpi="0" rotWithShape="1">
                      <a:blip r:embed="rId2">
                        <a:alphaModFix amt="70000"/>
                      </a:blip>
                      <a:srcRect/>
                      <a:tile tx="0" ty="0" sx="100000" sy="100000" flip="none" algn="tr"/>
                    </a:blipFill>
                  </a:tcPr>
                </a:tc>
                <a:tc>
                  <a:txBody>
                    <a:bodyPr/>
                    <a:lstStyle/>
                    <a:p>
                      <a:endParaRPr lang="en-IN" dirty="0"/>
                    </a:p>
                  </a:txBody>
                  <a:tcPr>
                    <a:lnL w="12700" cmpd="sng">
                      <a:noFill/>
                    </a:lnL>
                    <a:lnR w="12700" cmpd="sng">
                      <a:noFill/>
                    </a:lnR>
                    <a:lnT w="38100" cmpd="sng">
                      <a:noFill/>
                    </a:lnT>
                    <a:lnB w="12700" cmpd="sng">
                      <a:noFill/>
                    </a:lnB>
                    <a:lnTlToBr w="12700" cmpd="sng">
                      <a:noFill/>
                      <a:prstDash val="solid"/>
                    </a:lnTlToBr>
                    <a:lnBlToTr w="12700" cmpd="sng">
                      <a:noFill/>
                      <a:prstDash val="solid"/>
                    </a:lnBlToTr>
                    <a:blipFill dpi="0" rotWithShape="1">
                      <a:blip r:embed="rId2">
                        <a:alphaModFix amt="80000"/>
                      </a:blip>
                      <a:srcRect/>
                      <a:tile tx="0" ty="0" sx="100000" sy="100000" flip="none" algn="tr"/>
                    </a:blipFill>
                  </a:tcPr>
                </a:tc>
                <a:tc>
                  <a:txBody>
                    <a:bodyPr/>
                    <a:lstStyle/>
                    <a:p>
                      <a:endParaRPr lang="en-IN" dirty="0"/>
                    </a:p>
                  </a:txBody>
                  <a:tcPr>
                    <a:lnL w="12700" cmpd="sng">
                      <a:noFill/>
                    </a:lnL>
                    <a:lnR w="12700" cmpd="sng">
                      <a:noFill/>
                    </a:lnR>
                    <a:lnT w="38100" cmpd="sng">
                      <a:noFill/>
                    </a:lnT>
                    <a:lnB w="12700" cmpd="sng">
                      <a:noFill/>
                    </a:lnB>
                    <a:lnTlToBr w="12700" cmpd="sng">
                      <a:noFill/>
                      <a:prstDash val="solid"/>
                    </a:lnTlToBr>
                    <a:lnBlToTr w="12700" cmpd="sng">
                      <a:noFill/>
                      <a:prstDash val="solid"/>
                    </a:lnBlToTr>
                    <a:blipFill dpi="0" rotWithShape="1">
                      <a:blip r:embed="rId2">
                        <a:alphaModFix amt="90000"/>
                      </a:blip>
                      <a:srcRect/>
                      <a:tile tx="0" ty="0" sx="100000" sy="100000" flip="none" algn="tr"/>
                    </a:blipFill>
                  </a:tcPr>
                </a:tc>
                <a:tc>
                  <a:txBody>
                    <a:bodyPr/>
                    <a:lstStyle/>
                    <a:p>
                      <a:endParaRPr lang="en-IN" dirty="0"/>
                    </a:p>
                  </a:txBody>
                  <a:tcPr>
                    <a:lnL w="12700" cmpd="sng">
                      <a:noFill/>
                    </a:lnL>
                    <a:lnR w="12700" cmpd="sng">
                      <a:noFill/>
                    </a:lnR>
                    <a:lnT w="38100" cmpd="sng">
                      <a:noFill/>
                    </a:lnT>
                    <a:lnB w="12700" cmpd="sng">
                      <a:noFill/>
                    </a:lnB>
                    <a:lnTlToBr w="12700" cmpd="sng">
                      <a:noFill/>
                      <a:prstDash val="solid"/>
                    </a:lnTlToBr>
                    <a:lnBlToTr w="12700" cmpd="sng">
                      <a:noFill/>
                      <a:prstDash val="solid"/>
                    </a:lnBlToTr>
                    <a:blipFill dpi="0" rotWithShape="1">
                      <a:blip r:embed="rId2"/>
                      <a:srcRect/>
                      <a:tile tx="0" ty="0" sx="100000" sy="100000" flip="none" algn="tr"/>
                    </a:blipFill>
                  </a:tcPr>
                </a:tc>
                <a:extLst>
                  <a:ext uri="{0D108BD9-81ED-4DB2-BD59-A6C34878D82A}">
                    <a16:rowId xmlns:a16="http://schemas.microsoft.com/office/drawing/2014/main" val="721532494"/>
                  </a:ext>
                </a:extLst>
              </a:tr>
              <a:tr h="571500">
                <a:tc>
                  <a:txBody>
                    <a:bodyPr/>
                    <a:lstStyle/>
                    <a:p>
                      <a:endParaRPr lang="en-IN"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blipFill dpi="0" rotWithShape="1">
                      <a:blip r:embed="rId2">
                        <a:alphaModFix amt="5000"/>
                      </a:blip>
                      <a:srcRect/>
                      <a:tile tx="0" ty="0" sx="100000" sy="100000" flip="none" algn="tr"/>
                    </a:blipFill>
                  </a:tcPr>
                </a:tc>
                <a:tc>
                  <a:txBody>
                    <a:bodyPr/>
                    <a:lstStyle/>
                    <a:p>
                      <a:endParaRPr lang="en-IN"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blipFill dpi="0" rotWithShape="1">
                      <a:blip r:embed="rId2">
                        <a:alphaModFix amt="10000"/>
                      </a:blip>
                      <a:srcRect/>
                      <a:tile tx="0" ty="0" sx="100000" sy="100000" flip="none" algn="tr"/>
                    </a:blipFill>
                  </a:tcPr>
                </a:tc>
                <a:tc>
                  <a:txBody>
                    <a:bodyPr/>
                    <a:lstStyle/>
                    <a:p>
                      <a:endParaRPr lang="en-IN"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blipFill dpi="0" rotWithShape="1">
                      <a:blip r:embed="rId2">
                        <a:alphaModFix amt="15000"/>
                      </a:blip>
                      <a:srcRect/>
                      <a:tile tx="0" ty="0" sx="100000" sy="100000" flip="none" algn="tr"/>
                    </a:blipFill>
                  </a:tcPr>
                </a:tc>
                <a:tc>
                  <a:txBody>
                    <a:bodyPr/>
                    <a:lstStyle/>
                    <a:p>
                      <a:endParaRPr lang="en-IN"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blipFill dpi="0" rotWithShape="1">
                      <a:blip r:embed="rId2">
                        <a:alphaModFix amt="20000"/>
                      </a:blip>
                      <a:srcRect/>
                      <a:tile tx="0" ty="0" sx="100000" sy="100000" flip="none" algn="tr"/>
                    </a:blipFill>
                  </a:tcPr>
                </a:tc>
                <a:tc>
                  <a:txBody>
                    <a:bodyPr/>
                    <a:lstStyle/>
                    <a:p>
                      <a:endParaRPr lang="en-IN"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blipFill dpi="0" rotWithShape="1">
                      <a:blip r:embed="rId2">
                        <a:alphaModFix amt="30000"/>
                      </a:blip>
                      <a:srcRect/>
                      <a:tile tx="1016000" ty="0" sx="100000" sy="100000" flip="none" algn="tr"/>
                    </a:blipFill>
                  </a:tcPr>
                </a:tc>
                <a:tc>
                  <a:txBody>
                    <a:bodyPr/>
                    <a:lstStyle/>
                    <a:p>
                      <a:endParaRPr lang="en-IN"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blipFill dpi="0" rotWithShape="1">
                      <a:blip r:embed="rId2">
                        <a:alphaModFix amt="40000"/>
                      </a:blip>
                      <a:srcRect/>
                      <a:tile tx="0" ty="0" sx="100000" sy="100000" flip="none" algn="tr"/>
                    </a:blipFill>
                  </a:tcPr>
                </a:tc>
                <a:tc>
                  <a:txBody>
                    <a:bodyPr/>
                    <a:lstStyle/>
                    <a:p>
                      <a:endParaRPr lang="en-IN"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blipFill dpi="0" rotWithShape="1">
                      <a:blip r:embed="rId2">
                        <a:alphaModFix amt="50000"/>
                      </a:blip>
                      <a:srcRect/>
                      <a:tile tx="0" ty="0" sx="100000" sy="100000" flip="none" algn="tr"/>
                    </a:blipFill>
                  </a:tcPr>
                </a:tc>
                <a:tc>
                  <a:txBody>
                    <a:bodyPr/>
                    <a:lstStyle/>
                    <a:p>
                      <a:endParaRPr lang="en-IN"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blipFill dpi="0" rotWithShape="1">
                      <a:blip r:embed="rId2">
                        <a:alphaModFix amt="60000"/>
                      </a:blip>
                      <a:srcRect/>
                      <a:tile tx="0" ty="0" sx="100000" sy="100000" flip="none" algn="tr"/>
                    </a:blipFill>
                  </a:tcPr>
                </a:tc>
                <a:tc>
                  <a:txBody>
                    <a:bodyPr/>
                    <a:lstStyle/>
                    <a:p>
                      <a:endParaRPr lang="en-IN"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blipFill dpi="0" rotWithShape="1">
                      <a:blip r:embed="rId2">
                        <a:alphaModFix amt="70000"/>
                      </a:blip>
                      <a:srcRect/>
                      <a:tile tx="0" ty="0" sx="100000" sy="100000" flip="none" algn="tr"/>
                    </a:blipFill>
                  </a:tcPr>
                </a:tc>
                <a:tc>
                  <a:txBody>
                    <a:bodyPr/>
                    <a:lstStyle/>
                    <a:p>
                      <a:endParaRPr lang="en-IN"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blipFill dpi="0" rotWithShape="1">
                      <a:blip r:embed="rId2">
                        <a:alphaModFix amt="80000"/>
                      </a:blip>
                      <a:srcRect/>
                      <a:tile tx="0" ty="0" sx="100000" sy="100000" flip="none" algn="tr"/>
                    </a:blipFill>
                  </a:tcPr>
                </a:tc>
                <a:tc>
                  <a:txBody>
                    <a:bodyPr/>
                    <a:lstStyle/>
                    <a:p>
                      <a:endParaRPr lang="en-IN"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blipFill dpi="0" rotWithShape="1">
                      <a:blip r:embed="rId2">
                        <a:alphaModFix amt="90000"/>
                      </a:blip>
                      <a:srcRect/>
                      <a:tile tx="0" ty="0" sx="100000" sy="100000" flip="none" algn="tr"/>
                    </a:blipFill>
                  </a:tcPr>
                </a:tc>
                <a:tc>
                  <a:txBody>
                    <a:bodyPr/>
                    <a:lstStyle/>
                    <a:p>
                      <a:endParaRPr lang="en-IN"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blipFill dpi="0" rotWithShape="1">
                      <a:blip r:embed="rId2"/>
                      <a:srcRect/>
                      <a:tile tx="0" ty="0" sx="100000" sy="100000" flip="none" algn="tr"/>
                    </a:blipFill>
                  </a:tcPr>
                </a:tc>
                <a:extLst>
                  <a:ext uri="{0D108BD9-81ED-4DB2-BD59-A6C34878D82A}">
                    <a16:rowId xmlns:a16="http://schemas.microsoft.com/office/drawing/2014/main" val="4193582395"/>
                  </a:ext>
                </a:extLst>
              </a:tr>
              <a:tr h="571500">
                <a:tc>
                  <a:txBody>
                    <a:bodyPr/>
                    <a:lstStyle/>
                    <a:p>
                      <a:endParaRPr lang="en-IN"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blipFill dpi="0" rotWithShape="1">
                      <a:blip r:embed="rId2">
                        <a:alphaModFix amt="5000"/>
                      </a:blip>
                      <a:srcRect/>
                      <a:tile tx="0" ty="0" sx="100000" sy="100000" flip="none" algn="tr"/>
                    </a:blipFill>
                  </a:tcPr>
                </a:tc>
                <a:tc>
                  <a:txBody>
                    <a:bodyPr/>
                    <a:lstStyle/>
                    <a:p>
                      <a:endParaRPr lang="en-IN"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blipFill dpi="0" rotWithShape="1">
                      <a:blip r:embed="rId2">
                        <a:alphaModFix amt="10000"/>
                      </a:blip>
                      <a:srcRect/>
                      <a:tile tx="0" ty="0" sx="100000" sy="100000" flip="none" algn="tr"/>
                    </a:blipFill>
                  </a:tcPr>
                </a:tc>
                <a:tc>
                  <a:txBody>
                    <a:bodyPr/>
                    <a:lstStyle/>
                    <a:p>
                      <a:endParaRPr lang="en-IN"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blipFill dpi="0" rotWithShape="1">
                      <a:blip r:embed="rId2">
                        <a:alphaModFix amt="15000"/>
                      </a:blip>
                      <a:srcRect/>
                      <a:tile tx="0" ty="0" sx="100000" sy="100000" flip="none" algn="tr"/>
                    </a:blipFill>
                  </a:tcPr>
                </a:tc>
                <a:tc>
                  <a:txBody>
                    <a:bodyPr/>
                    <a:lstStyle/>
                    <a:p>
                      <a:endParaRPr lang="en-IN"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blipFill dpi="0" rotWithShape="1">
                      <a:blip r:embed="rId2">
                        <a:alphaModFix amt="20000"/>
                      </a:blip>
                      <a:srcRect/>
                      <a:tile tx="0" ty="0" sx="100000" sy="100000" flip="none" algn="tr"/>
                    </a:blipFill>
                  </a:tcPr>
                </a:tc>
                <a:tc>
                  <a:txBody>
                    <a:bodyPr/>
                    <a:lstStyle/>
                    <a:p>
                      <a:endParaRPr lang="en-IN"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blipFill dpi="0" rotWithShape="1">
                      <a:blip r:embed="rId2">
                        <a:alphaModFix amt="30000"/>
                      </a:blip>
                      <a:srcRect/>
                      <a:tile tx="1016000" ty="0" sx="100000" sy="100000" flip="none" algn="tr"/>
                    </a:blipFill>
                  </a:tcPr>
                </a:tc>
                <a:tc>
                  <a:txBody>
                    <a:bodyPr/>
                    <a:lstStyle/>
                    <a:p>
                      <a:endParaRPr lang="en-IN"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blipFill dpi="0" rotWithShape="1">
                      <a:blip r:embed="rId2">
                        <a:alphaModFix amt="40000"/>
                      </a:blip>
                      <a:srcRect/>
                      <a:tile tx="0" ty="0" sx="100000" sy="100000" flip="none" algn="tr"/>
                    </a:blipFill>
                  </a:tcPr>
                </a:tc>
                <a:tc>
                  <a:txBody>
                    <a:bodyPr/>
                    <a:lstStyle/>
                    <a:p>
                      <a:endParaRPr lang="en-IN"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blipFill dpi="0" rotWithShape="1">
                      <a:blip r:embed="rId2">
                        <a:alphaModFix amt="50000"/>
                      </a:blip>
                      <a:srcRect/>
                      <a:tile tx="0" ty="0" sx="100000" sy="100000" flip="none" algn="tr"/>
                    </a:blipFill>
                  </a:tcPr>
                </a:tc>
                <a:tc>
                  <a:txBody>
                    <a:bodyPr/>
                    <a:lstStyle/>
                    <a:p>
                      <a:endParaRPr lang="en-IN"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blipFill dpi="0" rotWithShape="1">
                      <a:blip r:embed="rId2">
                        <a:alphaModFix amt="60000"/>
                      </a:blip>
                      <a:srcRect/>
                      <a:tile tx="0" ty="0" sx="100000" sy="100000" flip="none" algn="tr"/>
                    </a:blipFill>
                  </a:tcPr>
                </a:tc>
                <a:tc>
                  <a:txBody>
                    <a:bodyPr/>
                    <a:lstStyle/>
                    <a:p>
                      <a:endParaRPr lang="en-IN"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blipFill dpi="0" rotWithShape="1">
                      <a:blip r:embed="rId2">
                        <a:alphaModFix amt="70000"/>
                      </a:blip>
                      <a:srcRect/>
                      <a:tile tx="0" ty="0" sx="100000" sy="100000" flip="none" algn="tr"/>
                    </a:blipFill>
                  </a:tcPr>
                </a:tc>
                <a:tc>
                  <a:txBody>
                    <a:bodyPr/>
                    <a:lstStyle/>
                    <a:p>
                      <a:endParaRPr lang="en-IN"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blipFill dpi="0" rotWithShape="1">
                      <a:blip r:embed="rId2">
                        <a:alphaModFix amt="80000"/>
                      </a:blip>
                      <a:srcRect/>
                      <a:tile tx="0" ty="0" sx="100000" sy="100000" flip="none" algn="tr"/>
                    </a:blipFill>
                  </a:tcPr>
                </a:tc>
                <a:tc>
                  <a:txBody>
                    <a:bodyPr/>
                    <a:lstStyle/>
                    <a:p>
                      <a:endParaRPr lang="en-IN"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blipFill dpi="0" rotWithShape="1">
                      <a:blip r:embed="rId2">
                        <a:alphaModFix amt="90000"/>
                      </a:blip>
                      <a:srcRect/>
                      <a:tile tx="0" ty="0" sx="100000" sy="100000" flip="none" algn="tr"/>
                    </a:blipFill>
                  </a:tcPr>
                </a:tc>
                <a:tc>
                  <a:txBody>
                    <a:bodyPr/>
                    <a:lstStyle/>
                    <a:p>
                      <a:endParaRPr lang="en-IN"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blipFill dpi="0" rotWithShape="1">
                      <a:blip r:embed="rId2"/>
                      <a:srcRect/>
                      <a:tile tx="0" ty="0" sx="100000" sy="100000" flip="none" algn="tr"/>
                    </a:blipFill>
                  </a:tcPr>
                </a:tc>
                <a:extLst>
                  <a:ext uri="{0D108BD9-81ED-4DB2-BD59-A6C34878D82A}">
                    <a16:rowId xmlns:a16="http://schemas.microsoft.com/office/drawing/2014/main" val="1637013155"/>
                  </a:ext>
                </a:extLst>
              </a:tr>
              <a:tr h="571500">
                <a:tc>
                  <a:txBody>
                    <a:bodyPr/>
                    <a:lstStyle/>
                    <a:p>
                      <a:endParaRPr lang="en-IN"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blipFill dpi="0" rotWithShape="1">
                      <a:blip r:embed="rId2">
                        <a:alphaModFix amt="5000"/>
                      </a:blip>
                      <a:srcRect/>
                      <a:tile tx="0" ty="0" sx="100000" sy="100000" flip="none" algn="tr"/>
                    </a:blipFill>
                  </a:tcPr>
                </a:tc>
                <a:tc>
                  <a:txBody>
                    <a:bodyPr/>
                    <a:lstStyle/>
                    <a:p>
                      <a:endParaRPr lang="en-IN"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blipFill dpi="0" rotWithShape="1">
                      <a:blip r:embed="rId2">
                        <a:alphaModFix amt="10000"/>
                      </a:blip>
                      <a:srcRect/>
                      <a:tile tx="0" ty="0" sx="100000" sy="100000" flip="none" algn="tr"/>
                    </a:blipFill>
                  </a:tcPr>
                </a:tc>
                <a:tc>
                  <a:txBody>
                    <a:bodyPr/>
                    <a:lstStyle/>
                    <a:p>
                      <a:endParaRPr lang="en-IN"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blipFill dpi="0" rotWithShape="1">
                      <a:blip r:embed="rId2">
                        <a:alphaModFix amt="15000"/>
                      </a:blip>
                      <a:srcRect/>
                      <a:tile tx="0" ty="0" sx="100000" sy="100000" flip="none" algn="tr"/>
                    </a:blipFill>
                  </a:tcPr>
                </a:tc>
                <a:tc>
                  <a:txBody>
                    <a:bodyPr/>
                    <a:lstStyle/>
                    <a:p>
                      <a:endParaRPr lang="en-IN"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blipFill dpi="0" rotWithShape="1">
                      <a:blip r:embed="rId2">
                        <a:alphaModFix amt="20000"/>
                      </a:blip>
                      <a:srcRect/>
                      <a:tile tx="0" ty="0" sx="100000" sy="100000" flip="none" algn="tr"/>
                    </a:blipFill>
                  </a:tcPr>
                </a:tc>
                <a:tc>
                  <a:txBody>
                    <a:bodyPr/>
                    <a:lstStyle/>
                    <a:p>
                      <a:endParaRPr lang="en-IN"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blipFill dpi="0" rotWithShape="1">
                      <a:blip r:embed="rId2">
                        <a:alphaModFix amt="30000"/>
                      </a:blip>
                      <a:srcRect/>
                      <a:tile tx="1016000" ty="0" sx="100000" sy="100000" flip="none" algn="tr"/>
                    </a:blipFill>
                  </a:tcPr>
                </a:tc>
                <a:tc>
                  <a:txBody>
                    <a:bodyPr/>
                    <a:lstStyle/>
                    <a:p>
                      <a:endParaRPr lang="en-IN"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blipFill dpi="0" rotWithShape="1">
                      <a:blip r:embed="rId2">
                        <a:alphaModFix amt="40000"/>
                      </a:blip>
                      <a:srcRect/>
                      <a:tile tx="0" ty="0" sx="100000" sy="100000" flip="none" algn="tr"/>
                    </a:blipFill>
                  </a:tcPr>
                </a:tc>
                <a:tc>
                  <a:txBody>
                    <a:bodyPr/>
                    <a:lstStyle/>
                    <a:p>
                      <a:endParaRPr lang="en-IN"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blipFill dpi="0" rotWithShape="1">
                      <a:blip r:embed="rId2">
                        <a:alphaModFix amt="50000"/>
                      </a:blip>
                      <a:srcRect/>
                      <a:tile tx="0" ty="0" sx="100000" sy="100000" flip="none" algn="tr"/>
                    </a:blipFill>
                  </a:tcPr>
                </a:tc>
                <a:tc>
                  <a:txBody>
                    <a:bodyPr/>
                    <a:lstStyle/>
                    <a:p>
                      <a:endParaRPr lang="en-IN"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blipFill dpi="0" rotWithShape="1">
                      <a:blip r:embed="rId2">
                        <a:alphaModFix amt="60000"/>
                      </a:blip>
                      <a:srcRect/>
                      <a:tile tx="0" ty="0" sx="100000" sy="100000" flip="none" algn="tr"/>
                    </a:blipFill>
                  </a:tcPr>
                </a:tc>
                <a:tc>
                  <a:txBody>
                    <a:bodyPr/>
                    <a:lstStyle/>
                    <a:p>
                      <a:endParaRPr lang="en-IN"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blipFill dpi="0" rotWithShape="1">
                      <a:blip r:embed="rId2">
                        <a:alphaModFix amt="70000"/>
                      </a:blip>
                      <a:srcRect/>
                      <a:tile tx="0" ty="0" sx="100000" sy="100000" flip="none" algn="tr"/>
                    </a:blipFill>
                  </a:tcPr>
                </a:tc>
                <a:tc>
                  <a:txBody>
                    <a:bodyPr/>
                    <a:lstStyle/>
                    <a:p>
                      <a:endParaRPr lang="en-IN"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blipFill dpi="0" rotWithShape="1">
                      <a:blip r:embed="rId2">
                        <a:alphaModFix amt="80000"/>
                      </a:blip>
                      <a:srcRect/>
                      <a:tile tx="0" ty="0" sx="100000" sy="100000" flip="none" algn="tr"/>
                    </a:blipFill>
                  </a:tcPr>
                </a:tc>
                <a:tc>
                  <a:txBody>
                    <a:bodyPr/>
                    <a:lstStyle/>
                    <a:p>
                      <a:endParaRPr lang="en-IN"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blipFill dpi="0" rotWithShape="1">
                      <a:blip r:embed="rId2">
                        <a:alphaModFix amt="90000"/>
                      </a:blip>
                      <a:srcRect/>
                      <a:tile tx="0" ty="0" sx="100000" sy="100000" flip="none" algn="tr"/>
                    </a:blipFill>
                  </a:tcPr>
                </a:tc>
                <a:tc>
                  <a:txBody>
                    <a:bodyPr/>
                    <a:lstStyle/>
                    <a:p>
                      <a:endParaRPr lang="en-IN"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blipFill dpi="0" rotWithShape="1">
                      <a:blip r:embed="rId2"/>
                      <a:srcRect/>
                      <a:tile tx="0" ty="0" sx="100000" sy="100000" flip="none" algn="tr"/>
                    </a:blipFill>
                  </a:tcPr>
                </a:tc>
                <a:extLst>
                  <a:ext uri="{0D108BD9-81ED-4DB2-BD59-A6C34878D82A}">
                    <a16:rowId xmlns:a16="http://schemas.microsoft.com/office/drawing/2014/main" val="3438440364"/>
                  </a:ext>
                </a:extLst>
              </a:tr>
              <a:tr h="571500">
                <a:tc>
                  <a:txBody>
                    <a:bodyPr/>
                    <a:lstStyle/>
                    <a:p>
                      <a:endParaRPr lang="en-IN"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blipFill dpi="0" rotWithShape="1">
                      <a:blip r:embed="rId2">
                        <a:alphaModFix amt="5000"/>
                      </a:blip>
                      <a:srcRect/>
                      <a:tile tx="0" ty="0" sx="100000" sy="100000" flip="none" algn="tr"/>
                    </a:blipFill>
                  </a:tcPr>
                </a:tc>
                <a:tc>
                  <a:txBody>
                    <a:bodyPr/>
                    <a:lstStyle/>
                    <a:p>
                      <a:endParaRPr lang="en-IN"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blipFill dpi="0" rotWithShape="1">
                      <a:blip r:embed="rId2">
                        <a:alphaModFix amt="10000"/>
                      </a:blip>
                      <a:srcRect/>
                      <a:tile tx="0" ty="0" sx="100000" sy="100000" flip="none" algn="tr"/>
                    </a:blipFill>
                  </a:tcPr>
                </a:tc>
                <a:tc>
                  <a:txBody>
                    <a:bodyPr/>
                    <a:lstStyle/>
                    <a:p>
                      <a:endParaRPr lang="en-IN"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blipFill dpi="0" rotWithShape="1">
                      <a:blip r:embed="rId2">
                        <a:alphaModFix amt="15000"/>
                      </a:blip>
                      <a:srcRect/>
                      <a:tile tx="0" ty="0" sx="100000" sy="100000" flip="none" algn="tr"/>
                    </a:blipFill>
                  </a:tcPr>
                </a:tc>
                <a:tc>
                  <a:txBody>
                    <a:bodyPr/>
                    <a:lstStyle/>
                    <a:p>
                      <a:endParaRPr lang="en-IN"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blipFill dpi="0" rotWithShape="1">
                      <a:blip r:embed="rId2">
                        <a:alphaModFix amt="20000"/>
                      </a:blip>
                      <a:srcRect/>
                      <a:tile tx="0" ty="0" sx="100000" sy="100000" flip="none" algn="tr"/>
                    </a:blipFill>
                  </a:tcPr>
                </a:tc>
                <a:tc>
                  <a:txBody>
                    <a:bodyPr/>
                    <a:lstStyle/>
                    <a:p>
                      <a:endParaRPr lang="en-IN"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blipFill dpi="0" rotWithShape="1">
                      <a:blip r:embed="rId2">
                        <a:alphaModFix amt="30000"/>
                      </a:blip>
                      <a:srcRect/>
                      <a:tile tx="1016000" ty="0" sx="100000" sy="100000" flip="none" algn="tr"/>
                    </a:blipFill>
                  </a:tcPr>
                </a:tc>
                <a:tc>
                  <a:txBody>
                    <a:bodyPr/>
                    <a:lstStyle/>
                    <a:p>
                      <a:endParaRPr lang="en-IN"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blipFill dpi="0" rotWithShape="1">
                      <a:blip r:embed="rId2">
                        <a:alphaModFix amt="40000"/>
                      </a:blip>
                      <a:srcRect/>
                      <a:tile tx="0" ty="0" sx="100000" sy="100000" flip="none" algn="tr"/>
                    </a:blipFill>
                  </a:tcPr>
                </a:tc>
                <a:tc>
                  <a:txBody>
                    <a:bodyPr/>
                    <a:lstStyle/>
                    <a:p>
                      <a:endParaRPr lang="en-IN"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blipFill dpi="0" rotWithShape="1">
                      <a:blip r:embed="rId2">
                        <a:alphaModFix amt="50000"/>
                      </a:blip>
                      <a:srcRect/>
                      <a:tile tx="0" ty="0" sx="100000" sy="100000" flip="none" algn="tr"/>
                    </a:blipFill>
                  </a:tcPr>
                </a:tc>
                <a:tc>
                  <a:txBody>
                    <a:bodyPr/>
                    <a:lstStyle/>
                    <a:p>
                      <a:endParaRPr lang="en-IN"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blipFill dpi="0" rotWithShape="1">
                      <a:blip r:embed="rId2">
                        <a:alphaModFix amt="60000"/>
                      </a:blip>
                      <a:srcRect/>
                      <a:tile tx="0" ty="0" sx="100000" sy="100000" flip="none" algn="tr"/>
                    </a:blipFill>
                  </a:tcPr>
                </a:tc>
                <a:tc>
                  <a:txBody>
                    <a:bodyPr/>
                    <a:lstStyle/>
                    <a:p>
                      <a:endParaRPr lang="en-IN"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blipFill dpi="0" rotWithShape="1">
                      <a:blip r:embed="rId2">
                        <a:alphaModFix amt="70000"/>
                      </a:blip>
                      <a:srcRect/>
                      <a:tile tx="0" ty="0" sx="100000" sy="100000" flip="none" algn="tr"/>
                    </a:blipFill>
                  </a:tcPr>
                </a:tc>
                <a:tc>
                  <a:txBody>
                    <a:bodyPr/>
                    <a:lstStyle/>
                    <a:p>
                      <a:endParaRPr lang="en-IN"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blipFill dpi="0" rotWithShape="1">
                      <a:blip r:embed="rId2">
                        <a:alphaModFix amt="80000"/>
                      </a:blip>
                      <a:srcRect/>
                      <a:tile tx="0" ty="0" sx="100000" sy="100000" flip="none" algn="tr"/>
                    </a:blipFill>
                  </a:tcPr>
                </a:tc>
                <a:tc>
                  <a:txBody>
                    <a:bodyPr/>
                    <a:lstStyle/>
                    <a:p>
                      <a:endParaRPr lang="en-IN"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blipFill dpi="0" rotWithShape="1">
                      <a:blip r:embed="rId2">
                        <a:alphaModFix amt="90000"/>
                      </a:blip>
                      <a:srcRect/>
                      <a:tile tx="0" ty="0" sx="100000" sy="100000" flip="none" algn="tr"/>
                    </a:blipFill>
                  </a:tcPr>
                </a:tc>
                <a:tc>
                  <a:txBody>
                    <a:bodyPr/>
                    <a:lstStyle/>
                    <a:p>
                      <a:endParaRPr lang="en-IN"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blipFill dpi="0" rotWithShape="1">
                      <a:blip r:embed="rId2"/>
                      <a:srcRect/>
                      <a:tile tx="0" ty="0" sx="100000" sy="100000" flip="none" algn="tr"/>
                    </a:blipFill>
                  </a:tcPr>
                </a:tc>
                <a:extLst>
                  <a:ext uri="{0D108BD9-81ED-4DB2-BD59-A6C34878D82A}">
                    <a16:rowId xmlns:a16="http://schemas.microsoft.com/office/drawing/2014/main" val="3137561221"/>
                  </a:ext>
                </a:extLst>
              </a:tr>
              <a:tr h="571500">
                <a:tc>
                  <a:txBody>
                    <a:bodyPr/>
                    <a:lstStyle/>
                    <a:p>
                      <a:endParaRPr lang="en-IN"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blipFill dpi="0" rotWithShape="1">
                      <a:blip r:embed="rId2">
                        <a:alphaModFix amt="5000"/>
                      </a:blip>
                      <a:srcRect/>
                      <a:tile tx="0" ty="0" sx="100000" sy="100000" flip="none" algn="tr"/>
                    </a:blipFill>
                  </a:tcPr>
                </a:tc>
                <a:tc>
                  <a:txBody>
                    <a:bodyPr/>
                    <a:lstStyle/>
                    <a:p>
                      <a:endParaRPr lang="en-IN"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blipFill dpi="0" rotWithShape="1">
                      <a:blip r:embed="rId2">
                        <a:alphaModFix amt="10000"/>
                      </a:blip>
                      <a:srcRect/>
                      <a:tile tx="0" ty="0" sx="100000" sy="100000" flip="none" algn="tr"/>
                    </a:blipFill>
                  </a:tcPr>
                </a:tc>
                <a:tc>
                  <a:txBody>
                    <a:bodyPr/>
                    <a:lstStyle/>
                    <a:p>
                      <a:endParaRPr lang="en-IN"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blipFill dpi="0" rotWithShape="1">
                      <a:blip r:embed="rId2">
                        <a:alphaModFix amt="15000"/>
                      </a:blip>
                      <a:srcRect/>
                      <a:tile tx="0" ty="0" sx="100000" sy="100000" flip="none" algn="tr"/>
                    </a:blipFill>
                  </a:tcPr>
                </a:tc>
                <a:tc>
                  <a:txBody>
                    <a:bodyPr/>
                    <a:lstStyle/>
                    <a:p>
                      <a:endParaRPr lang="en-IN"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blipFill dpi="0" rotWithShape="1">
                      <a:blip r:embed="rId2">
                        <a:alphaModFix amt="20000"/>
                      </a:blip>
                      <a:srcRect/>
                      <a:tile tx="0" ty="0" sx="100000" sy="100000" flip="none" algn="tr"/>
                    </a:blipFill>
                  </a:tcPr>
                </a:tc>
                <a:tc>
                  <a:txBody>
                    <a:bodyPr/>
                    <a:lstStyle/>
                    <a:p>
                      <a:endParaRPr lang="en-IN"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blipFill dpi="0" rotWithShape="1">
                      <a:blip r:embed="rId2">
                        <a:alphaModFix amt="30000"/>
                      </a:blip>
                      <a:srcRect/>
                      <a:tile tx="1016000" ty="0" sx="100000" sy="100000" flip="none" algn="tr"/>
                    </a:blipFill>
                  </a:tcPr>
                </a:tc>
                <a:tc>
                  <a:txBody>
                    <a:bodyPr/>
                    <a:lstStyle/>
                    <a:p>
                      <a:endParaRPr lang="en-IN"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blipFill dpi="0" rotWithShape="1">
                      <a:blip r:embed="rId2">
                        <a:alphaModFix amt="40000"/>
                      </a:blip>
                      <a:srcRect/>
                      <a:tile tx="0" ty="0" sx="100000" sy="100000" flip="none" algn="tr"/>
                    </a:blipFill>
                  </a:tcPr>
                </a:tc>
                <a:tc>
                  <a:txBody>
                    <a:bodyPr/>
                    <a:lstStyle/>
                    <a:p>
                      <a:endParaRPr lang="en-IN"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blipFill dpi="0" rotWithShape="1">
                      <a:blip r:embed="rId2">
                        <a:alphaModFix amt="50000"/>
                      </a:blip>
                      <a:srcRect/>
                      <a:tile tx="0" ty="0" sx="100000" sy="100000" flip="none" algn="tr"/>
                    </a:blipFill>
                  </a:tcPr>
                </a:tc>
                <a:tc>
                  <a:txBody>
                    <a:bodyPr/>
                    <a:lstStyle/>
                    <a:p>
                      <a:endParaRPr lang="en-IN"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blipFill dpi="0" rotWithShape="1">
                      <a:blip r:embed="rId2">
                        <a:alphaModFix amt="60000"/>
                      </a:blip>
                      <a:srcRect/>
                      <a:tile tx="0" ty="0" sx="100000" sy="100000" flip="none" algn="tr"/>
                    </a:blipFill>
                  </a:tcPr>
                </a:tc>
                <a:tc>
                  <a:txBody>
                    <a:bodyPr/>
                    <a:lstStyle/>
                    <a:p>
                      <a:endParaRPr lang="en-IN"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blipFill dpi="0" rotWithShape="1">
                      <a:blip r:embed="rId2">
                        <a:alphaModFix amt="70000"/>
                      </a:blip>
                      <a:srcRect/>
                      <a:tile tx="0" ty="0" sx="100000" sy="100000" flip="none" algn="tr"/>
                    </a:blipFill>
                  </a:tcPr>
                </a:tc>
                <a:tc>
                  <a:txBody>
                    <a:bodyPr/>
                    <a:lstStyle/>
                    <a:p>
                      <a:endParaRPr lang="en-IN"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blipFill dpi="0" rotWithShape="1">
                      <a:blip r:embed="rId2">
                        <a:alphaModFix amt="80000"/>
                      </a:blip>
                      <a:srcRect/>
                      <a:tile tx="0" ty="0" sx="100000" sy="100000" flip="none" algn="tr"/>
                    </a:blipFill>
                  </a:tcPr>
                </a:tc>
                <a:tc>
                  <a:txBody>
                    <a:bodyPr/>
                    <a:lstStyle/>
                    <a:p>
                      <a:endParaRPr lang="en-IN"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blipFill dpi="0" rotWithShape="1">
                      <a:blip r:embed="rId2">
                        <a:alphaModFix amt="90000"/>
                      </a:blip>
                      <a:srcRect/>
                      <a:tile tx="0" ty="0" sx="100000" sy="100000" flip="none" algn="tr"/>
                    </a:blipFill>
                  </a:tcPr>
                </a:tc>
                <a:tc>
                  <a:txBody>
                    <a:bodyPr/>
                    <a:lstStyle/>
                    <a:p>
                      <a:endParaRPr lang="en-IN"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blipFill dpi="0" rotWithShape="1">
                      <a:blip r:embed="rId2"/>
                      <a:srcRect/>
                      <a:tile tx="0" ty="0" sx="100000" sy="100000" flip="none" algn="tr"/>
                    </a:blipFill>
                  </a:tcPr>
                </a:tc>
                <a:extLst>
                  <a:ext uri="{0D108BD9-81ED-4DB2-BD59-A6C34878D82A}">
                    <a16:rowId xmlns:a16="http://schemas.microsoft.com/office/drawing/2014/main" val="3799534394"/>
                  </a:ext>
                </a:extLst>
              </a:tr>
              <a:tr h="571500">
                <a:tc>
                  <a:txBody>
                    <a:bodyPr/>
                    <a:lstStyle/>
                    <a:p>
                      <a:endParaRPr lang="en-IN"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blipFill dpi="0" rotWithShape="1">
                      <a:blip r:embed="rId2">
                        <a:alphaModFix amt="5000"/>
                      </a:blip>
                      <a:srcRect/>
                      <a:tile tx="0" ty="0" sx="100000" sy="100000" flip="none" algn="tr"/>
                    </a:blipFill>
                  </a:tcPr>
                </a:tc>
                <a:tc>
                  <a:txBody>
                    <a:bodyPr/>
                    <a:lstStyle/>
                    <a:p>
                      <a:endParaRPr lang="en-IN"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blipFill dpi="0" rotWithShape="1">
                      <a:blip r:embed="rId2">
                        <a:alphaModFix amt="10000"/>
                      </a:blip>
                      <a:srcRect/>
                      <a:tile tx="0" ty="0" sx="100000" sy="100000" flip="none" algn="tr"/>
                    </a:blipFill>
                  </a:tcPr>
                </a:tc>
                <a:tc>
                  <a:txBody>
                    <a:bodyPr/>
                    <a:lstStyle/>
                    <a:p>
                      <a:endParaRPr lang="en-IN"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blipFill dpi="0" rotWithShape="1">
                      <a:blip r:embed="rId2">
                        <a:alphaModFix amt="15000"/>
                      </a:blip>
                      <a:srcRect/>
                      <a:tile tx="0" ty="0" sx="100000" sy="100000" flip="none" algn="tr"/>
                    </a:blipFill>
                  </a:tcPr>
                </a:tc>
                <a:tc>
                  <a:txBody>
                    <a:bodyPr/>
                    <a:lstStyle/>
                    <a:p>
                      <a:endParaRPr lang="en-IN"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blipFill dpi="0" rotWithShape="1">
                      <a:blip r:embed="rId2">
                        <a:alphaModFix amt="20000"/>
                      </a:blip>
                      <a:srcRect/>
                      <a:tile tx="0" ty="0" sx="100000" sy="100000" flip="none" algn="tr"/>
                    </a:blipFill>
                  </a:tcPr>
                </a:tc>
                <a:tc>
                  <a:txBody>
                    <a:bodyPr/>
                    <a:lstStyle/>
                    <a:p>
                      <a:endParaRPr lang="en-IN"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blipFill dpi="0" rotWithShape="1">
                      <a:blip r:embed="rId2">
                        <a:alphaModFix amt="30000"/>
                      </a:blip>
                      <a:srcRect/>
                      <a:tile tx="1016000" ty="0" sx="100000" sy="100000" flip="none" algn="tr"/>
                    </a:blipFill>
                  </a:tcPr>
                </a:tc>
                <a:tc>
                  <a:txBody>
                    <a:bodyPr/>
                    <a:lstStyle/>
                    <a:p>
                      <a:endParaRPr lang="en-IN"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blipFill dpi="0" rotWithShape="1">
                      <a:blip r:embed="rId2">
                        <a:alphaModFix amt="40000"/>
                      </a:blip>
                      <a:srcRect/>
                      <a:tile tx="0" ty="0" sx="100000" sy="100000" flip="none" algn="tr"/>
                    </a:blipFill>
                  </a:tcPr>
                </a:tc>
                <a:tc>
                  <a:txBody>
                    <a:bodyPr/>
                    <a:lstStyle/>
                    <a:p>
                      <a:endParaRPr lang="en-IN"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blipFill dpi="0" rotWithShape="1">
                      <a:blip r:embed="rId2">
                        <a:alphaModFix amt="50000"/>
                      </a:blip>
                      <a:srcRect/>
                      <a:tile tx="0" ty="0" sx="100000" sy="100000" flip="none" algn="tr"/>
                    </a:blipFill>
                  </a:tcPr>
                </a:tc>
                <a:tc>
                  <a:txBody>
                    <a:bodyPr/>
                    <a:lstStyle/>
                    <a:p>
                      <a:endParaRPr lang="en-IN"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blipFill dpi="0" rotWithShape="1">
                      <a:blip r:embed="rId2">
                        <a:alphaModFix amt="60000"/>
                      </a:blip>
                      <a:srcRect/>
                      <a:tile tx="0" ty="0" sx="100000" sy="100000" flip="none" algn="tr"/>
                    </a:blipFill>
                  </a:tcPr>
                </a:tc>
                <a:tc>
                  <a:txBody>
                    <a:bodyPr/>
                    <a:lstStyle/>
                    <a:p>
                      <a:endParaRPr lang="en-IN"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blipFill dpi="0" rotWithShape="1">
                      <a:blip r:embed="rId2">
                        <a:alphaModFix amt="70000"/>
                      </a:blip>
                      <a:srcRect/>
                      <a:tile tx="0" ty="0" sx="100000" sy="100000" flip="none" algn="tr"/>
                    </a:blipFill>
                  </a:tcPr>
                </a:tc>
                <a:tc>
                  <a:txBody>
                    <a:bodyPr/>
                    <a:lstStyle/>
                    <a:p>
                      <a:endParaRPr lang="en-IN"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blipFill dpi="0" rotWithShape="1">
                      <a:blip r:embed="rId2">
                        <a:alphaModFix amt="80000"/>
                      </a:blip>
                      <a:srcRect/>
                      <a:tile tx="0" ty="0" sx="100000" sy="100000" flip="none" algn="tr"/>
                    </a:blipFill>
                  </a:tcPr>
                </a:tc>
                <a:tc>
                  <a:txBody>
                    <a:bodyPr/>
                    <a:lstStyle/>
                    <a:p>
                      <a:endParaRPr lang="en-IN"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blipFill dpi="0" rotWithShape="1">
                      <a:blip r:embed="rId2">
                        <a:alphaModFix amt="90000"/>
                      </a:blip>
                      <a:srcRect/>
                      <a:tile tx="0" ty="0" sx="100000" sy="100000" flip="none" algn="tr"/>
                    </a:blipFill>
                  </a:tcPr>
                </a:tc>
                <a:tc>
                  <a:txBody>
                    <a:bodyPr/>
                    <a:lstStyle/>
                    <a:p>
                      <a:endParaRPr lang="en-IN"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blipFill dpi="0" rotWithShape="1">
                      <a:blip r:embed="rId2"/>
                      <a:srcRect/>
                      <a:tile tx="0" ty="0" sx="100000" sy="100000" flip="none" algn="tr"/>
                    </a:blipFill>
                  </a:tcPr>
                </a:tc>
                <a:extLst>
                  <a:ext uri="{0D108BD9-81ED-4DB2-BD59-A6C34878D82A}">
                    <a16:rowId xmlns:a16="http://schemas.microsoft.com/office/drawing/2014/main" val="2967066081"/>
                  </a:ext>
                </a:extLst>
              </a:tr>
              <a:tr h="571500">
                <a:tc>
                  <a:txBody>
                    <a:bodyPr/>
                    <a:lstStyle/>
                    <a:p>
                      <a:endParaRPr lang="en-IN"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blipFill dpi="0" rotWithShape="1">
                      <a:blip r:embed="rId2">
                        <a:alphaModFix amt="5000"/>
                      </a:blip>
                      <a:srcRect/>
                      <a:tile tx="0" ty="0" sx="100000" sy="100000" flip="none" algn="tr"/>
                    </a:blipFill>
                  </a:tcPr>
                </a:tc>
                <a:tc>
                  <a:txBody>
                    <a:bodyPr/>
                    <a:lstStyle/>
                    <a:p>
                      <a:endParaRPr lang="en-IN"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blipFill dpi="0" rotWithShape="1">
                      <a:blip r:embed="rId2">
                        <a:alphaModFix amt="10000"/>
                      </a:blip>
                      <a:srcRect/>
                      <a:tile tx="0" ty="0" sx="100000" sy="100000" flip="none" algn="tr"/>
                    </a:blipFill>
                  </a:tcPr>
                </a:tc>
                <a:tc>
                  <a:txBody>
                    <a:bodyPr/>
                    <a:lstStyle/>
                    <a:p>
                      <a:endParaRPr lang="en-IN"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blipFill dpi="0" rotWithShape="1">
                      <a:blip r:embed="rId2">
                        <a:alphaModFix amt="15000"/>
                      </a:blip>
                      <a:srcRect/>
                      <a:tile tx="0" ty="0" sx="100000" sy="100000" flip="none" algn="tr"/>
                    </a:blipFill>
                  </a:tcPr>
                </a:tc>
                <a:tc>
                  <a:txBody>
                    <a:bodyPr/>
                    <a:lstStyle/>
                    <a:p>
                      <a:endParaRPr lang="en-IN"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blipFill dpi="0" rotWithShape="1">
                      <a:blip r:embed="rId2">
                        <a:alphaModFix amt="20000"/>
                      </a:blip>
                      <a:srcRect/>
                      <a:tile tx="0" ty="0" sx="100000" sy="100000" flip="none" algn="tr"/>
                    </a:blipFill>
                  </a:tcPr>
                </a:tc>
                <a:tc>
                  <a:txBody>
                    <a:bodyPr/>
                    <a:lstStyle/>
                    <a:p>
                      <a:endParaRPr lang="en-IN"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blipFill dpi="0" rotWithShape="1">
                      <a:blip r:embed="rId2">
                        <a:alphaModFix amt="30000"/>
                      </a:blip>
                      <a:srcRect/>
                      <a:tile tx="1016000" ty="0" sx="100000" sy="100000" flip="none" algn="tr"/>
                    </a:blipFill>
                  </a:tcPr>
                </a:tc>
                <a:tc>
                  <a:txBody>
                    <a:bodyPr/>
                    <a:lstStyle/>
                    <a:p>
                      <a:endParaRPr lang="en-IN"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blipFill dpi="0" rotWithShape="1">
                      <a:blip r:embed="rId2">
                        <a:alphaModFix amt="40000"/>
                      </a:blip>
                      <a:srcRect/>
                      <a:tile tx="0" ty="0" sx="100000" sy="100000" flip="none" algn="tr"/>
                    </a:blipFill>
                  </a:tcPr>
                </a:tc>
                <a:tc>
                  <a:txBody>
                    <a:bodyPr/>
                    <a:lstStyle/>
                    <a:p>
                      <a:endParaRPr lang="en-IN"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blipFill dpi="0" rotWithShape="1">
                      <a:blip r:embed="rId2">
                        <a:alphaModFix amt="50000"/>
                      </a:blip>
                      <a:srcRect/>
                      <a:tile tx="0" ty="0" sx="100000" sy="100000" flip="none" algn="tr"/>
                    </a:blipFill>
                  </a:tcPr>
                </a:tc>
                <a:tc>
                  <a:txBody>
                    <a:bodyPr/>
                    <a:lstStyle/>
                    <a:p>
                      <a:endParaRPr lang="en-IN"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blipFill dpi="0" rotWithShape="1">
                      <a:blip r:embed="rId2">
                        <a:alphaModFix amt="60000"/>
                      </a:blip>
                      <a:srcRect/>
                      <a:tile tx="0" ty="0" sx="100000" sy="100000" flip="none" algn="tr"/>
                    </a:blipFill>
                  </a:tcPr>
                </a:tc>
                <a:tc>
                  <a:txBody>
                    <a:bodyPr/>
                    <a:lstStyle/>
                    <a:p>
                      <a:endParaRPr lang="en-IN"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blipFill dpi="0" rotWithShape="1">
                      <a:blip r:embed="rId2">
                        <a:alphaModFix amt="70000"/>
                      </a:blip>
                      <a:srcRect/>
                      <a:tile tx="0" ty="0" sx="100000" sy="100000" flip="none" algn="tr"/>
                    </a:blipFill>
                  </a:tcPr>
                </a:tc>
                <a:tc>
                  <a:txBody>
                    <a:bodyPr/>
                    <a:lstStyle/>
                    <a:p>
                      <a:endParaRPr lang="en-IN"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blipFill dpi="0" rotWithShape="1">
                      <a:blip r:embed="rId2">
                        <a:alphaModFix amt="80000"/>
                      </a:blip>
                      <a:srcRect/>
                      <a:tile tx="0" ty="0" sx="100000" sy="100000" flip="none" algn="tr"/>
                    </a:blipFill>
                  </a:tcPr>
                </a:tc>
                <a:tc>
                  <a:txBody>
                    <a:bodyPr/>
                    <a:lstStyle/>
                    <a:p>
                      <a:endParaRPr lang="en-IN"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blipFill dpi="0" rotWithShape="1">
                      <a:blip r:embed="rId2">
                        <a:alphaModFix amt="90000"/>
                      </a:blip>
                      <a:srcRect/>
                      <a:tile tx="0" ty="0" sx="100000" sy="100000" flip="none" algn="tr"/>
                    </a:blipFill>
                  </a:tcPr>
                </a:tc>
                <a:tc>
                  <a:txBody>
                    <a:bodyPr/>
                    <a:lstStyle/>
                    <a:p>
                      <a:endParaRPr lang="en-IN"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blipFill dpi="0" rotWithShape="1">
                      <a:blip r:embed="rId2"/>
                      <a:srcRect/>
                      <a:tile tx="0" ty="0" sx="100000" sy="100000" flip="none" algn="tr"/>
                    </a:blipFill>
                  </a:tcPr>
                </a:tc>
                <a:extLst>
                  <a:ext uri="{0D108BD9-81ED-4DB2-BD59-A6C34878D82A}">
                    <a16:rowId xmlns:a16="http://schemas.microsoft.com/office/drawing/2014/main" val="3037710935"/>
                  </a:ext>
                </a:extLst>
              </a:tr>
              <a:tr h="571500">
                <a:tc>
                  <a:txBody>
                    <a:bodyPr/>
                    <a:lstStyle/>
                    <a:p>
                      <a:endParaRPr lang="en-IN"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blipFill dpi="0" rotWithShape="1">
                      <a:blip r:embed="rId2">
                        <a:alphaModFix amt="5000"/>
                      </a:blip>
                      <a:srcRect/>
                      <a:tile tx="0" ty="0" sx="100000" sy="100000" flip="none" algn="tr"/>
                    </a:blipFill>
                  </a:tcPr>
                </a:tc>
                <a:tc>
                  <a:txBody>
                    <a:bodyPr/>
                    <a:lstStyle/>
                    <a:p>
                      <a:endParaRPr lang="en-IN"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blipFill dpi="0" rotWithShape="1">
                      <a:blip r:embed="rId2">
                        <a:alphaModFix amt="10000"/>
                      </a:blip>
                      <a:srcRect/>
                      <a:tile tx="0" ty="0" sx="100000" sy="100000" flip="none" algn="tr"/>
                    </a:blipFill>
                  </a:tcPr>
                </a:tc>
                <a:tc>
                  <a:txBody>
                    <a:bodyPr/>
                    <a:lstStyle/>
                    <a:p>
                      <a:endParaRPr lang="en-IN"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blipFill dpi="0" rotWithShape="1">
                      <a:blip r:embed="rId2">
                        <a:alphaModFix amt="15000"/>
                      </a:blip>
                      <a:srcRect/>
                      <a:tile tx="0" ty="0" sx="100000" sy="100000" flip="none" algn="tr"/>
                    </a:blipFill>
                  </a:tcPr>
                </a:tc>
                <a:tc>
                  <a:txBody>
                    <a:bodyPr/>
                    <a:lstStyle/>
                    <a:p>
                      <a:endParaRPr lang="en-IN"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blipFill dpi="0" rotWithShape="1">
                      <a:blip r:embed="rId2">
                        <a:alphaModFix amt="20000"/>
                      </a:blip>
                      <a:srcRect/>
                      <a:tile tx="0" ty="0" sx="100000" sy="100000" flip="none" algn="tr"/>
                    </a:blipFill>
                  </a:tcPr>
                </a:tc>
                <a:tc>
                  <a:txBody>
                    <a:bodyPr/>
                    <a:lstStyle/>
                    <a:p>
                      <a:endParaRPr lang="en-IN"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blipFill dpi="0" rotWithShape="1">
                      <a:blip r:embed="rId2">
                        <a:alphaModFix amt="30000"/>
                      </a:blip>
                      <a:srcRect/>
                      <a:tile tx="1016000" ty="0" sx="100000" sy="100000" flip="none" algn="tr"/>
                    </a:blipFill>
                  </a:tcPr>
                </a:tc>
                <a:tc>
                  <a:txBody>
                    <a:bodyPr/>
                    <a:lstStyle/>
                    <a:p>
                      <a:endParaRPr lang="en-IN"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blipFill dpi="0" rotWithShape="1">
                      <a:blip r:embed="rId2">
                        <a:alphaModFix amt="40000"/>
                      </a:blip>
                      <a:srcRect/>
                      <a:tile tx="0" ty="0" sx="100000" sy="100000" flip="none" algn="tr"/>
                    </a:blipFill>
                  </a:tcPr>
                </a:tc>
                <a:tc>
                  <a:txBody>
                    <a:bodyPr/>
                    <a:lstStyle/>
                    <a:p>
                      <a:endParaRPr lang="en-IN"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blipFill dpi="0" rotWithShape="1">
                      <a:blip r:embed="rId2">
                        <a:alphaModFix amt="50000"/>
                      </a:blip>
                      <a:srcRect/>
                      <a:tile tx="0" ty="0" sx="100000" sy="100000" flip="none" algn="tr"/>
                    </a:blipFill>
                  </a:tcPr>
                </a:tc>
                <a:tc>
                  <a:txBody>
                    <a:bodyPr/>
                    <a:lstStyle/>
                    <a:p>
                      <a:endParaRPr lang="en-IN"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blipFill dpi="0" rotWithShape="1">
                      <a:blip r:embed="rId2">
                        <a:alphaModFix amt="60000"/>
                      </a:blip>
                      <a:srcRect/>
                      <a:tile tx="0" ty="0" sx="100000" sy="100000" flip="none" algn="tr"/>
                    </a:blipFill>
                  </a:tcPr>
                </a:tc>
                <a:tc>
                  <a:txBody>
                    <a:bodyPr/>
                    <a:lstStyle/>
                    <a:p>
                      <a:endParaRPr lang="en-IN"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blipFill dpi="0" rotWithShape="1">
                      <a:blip r:embed="rId2">
                        <a:alphaModFix amt="70000"/>
                      </a:blip>
                      <a:srcRect/>
                      <a:tile tx="0" ty="0" sx="100000" sy="100000" flip="none" algn="tr"/>
                    </a:blipFill>
                  </a:tcPr>
                </a:tc>
                <a:tc>
                  <a:txBody>
                    <a:bodyPr/>
                    <a:lstStyle/>
                    <a:p>
                      <a:endParaRPr lang="en-IN"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blipFill dpi="0" rotWithShape="1">
                      <a:blip r:embed="rId2">
                        <a:alphaModFix amt="80000"/>
                      </a:blip>
                      <a:srcRect/>
                      <a:tile tx="0" ty="0" sx="100000" sy="100000" flip="none" algn="tr"/>
                    </a:blipFill>
                  </a:tcPr>
                </a:tc>
                <a:tc>
                  <a:txBody>
                    <a:bodyPr/>
                    <a:lstStyle/>
                    <a:p>
                      <a:endParaRPr lang="en-IN"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blipFill dpi="0" rotWithShape="1">
                      <a:blip r:embed="rId2">
                        <a:alphaModFix amt="90000"/>
                      </a:blip>
                      <a:srcRect/>
                      <a:tile tx="0" ty="0" sx="100000" sy="100000" flip="none" algn="tr"/>
                    </a:blipFill>
                  </a:tcPr>
                </a:tc>
                <a:tc>
                  <a:txBody>
                    <a:bodyPr/>
                    <a:lstStyle/>
                    <a:p>
                      <a:endParaRPr lang="en-IN"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blipFill dpi="0" rotWithShape="1">
                      <a:blip r:embed="rId2"/>
                      <a:srcRect/>
                      <a:tile tx="0" ty="0" sx="100000" sy="100000" flip="none" algn="tr"/>
                    </a:blipFill>
                  </a:tcPr>
                </a:tc>
                <a:extLst>
                  <a:ext uri="{0D108BD9-81ED-4DB2-BD59-A6C34878D82A}">
                    <a16:rowId xmlns:a16="http://schemas.microsoft.com/office/drawing/2014/main" val="765999589"/>
                  </a:ext>
                </a:extLst>
              </a:tr>
              <a:tr h="571500">
                <a:tc>
                  <a:txBody>
                    <a:bodyPr/>
                    <a:lstStyle/>
                    <a:p>
                      <a:endParaRPr lang="en-IN"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blipFill dpi="0" rotWithShape="1">
                      <a:blip r:embed="rId2">
                        <a:alphaModFix amt="5000"/>
                      </a:blip>
                      <a:srcRect/>
                      <a:tile tx="0" ty="0" sx="100000" sy="100000" flip="none" algn="tr"/>
                    </a:blipFill>
                  </a:tcPr>
                </a:tc>
                <a:tc>
                  <a:txBody>
                    <a:bodyPr/>
                    <a:lstStyle/>
                    <a:p>
                      <a:endParaRPr lang="en-IN"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blipFill dpi="0" rotWithShape="1">
                      <a:blip r:embed="rId2">
                        <a:alphaModFix amt="10000"/>
                      </a:blip>
                      <a:srcRect/>
                      <a:tile tx="0" ty="0" sx="100000" sy="100000" flip="none" algn="tr"/>
                    </a:blipFill>
                  </a:tcPr>
                </a:tc>
                <a:tc>
                  <a:txBody>
                    <a:bodyPr/>
                    <a:lstStyle/>
                    <a:p>
                      <a:endParaRPr lang="en-IN"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blipFill dpi="0" rotWithShape="1">
                      <a:blip r:embed="rId2">
                        <a:alphaModFix amt="15000"/>
                      </a:blip>
                      <a:srcRect/>
                      <a:tile tx="0" ty="0" sx="100000" sy="100000" flip="none" algn="tr"/>
                    </a:blipFill>
                  </a:tcPr>
                </a:tc>
                <a:tc>
                  <a:txBody>
                    <a:bodyPr/>
                    <a:lstStyle/>
                    <a:p>
                      <a:endParaRPr lang="en-IN"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blipFill dpi="0" rotWithShape="1">
                      <a:blip r:embed="rId2">
                        <a:alphaModFix amt="20000"/>
                      </a:blip>
                      <a:srcRect/>
                      <a:tile tx="0" ty="0" sx="100000" sy="100000" flip="none" algn="tr"/>
                    </a:blipFill>
                  </a:tcPr>
                </a:tc>
                <a:tc>
                  <a:txBody>
                    <a:bodyPr/>
                    <a:lstStyle/>
                    <a:p>
                      <a:endParaRPr lang="en-IN"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blipFill dpi="0" rotWithShape="1">
                      <a:blip r:embed="rId2">
                        <a:alphaModFix amt="30000"/>
                      </a:blip>
                      <a:srcRect/>
                      <a:tile tx="1016000" ty="0" sx="100000" sy="100000" flip="none" algn="tr"/>
                    </a:blipFill>
                  </a:tcPr>
                </a:tc>
                <a:tc>
                  <a:txBody>
                    <a:bodyPr/>
                    <a:lstStyle/>
                    <a:p>
                      <a:endParaRPr lang="en-IN"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blipFill dpi="0" rotWithShape="1">
                      <a:blip r:embed="rId2">
                        <a:alphaModFix amt="40000"/>
                      </a:blip>
                      <a:srcRect/>
                      <a:tile tx="0" ty="0" sx="100000" sy="100000" flip="none" algn="tr"/>
                    </a:blipFill>
                  </a:tcPr>
                </a:tc>
                <a:tc>
                  <a:txBody>
                    <a:bodyPr/>
                    <a:lstStyle/>
                    <a:p>
                      <a:endParaRPr lang="en-IN"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blipFill dpi="0" rotWithShape="1">
                      <a:blip r:embed="rId2">
                        <a:alphaModFix amt="50000"/>
                      </a:blip>
                      <a:srcRect/>
                      <a:tile tx="0" ty="0" sx="100000" sy="100000" flip="none" algn="tr"/>
                    </a:blipFill>
                  </a:tcPr>
                </a:tc>
                <a:tc>
                  <a:txBody>
                    <a:bodyPr/>
                    <a:lstStyle/>
                    <a:p>
                      <a:endParaRPr lang="en-IN"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blipFill dpi="0" rotWithShape="1">
                      <a:blip r:embed="rId2">
                        <a:alphaModFix amt="60000"/>
                      </a:blip>
                      <a:srcRect/>
                      <a:tile tx="0" ty="0" sx="100000" sy="100000" flip="none" algn="tr"/>
                    </a:blipFill>
                  </a:tcPr>
                </a:tc>
                <a:tc>
                  <a:txBody>
                    <a:bodyPr/>
                    <a:lstStyle/>
                    <a:p>
                      <a:endParaRPr lang="en-IN"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blipFill dpi="0" rotWithShape="1">
                      <a:blip r:embed="rId2">
                        <a:alphaModFix amt="70000"/>
                      </a:blip>
                      <a:srcRect/>
                      <a:tile tx="0" ty="0" sx="100000" sy="100000" flip="none" algn="tr"/>
                    </a:blipFill>
                  </a:tcPr>
                </a:tc>
                <a:tc>
                  <a:txBody>
                    <a:bodyPr/>
                    <a:lstStyle/>
                    <a:p>
                      <a:endParaRPr lang="en-IN"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blipFill dpi="0" rotWithShape="1">
                      <a:blip r:embed="rId2">
                        <a:alphaModFix amt="80000"/>
                      </a:blip>
                      <a:srcRect/>
                      <a:tile tx="0" ty="0" sx="100000" sy="100000" flip="none" algn="tr"/>
                    </a:blipFill>
                  </a:tcPr>
                </a:tc>
                <a:tc>
                  <a:txBody>
                    <a:bodyPr/>
                    <a:lstStyle/>
                    <a:p>
                      <a:endParaRPr lang="en-IN"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blipFill dpi="0" rotWithShape="1">
                      <a:blip r:embed="rId2">
                        <a:alphaModFix amt="90000"/>
                      </a:blip>
                      <a:srcRect/>
                      <a:tile tx="0" ty="0" sx="100000" sy="100000" flip="none" algn="tr"/>
                    </a:blipFill>
                  </a:tcPr>
                </a:tc>
                <a:tc>
                  <a:txBody>
                    <a:bodyPr/>
                    <a:lstStyle/>
                    <a:p>
                      <a:endParaRPr lang="en-IN"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blipFill dpi="0" rotWithShape="1">
                      <a:blip r:embed="rId2"/>
                      <a:srcRect/>
                      <a:tile tx="0" ty="0" sx="100000" sy="100000" flip="none" algn="tr"/>
                    </a:blipFill>
                  </a:tcPr>
                </a:tc>
                <a:extLst>
                  <a:ext uri="{0D108BD9-81ED-4DB2-BD59-A6C34878D82A}">
                    <a16:rowId xmlns:a16="http://schemas.microsoft.com/office/drawing/2014/main" val="278157780"/>
                  </a:ext>
                </a:extLst>
              </a:tr>
              <a:tr h="571500">
                <a:tc>
                  <a:txBody>
                    <a:bodyPr/>
                    <a:lstStyle/>
                    <a:p>
                      <a:endParaRPr lang="en-IN"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blipFill dpi="0" rotWithShape="1">
                      <a:blip r:embed="rId2">
                        <a:alphaModFix amt="5000"/>
                      </a:blip>
                      <a:srcRect/>
                      <a:tile tx="0" ty="0" sx="100000" sy="100000" flip="none" algn="tr"/>
                    </a:blipFill>
                  </a:tcPr>
                </a:tc>
                <a:tc>
                  <a:txBody>
                    <a:bodyPr/>
                    <a:lstStyle/>
                    <a:p>
                      <a:endParaRPr lang="en-IN"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blipFill dpi="0" rotWithShape="1">
                      <a:blip r:embed="rId2">
                        <a:alphaModFix amt="10000"/>
                      </a:blip>
                      <a:srcRect/>
                      <a:tile tx="0" ty="0" sx="100000" sy="100000" flip="none" algn="tr"/>
                    </a:blipFill>
                  </a:tcPr>
                </a:tc>
                <a:tc>
                  <a:txBody>
                    <a:bodyPr/>
                    <a:lstStyle/>
                    <a:p>
                      <a:endParaRPr lang="en-IN"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blipFill dpi="0" rotWithShape="1">
                      <a:blip r:embed="rId2">
                        <a:alphaModFix amt="15000"/>
                      </a:blip>
                      <a:srcRect/>
                      <a:tile tx="0" ty="0" sx="100000" sy="100000" flip="none" algn="tr"/>
                    </a:blipFill>
                  </a:tcPr>
                </a:tc>
                <a:tc>
                  <a:txBody>
                    <a:bodyPr/>
                    <a:lstStyle/>
                    <a:p>
                      <a:endParaRPr lang="en-IN"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blipFill dpi="0" rotWithShape="1">
                      <a:blip r:embed="rId2">
                        <a:alphaModFix amt="20000"/>
                      </a:blip>
                      <a:srcRect/>
                      <a:tile tx="0" ty="0" sx="100000" sy="100000" flip="none" algn="tr"/>
                    </a:blipFill>
                  </a:tcPr>
                </a:tc>
                <a:tc>
                  <a:txBody>
                    <a:bodyPr/>
                    <a:lstStyle/>
                    <a:p>
                      <a:endParaRPr lang="en-IN"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blipFill dpi="0" rotWithShape="1">
                      <a:blip r:embed="rId2">
                        <a:alphaModFix amt="30000"/>
                      </a:blip>
                      <a:srcRect/>
                      <a:tile tx="1016000" ty="0" sx="100000" sy="100000" flip="none" algn="tr"/>
                    </a:blipFill>
                  </a:tcPr>
                </a:tc>
                <a:tc>
                  <a:txBody>
                    <a:bodyPr/>
                    <a:lstStyle/>
                    <a:p>
                      <a:endParaRPr lang="en-IN"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blipFill dpi="0" rotWithShape="1">
                      <a:blip r:embed="rId2">
                        <a:alphaModFix amt="40000"/>
                      </a:blip>
                      <a:srcRect/>
                      <a:tile tx="0" ty="0" sx="100000" sy="100000" flip="none" algn="tr"/>
                    </a:blipFill>
                  </a:tcPr>
                </a:tc>
                <a:tc>
                  <a:txBody>
                    <a:bodyPr/>
                    <a:lstStyle/>
                    <a:p>
                      <a:endParaRPr lang="en-IN"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blipFill dpi="0" rotWithShape="1">
                      <a:blip r:embed="rId2">
                        <a:alphaModFix amt="50000"/>
                      </a:blip>
                      <a:srcRect/>
                      <a:tile tx="0" ty="0" sx="100000" sy="100000" flip="none" algn="tr"/>
                    </a:blipFill>
                  </a:tcPr>
                </a:tc>
                <a:tc>
                  <a:txBody>
                    <a:bodyPr/>
                    <a:lstStyle/>
                    <a:p>
                      <a:endParaRPr lang="en-IN"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blipFill dpi="0" rotWithShape="1">
                      <a:blip r:embed="rId2">
                        <a:alphaModFix amt="60000"/>
                      </a:blip>
                      <a:srcRect/>
                      <a:tile tx="0" ty="0" sx="100000" sy="100000" flip="none" algn="tr"/>
                    </a:blipFill>
                  </a:tcPr>
                </a:tc>
                <a:tc>
                  <a:txBody>
                    <a:bodyPr/>
                    <a:lstStyle/>
                    <a:p>
                      <a:endParaRPr lang="en-IN"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blipFill dpi="0" rotWithShape="1">
                      <a:blip r:embed="rId2">
                        <a:alphaModFix amt="70000"/>
                      </a:blip>
                      <a:srcRect/>
                      <a:tile tx="0" ty="0" sx="100000" sy="100000" flip="none" algn="tr"/>
                    </a:blipFill>
                  </a:tcPr>
                </a:tc>
                <a:tc>
                  <a:txBody>
                    <a:bodyPr/>
                    <a:lstStyle/>
                    <a:p>
                      <a:endParaRPr lang="en-IN"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blipFill dpi="0" rotWithShape="1">
                      <a:blip r:embed="rId2">
                        <a:alphaModFix amt="80000"/>
                      </a:blip>
                      <a:srcRect/>
                      <a:tile tx="0" ty="0" sx="100000" sy="100000" flip="none" algn="tr"/>
                    </a:blipFill>
                  </a:tcPr>
                </a:tc>
                <a:tc>
                  <a:txBody>
                    <a:bodyPr/>
                    <a:lstStyle/>
                    <a:p>
                      <a:endParaRPr lang="en-IN"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blipFill dpi="0" rotWithShape="1">
                      <a:blip r:embed="rId2">
                        <a:alphaModFix amt="90000"/>
                      </a:blip>
                      <a:srcRect/>
                      <a:tile tx="0" ty="0" sx="100000" sy="100000" flip="none" algn="tr"/>
                    </a:blipFill>
                  </a:tcPr>
                </a:tc>
                <a:tc>
                  <a:txBody>
                    <a:bodyPr/>
                    <a:lstStyle/>
                    <a:p>
                      <a:endParaRPr lang="en-IN"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blipFill dpi="0" rotWithShape="1">
                      <a:blip r:embed="rId2"/>
                      <a:srcRect/>
                      <a:tile tx="0" ty="0" sx="100000" sy="100000" flip="none" algn="tr"/>
                    </a:blipFill>
                  </a:tcPr>
                </a:tc>
                <a:extLst>
                  <a:ext uri="{0D108BD9-81ED-4DB2-BD59-A6C34878D82A}">
                    <a16:rowId xmlns:a16="http://schemas.microsoft.com/office/drawing/2014/main" val="2029835045"/>
                  </a:ext>
                </a:extLst>
              </a:tr>
            </a:tbl>
          </a:graphicData>
        </a:graphic>
      </p:graphicFrame>
      <p:sp>
        <p:nvSpPr>
          <p:cNvPr id="10" name="Rectangle 9">
            <a:extLst>
              <a:ext uri="{FF2B5EF4-FFF2-40B4-BE49-F238E27FC236}">
                <a16:creationId xmlns:a16="http://schemas.microsoft.com/office/drawing/2014/main" id="{8B7620B2-F56C-D1AD-6C75-500633DF8ABF}"/>
              </a:ext>
            </a:extLst>
          </p:cNvPr>
          <p:cNvSpPr/>
          <p:nvPr/>
        </p:nvSpPr>
        <p:spPr>
          <a:xfrm>
            <a:off x="4281656" y="2274838"/>
            <a:ext cx="3852208" cy="2308324"/>
          </a:xfrm>
          <a:prstGeom prst="rect">
            <a:avLst/>
          </a:prstGeom>
          <a:noFill/>
        </p:spPr>
        <p:txBody>
          <a:bodyPr wrap="none" lIns="91440" tIns="45720" rIns="91440" bIns="45720">
            <a:spAutoFit/>
          </a:bodyPr>
          <a:lstStyle/>
          <a:p>
            <a:pPr algn="ctr"/>
            <a:r>
              <a:rPr lang="en-US" sz="7200" b="1" dirty="0">
                <a:ln w="10160">
                  <a:solidFill>
                    <a:schemeClr val="accent5"/>
                  </a:solidFill>
                  <a:prstDash val="solid"/>
                </a:ln>
                <a:solidFill>
                  <a:srgbClr val="FFFFFF"/>
                </a:solidFill>
                <a:effectLst>
                  <a:outerShdw blurRad="38100" dist="22860" dir="5400000" algn="tl" rotWithShape="0">
                    <a:srgbClr val="000000">
                      <a:alpha val="30000"/>
                    </a:srgbClr>
                  </a:outerShdw>
                </a:effectLst>
              </a:rPr>
              <a:t>Project </a:t>
            </a:r>
          </a:p>
          <a:p>
            <a:pPr algn="ctr"/>
            <a:r>
              <a:rPr lang="en-US" sz="7200" b="1" dirty="0">
                <a:ln w="10160">
                  <a:solidFill>
                    <a:schemeClr val="accent5"/>
                  </a:solidFill>
                  <a:prstDash val="solid"/>
                </a:ln>
                <a:solidFill>
                  <a:srgbClr val="FFFFFF"/>
                </a:solidFill>
                <a:effectLst>
                  <a:outerShdw blurRad="38100" dist="22860" dir="5400000" algn="tl" rotWithShape="0">
                    <a:srgbClr val="000000">
                      <a:alpha val="30000"/>
                    </a:srgbClr>
                  </a:outerShdw>
                </a:effectLst>
              </a:rPr>
              <a:t>Overview</a:t>
            </a:r>
          </a:p>
        </p:txBody>
      </p:sp>
      <mc:AlternateContent xmlns:mc="http://schemas.openxmlformats.org/markup-compatibility/2006" xmlns:pslz="http://schemas.microsoft.com/office/powerpoint/2016/slidezoom">
        <mc:Choice Requires="pslz">
          <p:graphicFrame>
            <p:nvGraphicFramePr>
              <p:cNvPr id="12" name="Slide Zoom 11">
                <a:extLst>
                  <a:ext uri="{FF2B5EF4-FFF2-40B4-BE49-F238E27FC236}">
                    <a16:creationId xmlns:a16="http://schemas.microsoft.com/office/drawing/2014/main" id="{669DFE10-E4AF-619F-7BA2-20186F8C7956}"/>
                  </a:ext>
                </a:extLst>
              </p:cNvPr>
              <p:cNvGraphicFramePr>
                <a:graphicFrameLocks noChangeAspect="1"/>
              </p:cNvGraphicFramePr>
              <p:nvPr>
                <p:extLst>
                  <p:ext uri="{D42A27DB-BD31-4B8C-83A1-F6EECF244321}">
                    <p14:modId xmlns:p14="http://schemas.microsoft.com/office/powerpoint/2010/main" val="4186937114"/>
                  </p:ext>
                </p:extLst>
              </p:nvPr>
            </p:nvGraphicFramePr>
            <p:xfrm>
              <a:off x="442740" y="407670"/>
              <a:ext cx="2259820" cy="1271149"/>
            </p:xfrm>
            <a:graphic>
              <a:graphicData uri="http://schemas.microsoft.com/office/powerpoint/2016/slidezoom">
                <pslz:sldZm>
                  <pslz:sldZmObj sldId="260" cId="3483977700">
                    <pslz:zmPr id="{68C51796-F33D-4ECC-964A-1B30A3A98AEB}" returnToParent="0" transitionDur="1000">
                      <p166:blipFill xmlns:p166="http://schemas.microsoft.com/office/powerpoint/2016/6/main">
                        <a:blip r:embed="rId3"/>
                        <a:stretch>
                          <a:fillRect/>
                        </a:stretch>
                      </p166:blipFill>
                      <p166:spPr xmlns:p166="http://schemas.microsoft.com/office/powerpoint/2016/6/main">
                        <a:xfrm>
                          <a:off x="0" y="0"/>
                          <a:ext cx="2259820" cy="1271149"/>
                        </a:xfrm>
                        <a:prstGeom prst="rect">
                          <a:avLst/>
                        </a:prstGeom>
                        <a:ln w="3175">
                          <a:solidFill>
                            <a:prstClr val="ltGray"/>
                          </a:solidFill>
                        </a:ln>
                      </p166:spPr>
                    </pslz:zmPr>
                  </pslz:sldZmObj>
                </pslz:sldZm>
              </a:graphicData>
            </a:graphic>
          </p:graphicFrame>
        </mc:Choice>
        <mc:Fallback xmlns="">
          <p:pic>
            <p:nvPicPr>
              <p:cNvPr id="12" name="Slide Zoom 11">
                <a:extLst>
                  <a:ext uri="{FF2B5EF4-FFF2-40B4-BE49-F238E27FC236}">
                    <a16:creationId xmlns:a16="http://schemas.microsoft.com/office/drawing/2014/main" id="{669DFE10-E4AF-619F-7BA2-20186F8C7956}"/>
                  </a:ext>
                </a:extLst>
              </p:cNvPr>
              <p:cNvPicPr>
                <a:picLocks noGrp="1" noRot="1" noChangeAspect="1" noMove="1" noResize="1" noEditPoints="1" noAdjustHandles="1" noChangeArrowheads="1" noChangeShapeType="1"/>
              </p:cNvPicPr>
              <p:nvPr/>
            </p:nvPicPr>
            <p:blipFill>
              <a:blip r:embed="rId4"/>
              <a:stretch>
                <a:fillRect/>
              </a:stretch>
            </p:blipFill>
            <p:spPr>
              <a:xfrm>
                <a:off x="442740" y="407670"/>
                <a:ext cx="2259820" cy="1271149"/>
              </a:xfrm>
              <a:prstGeom prst="rect">
                <a:avLst/>
              </a:prstGeom>
              <a:ln w="3175">
                <a:solidFill>
                  <a:prstClr val="ltGray"/>
                </a:solidFill>
              </a:ln>
            </p:spPr>
          </p:pic>
        </mc:Fallback>
      </mc:AlternateContent>
      <mc:AlternateContent xmlns:mc="http://schemas.openxmlformats.org/markup-compatibility/2006" xmlns:pslz="http://schemas.microsoft.com/office/powerpoint/2016/slidezoom">
        <mc:Choice Requires="pslz">
          <p:graphicFrame>
            <p:nvGraphicFramePr>
              <p:cNvPr id="14" name="Slide Zoom 13">
                <a:extLst>
                  <a:ext uri="{FF2B5EF4-FFF2-40B4-BE49-F238E27FC236}">
                    <a16:creationId xmlns:a16="http://schemas.microsoft.com/office/drawing/2014/main" id="{5D6B83DA-0BCA-7244-85E2-305823A055EE}"/>
                  </a:ext>
                </a:extLst>
              </p:cNvPr>
              <p:cNvGraphicFramePr>
                <a:graphicFrameLocks noChangeAspect="1"/>
              </p:cNvGraphicFramePr>
              <p:nvPr>
                <p:extLst>
                  <p:ext uri="{D42A27DB-BD31-4B8C-83A1-F6EECF244321}">
                    <p14:modId xmlns:p14="http://schemas.microsoft.com/office/powerpoint/2010/main" val="423716988"/>
                  </p:ext>
                </p:extLst>
              </p:nvPr>
            </p:nvGraphicFramePr>
            <p:xfrm>
              <a:off x="442740" y="2571750"/>
              <a:ext cx="2259820" cy="1271149"/>
            </p:xfrm>
            <a:graphic>
              <a:graphicData uri="http://schemas.microsoft.com/office/powerpoint/2016/slidezoom">
                <pslz:sldZm>
                  <pslz:sldZmObj sldId="261" cId="3288343054">
                    <pslz:zmPr id="{924C7150-78C0-44E2-9CFD-7BAE7D5CFC4C}" returnToParent="0" transitionDur="1000">
                      <p166:blipFill xmlns:p166="http://schemas.microsoft.com/office/powerpoint/2016/6/main">
                        <a:blip r:embed="rId5"/>
                        <a:stretch>
                          <a:fillRect/>
                        </a:stretch>
                      </p166:blipFill>
                      <p166:spPr xmlns:p166="http://schemas.microsoft.com/office/powerpoint/2016/6/main">
                        <a:xfrm>
                          <a:off x="0" y="0"/>
                          <a:ext cx="2259820" cy="1271149"/>
                        </a:xfrm>
                        <a:prstGeom prst="rect">
                          <a:avLst/>
                        </a:prstGeom>
                        <a:ln w="3175">
                          <a:solidFill>
                            <a:prstClr val="ltGray"/>
                          </a:solidFill>
                        </a:ln>
                      </p166:spPr>
                    </pslz:zmPr>
                  </pslz:sldZmObj>
                </pslz:sldZm>
              </a:graphicData>
            </a:graphic>
          </p:graphicFrame>
        </mc:Choice>
        <mc:Fallback xmlns="">
          <p:pic>
            <p:nvPicPr>
              <p:cNvPr id="14" name="Slide Zoom 13">
                <a:extLst>
                  <a:ext uri="{FF2B5EF4-FFF2-40B4-BE49-F238E27FC236}">
                    <a16:creationId xmlns:a16="http://schemas.microsoft.com/office/drawing/2014/main" id="{5D6B83DA-0BCA-7244-85E2-305823A055EE}"/>
                  </a:ext>
                </a:extLst>
              </p:cNvPr>
              <p:cNvPicPr>
                <a:picLocks noGrp="1" noRot="1" noChangeAspect="1" noMove="1" noResize="1" noEditPoints="1" noAdjustHandles="1" noChangeArrowheads="1" noChangeShapeType="1"/>
              </p:cNvPicPr>
              <p:nvPr/>
            </p:nvPicPr>
            <p:blipFill>
              <a:blip r:embed="rId6"/>
              <a:stretch>
                <a:fillRect/>
              </a:stretch>
            </p:blipFill>
            <p:spPr>
              <a:xfrm>
                <a:off x="442740" y="2571750"/>
                <a:ext cx="2259820" cy="1271149"/>
              </a:xfrm>
              <a:prstGeom prst="rect">
                <a:avLst/>
              </a:prstGeom>
              <a:ln w="3175">
                <a:solidFill>
                  <a:prstClr val="ltGray"/>
                </a:solidFill>
              </a:ln>
            </p:spPr>
          </p:pic>
        </mc:Fallback>
      </mc:AlternateContent>
      <mc:AlternateContent xmlns:mc="http://schemas.openxmlformats.org/markup-compatibility/2006" xmlns:pslz="http://schemas.microsoft.com/office/powerpoint/2016/slidezoom">
        <mc:Choice Requires="pslz">
          <p:graphicFrame>
            <p:nvGraphicFramePr>
              <p:cNvPr id="16" name="Slide Zoom 15">
                <a:extLst>
                  <a:ext uri="{FF2B5EF4-FFF2-40B4-BE49-F238E27FC236}">
                    <a16:creationId xmlns:a16="http://schemas.microsoft.com/office/drawing/2014/main" id="{8664C8F4-7CF6-7EC2-C6B0-FB9B0E077AD9}"/>
                  </a:ext>
                </a:extLst>
              </p:cNvPr>
              <p:cNvGraphicFramePr>
                <a:graphicFrameLocks noChangeAspect="1"/>
              </p:cNvGraphicFramePr>
              <p:nvPr>
                <p:extLst>
                  <p:ext uri="{D42A27DB-BD31-4B8C-83A1-F6EECF244321}">
                    <p14:modId xmlns:p14="http://schemas.microsoft.com/office/powerpoint/2010/main" val="3810219408"/>
                  </p:ext>
                </p:extLst>
              </p:nvPr>
            </p:nvGraphicFramePr>
            <p:xfrm>
              <a:off x="442740" y="4735830"/>
              <a:ext cx="2259820" cy="1271149"/>
            </p:xfrm>
            <a:graphic>
              <a:graphicData uri="http://schemas.microsoft.com/office/powerpoint/2016/slidezoom">
                <pslz:sldZm>
                  <pslz:sldZmObj sldId="262" cId="2925710915">
                    <pslz:zmPr id="{897A633C-C8F2-48A6-BECA-1FD52EA5CF36}" returnToParent="0" transitionDur="1000">
                      <p166:blipFill xmlns:p166="http://schemas.microsoft.com/office/powerpoint/2016/6/main">
                        <a:blip r:embed="rId7"/>
                        <a:stretch>
                          <a:fillRect/>
                        </a:stretch>
                      </p166:blipFill>
                      <p166:spPr xmlns:p166="http://schemas.microsoft.com/office/powerpoint/2016/6/main">
                        <a:xfrm>
                          <a:off x="0" y="0"/>
                          <a:ext cx="2259820" cy="1271149"/>
                        </a:xfrm>
                        <a:prstGeom prst="rect">
                          <a:avLst/>
                        </a:prstGeom>
                        <a:ln w="3175">
                          <a:solidFill>
                            <a:prstClr val="ltGray"/>
                          </a:solidFill>
                        </a:ln>
                      </p166:spPr>
                    </pslz:zmPr>
                  </pslz:sldZmObj>
                </pslz:sldZm>
              </a:graphicData>
            </a:graphic>
          </p:graphicFrame>
        </mc:Choice>
        <mc:Fallback xmlns="">
          <p:pic>
            <p:nvPicPr>
              <p:cNvPr id="16" name="Slide Zoom 15">
                <a:extLst>
                  <a:ext uri="{FF2B5EF4-FFF2-40B4-BE49-F238E27FC236}">
                    <a16:creationId xmlns:a16="http://schemas.microsoft.com/office/drawing/2014/main" id="{8664C8F4-7CF6-7EC2-C6B0-FB9B0E077AD9}"/>
                  </a:ext>
                </a:extLst>
              </p:cNvPr>
              <p:cNvPicPr>
                <a:picLocks noGrp="1" noRot="1" noChangeAspect="1" noMove="1" noResize="1" noEditPoints="1" noAdjustHandles="1" noChangeArrowheads="1" noChangeShapeType="1"/>
              </p:cNvPicPr>
              <p:nvPr/>
            </p:nvPicPr>
            <p:blipFill>
              <a:blip r:embed="rId8"/>
              <a:stretch>
                <a:fillRect/>
              </a:stretch>
            </p:blipFill>
            <p:spPr>
              <a:xfrm>
                <a:off x="442740" y="4735830"/>
                <a:ext cx="2259820" cy="1271149"/>
              </a:xfrm>
              <a:prstGeom prst="rect">
                <a:avLst/>
              </a:prstGeom>
              <a:ln w="3175">
                <a:solidFill>
                  <a:prstClr val="ltGray"/>
                </a:solidFill>
              </a:ln>
            </p:spPr>
          </p:pic>
        </mc:Fallback>
      </mc:AlternateContent>
    </p:spTree>
    <p:extLst>
      <p:ext uri="{BB962C8B-B14F-4D97-AF65-F5344CB8AC3E}">
        <p14:creationId xmlns:p14="http://schemas.microsoft.com/office/powerpoint/2010/main" val="346707238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pattFill prst="pct5">
          <a:fgClr>
            <a:schemeClr val="tx1">
              <a:lumMod val="50000"/>
              <a:lumOff val="50000"/>
            </a:schemeClr>
          </a:fgClr>
          <a:bgClr>
            <a:schemeClr val="tx1"/>
          </a:bgClr>
        </a:pattFill>
        <a:effectLst/>
      </p:bgPr>
    </p:bg>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EA3AEC56-1673-1467-C6C3-254C82C08A62}"/>
              </a:ext>
            </a:extLst>
          </p:cNvPr>
          <p:cNvSpPr txBox="1"/>
          <p:nvPr/>
        </p:nvSpPr>
        <p:spPr>
          <a:xfrm>
            <a:off x="894080" y="3174654"/>
            <a:ext cx="10617200" cy="2554545"/>
          </a:xfrm>
          <a:prstGeom prst="rect">
            <a:avLst/>
          </a:prstGeom>
          <a:solidFill>
            <a:schemeClr val="tx1">
              <a:lumMod val="95000"/>
              <a:lumOff val="5000"/>
            </a:schemeClr>
          </a:solidFill>
          <a:ln>
            <a:noFill/>
          </a:ln>
          <a:effectLst>
            <a:outerShdw blurRad="50800" dist="38100" algn="l" rotWithShape="0">
              <a:prstClr val="black">
                <a:alpha val="40000"/>
              </a:prstClr>
            </a:outerShdw>
            <a:softEdge rad="76200"/>
          </a:effectLst>
        </p:spPr>
        <p:txBody>
          <a:bodyPr wrap="square">
            <a:spAutoFit/>
          </a:bodyPr>
          <a:lstStyle/>
          <a:p>
            <a:pPr algn="just"/>
            <a:r>
              <a:rPr lang="en-IN" sz="3200" dirty="0">
                <a:solidFill>
                  <a:schemeClr val="bg1"/>
                </a:solidFill>
              </a:rPr>
              <a:t>The primary aim of this project is to detect and keep track of fraudulent financial transactions as they occur, ensuring immediate response to potential threats. This real-time monitoring helps mitigate financial losses and enhances the security of financial systems.</a:t>
            </a:r>
          </a:p>
        </p:txBody>
      </p:sp>
      <p:sp>
        <p:nvSpPr>
          <p:cNvPr id="7" name="Rectangle 6">
            <a:extLst>
              <a:ext uri="{FF2B5EF4-FFF2-40B4-BE49-F238E27FC236}">
                <a16:creationId xmlns:a16="http://schemas.microsoft.com/office/drawing/2014/main" id="{8D7E62CC-9164-1326-8C26-2E00BD91BB5A}"/>
              </a:ext>
            </a:extLst>
          </p:cNvPr>
          <p:cNvSpPr/>
          <p:nvPr/>
        </p:nvSpPr>
        <p:spPr>
          <a:xfrm>
            <a:off x="577640" y="559415"/>
            <a:ext cx="11036720" cy="1846659"/>
          </a:xfrm>
          <a:prstGeom prst="rect">
            <a:avLst/>
          </a:prstGeom>
          <a:noFill/>
        </p:spPr>
        <p:txBody>
          <a:bodyPr wrap="square" lIns="91440" tIns="45720" rIns="91440" bIns="45720">
            <a:spAutoFit/>
          </a:bodyPr>
          <a:lstStyle/>
          <a:p>
            <a:pPr algn="ctr"/>
            <a:r>
              <a:rPr lang="en-IN" sz="6000" b="1" cap="none" spc="50" dirty="0">
                <a:ln w="9525" cmpd="sng">
                  <a:solidFill>
                    <a:schemeClr val="accent1"/>
                  </a:solidFill>
                  <a:prstDash val="solid"/>
                </a:ln>
                <a:solidFill>
                  <a:srgbClr val="70AD47">
                    <a:tint val="1000"/>
                  </a:srgbClr>
                </a:solidFill>
                <a:effectLst>
                  <a:glow rad="38100">
                    <a:schemeClr val="accent1">
                      <a:alpha val="40000"/>
                    </a:schemeClr>
                  </a:glow>
                </a:effectLst>
              </a:rPr>
              <a:t>Purpose: </a:t>
            </a:r>
            <a:r>
              <a:rPr lang="en-IN" sz="5400" b="1" cap="none" spc="50" dirty="0">
                <a:ln w="9525" cmpd="sng">
                  <a:solidFill>
                    <a:schemeClr val="accent1"/>
                  </a:solidFill>
                  <a:prstDash val="solid"/>
                </a:ln>
                <a:solidFill>
                  <a:srgbClr val="70AD47">
                    <a:tint val="1000"/>
                  </a:srgbClr>
                </a:solidFill>
                <a:effectLst>
                  <a:glow rad="38100">
                    <a:schemeClr val="accent1">
                      <a:alpha val="40000"/>
                    </a:schemeClr>
                  </a:glow>
                </a:effectLst>
              </a:rPr>
              <a:t>Real-Time Fraud</a:t>
            </a:r>
          </a:p>
          <a:p>
            <a:pPr algn="ctr"/>
            <a:r>
              <a:rPr lang="en-IN" sz="5400" b="1" cap="none" spc="50" dirty="0">
                <a:ln w="9525" cmpd="sng">
                  <a:solidFill>
                    <a:schemeClr val="accent1"/>
                  </a:solidFill>
                  <a:prstDash val="solid"/>
                </a:ln>
                <a:solidFill>
                  <a:srgbClr val="70AD47">
                    <a:tint val="1000"/>
                  </a:srgbClr>
                </a:solidFill>
                <a:effectLst>
                  <a:glow rad="38100">
                    <a:schemeClr val="accent1">
                      <a:alpha val="40000"/>
                    </a:schemeClr>
                  </a:glow>
                </a:effectLst>
              </a:rPr>
              <a:t>Detection</a:t>
            </a:r>
          </a:p>
        </p:txBody>
      </p:sp>
    </p:spTree>
    <p:extLst>
      <p:ext uri="{BB962C8B-B14F-4D97-AF65-F5344CB8AC3E}">
        <p14:creationId xmlns:p14="http://schemas.microsoft.com/office/powerpoint/2010/main" val="348397770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pattFill prst="pct5">
          <a:fgClr>
            <a:schemeClr val="tx1">
              <a:lumMod val="50000"/>
              <a:lumOff val="50000"/>
            </a:schemeClr>
          </a:fgClr>
          <a:bgClr>
            <a:schemeClr val="tx1"/>
          </a:bgClr>
        </a:pattFill>
        <a:effectLst/>
      </p:bgPr>
    </p:bg>
    <p:spTree>
      <p:nvGrpSpPr>
        <p:cNvPr id="1" name="">
          <a:extLst>
            <a:ext uri="{FF2B5EF4-FFF2-40B4-BE49-F238E27FC236}">
              <a16:creationId xmlns:a16="http://schemas.microsoft.com/office/drawing/2014/main" id="{05C0E632-F1AD-5724-D985-4A6C6D4839BB}"/>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3704EEE2-2C95-B244-78F6-53F294BF50E5}"/>
              </a:ext>
            </a:extLst>
          </p:cNvPr>
          <p:cNvSpPr txBox="1"/>
          <p:nvPr/>
        </p:nvSpPr>
        <p:spPr>
          <a:xfrm>
            <a:off x="873760" y="3316477"/>
            <a:ext cx="10617200" cy="2554545"/>
          </a:xfrm>
          <a:prstGeom prst="rect">
            <a:avLst/>
          </a:prstGeom>
          <a:solidFill>
            <a:schemeClr val="tx1">
              <a:lumMod val="95000"/>
              <a:lumOff val="5000"/>
            </a:schemeClr>
          </a:solidFill>
          <a:ln>
            <a:noFill/>
          </a:ln>
          <a:effectLst>
            <a:outerShdw blurRad="50800" dist="38100" algn="l" rotWithShape="0">
              <a:prstClr val="black">
                <a:alpha val="40000"/>
              </a:prstClr>
            </a:outerShdw>
            <a:softEdge rad="76200"/>
          </a:effectLst>
        </p:spPr>
        <p:txBody>
          <a:bodyPr wrap="square">
            <a:spAutoFit/>
          </a:bodyPr>
          <a:lstStyle/>
          <a:p>
            <a:pPr algn="just"/>
            <a:r>
              <a:rPr lang="en-US" sz="3200" dirty="0">
                <a:solidFill>
                  <a:schemeClr val="bg1"/>
                </a:solidFill>
              </a:rPr>
              <a:t>The system is built on advanced machine learning techniques, specifically utilizing the </a:t>
            </a:r>
            <a:r>
              <a:rPr lang="en-US" sz="3200" b="1" dirty="0">
                <a:solidFill>
                  <a:schemeClr val="bg1"/>
                </a:solidFill>
              </a:rPr>
              <a:t>XGBoost</a:t>
            </a:r>
            <a:r>
              <a:rPr lang="en-US" sz="3200" dirty="0">
                <a:solidFill>
                  <a:schemeClr val="bg1"/>
                </a:solidFill>
              </a:rPr>
              <a:t> algorithm, known for its efficiency and accuracy in classification tasks. This technology allows for effective analysis of complex transaction patterns to identify fraud.</a:t>
            </a:r>
            <a:endParaRPr lang="en-IN" sz="3200" dirty="0">
              <a:solidFill>
                <a:schemeClr val="bg1"/>
              </a:solidFill>
            </a:endParaRPr>
          </a:p>
        </p:txBody>
      </p:sp>
      <p:sp>
        <p:nvSpPr>
          <p:cNvPr id="2" name="Rectangle 1">
            <a:extLst>
              <a:ext uri="{FF2B5EF4-FFF2-40B4-BE49-F238E27FC236}">
                <a16:creationId xmlns:a16="http://schemas.microsoft.com/office/drawing/2014/main" id="{5E810006-55B8-9A27-7FB1-EC548956D4BC}"/>
              </a:ext>
            </a:extLst>
          </p:cNvPr>
          <p:cNvSpPr/>
          <p:nvPr/>
        </p:nvSpPr>
        <p:spPr>
          <a:xfrm>
            <a:off x="1842816" y="692805"/>
            <a:ext cx="8506368" cy="1754326"/>
          </a:xfrm>
          <a:prstGeom prst="rect">
            <a:avLst/>
          </a:prstGeom>
          <a:noFill/>
        </p:spPr>
        <p:txBody>
          <a:bodyPr wrap="none" lIns="91440" tIns="45720" rIns="91440" bIns="45720">
            <a:spAutoFit/>
          </a:bodyPr>
          <a:lstStyle/>
          <a:p>
            <a:pPr algn="ctr"/>
            <a:r>
              <a:rPr lang="en-IN" sz="5400" b="1" cap="none" spc="50" dirty="0">
                <a:ln w="9525" cmpd="sng">
                  <a:solidFill>
                    <a:schemeClr val="accent1"/>
                  </a:solidFill>
                  <a:prstDash val="solid"/>
                </a:ln>
                <a:solidFill>
                  <a:srgbClr val="70AD47">
                    <a:tint val="1000"/>
                  </a:srgbClr>
                </a:solidFill>
                <a:effectLst>
                  <a:glow rad="38100">
                    <a:schemeClr val="accent1">
                      <a:alpha val="40000"/>
                    </a:schemeClr>
                  </a:glow>
                </a:effectLst>
              </a:rPr>
              <a:t>Detection</a:t>
            </a:r>
            <a:r>
              <a:rPr lang="en-US" sz="5400" b="1" cap="none" spc="50" dirty="0">
                <a:ln w="9525" cmpd="sng">
                  <a:solidFill>
                    <a:schemeClr val="accent1"/>
                  </a:solidFill>
                  <a:prstDash val="solid"/>
                </a:ln>
                <a:solidFill>
                  <a:srgbClr val="70AD47">
                    <a:tint val="1000"/>
                  </a:srgbClr>
                </a:solidFill>
                <a:effectLst>
                  <a:glow rad="38100">
                    <a:schemeClr val="accent1">
                      <a:alpha val="40000"/>
                    </a:schemeClr>
                  </a:glow>
                </a:effectLst>
              </a:rPr>
              <a:t> Technology: </a:t>
            </a:r>
          </a:p>
          <a:p>
            <a:pPr algn="ctr"/>
            <a:r>
              <a:rPr lang="en-US" sz="5400" b="1" cap="none" spc="50" dirty="0">
                <a:ln w="9525" cmpd="sng">
                  <a:solidFill>
                    <a:schemeClr val="accent1"/>
                  </a:solidFill>
                  <a:prstDash val="solid"/>
                </a:ln>
                <a:solidFill>
                  <a:srgbClr val="70AD47">
                    <a:tint val="1000"/>
                  </a:srgbClr>
                </a:solidFill>
                <a:effectLst>
                  <a:glow rad="38100">
                    <a:schemeClr val="accent1">
                      <a:alpha val="40000"/>
                    </a:schemeClr>
                  </a:glow>
                </a:effectLst>
              </a:rPr>
              <a:t>Machine Learning (XGBoost)</a:t>
            </a:r>
            <a:endParaRPr lang="en-IN" sz="5400" b="1" cap="none" spc="50" dirty="0">
              <a:ln w="9525" cmpd="sng">
                <a:solidFill>
                  <a:schemeClr val="accent1"/>
                </a:solidFill>
                <a:prstDash val="solid"/>
              </a:ln>
              <a:solidFill>
                <a:srgbClr val="70AD47">
                  <a:tint val="1000"/>
                </a:srgbClr>
              </a:solidFill>
              <a:effectLst>
                <a:glow rad="38100">
                  <a:schemeClr val="accent1">
                    <a:alpha val="40000"/>
                  </a:schemeClr>
                </a:glow>
              </a:effectLst>
            </a:endParaRPr>
          </a:p>
        </p:txBody>
      </p:sp>
    </p:spTree>
    <p:extLst>
      <p:ext uri="{BB962C8B-B14F-4D97-AF65-F5344CB8AC3E}">
        <p14:creationId xmlns:p14="http://schemas.microsoft.com/office/powerpoint/2010/main" val="328834305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pattFill prst="pct5">
          <a:fgClr>
            <a:schemeClr val="tx1">
              <a:lumMod val="50000"/>
              <a:lumOff val="50000"/>
            </a:schemeClr>
          </a:fgClr>
          <a:bgClr>
            <a:schemeClr val="tx1"/>
          </a:bgClr>
        </a:pattFill>
        <a:effectLst/>
      </p:bgPr>
    </p:bg>
    <p:spTree>
      <p:nvGrpSpPr>
        <p:cNvPr id="1" name="">
          <a:extLst>
            <a:ext uri="{FF2B5EF4-FFF2-40B4-BE49-F238E27FC236}">
              <a16:creationId xmlns:a16="http://schemas.microsoft.com/office/drawing/2014/main" id="{F212265F-138C-381A-38D9-82412E7473C1}"/>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1A10D5DC-B03A-8BED-E23E-9347DF3EE9C0}"/>
              </a:ext>
            </a:extLst>
          </p:cNvPr>
          <p:cNvSpPr txBox="1"/>
          <p:nvPr/>
        </p:nvSpPr>
        <p:spPr>
          <a:xfrm>
            <a:off x="873760" y="3134360"/>
            <a:ext cx="10617200" cy="2062103"/>
          </a:xfrm>
          <a:prstGeom prst="rect">
            <a:avLst/>
          </a:prstGeom>
          <a:solidFill>
            <a:schemeClr val="tx1">
              <a:lumMod val="95000"/>
              <a:lumOff val="5000"/>
            </a:schemeClr>
          </a:solidFill>
          <a:ln>
            <a:noFill/>
          </a:ln>
          <a:effectLst>
            <a:outerShdw blurRad="50800" dist="38100" algn="l" rotWithShape="0">
              <a:prstClr val="black">
                <a:alpha val="40000"/>
              </a:prstClr>
            </a:outerShdw>
            <a:softEdge rad="76200"/>
          </a:effectLst>
        </p:spPr>
        <p:txBody>
          <a:bodyPr wrap="square">
            <a:spAutoFit/>
          </a:bodyPr>
          <a:lstStyle/>
          <a:p>
            <a:pPr algn="just"/>
            <a:r>
              <a:rPr lang="en-IN" sz="3200" dirty="0">
                <a:solidFill>
                  <a:schemeClr val="bg1"/>
                </a:solidFill>
              </a:rPr>
              <a:t>The final output is a comprehensive dashboard that provides proactive fraud detection capabilities. This dashboard offers live analytics, visualizations, and alerts, allowing users to make informed decisions quickly in response to detected fraud.</a:t>
            </a:r>
          </a:p>
        </p:txBody>
      </p:sp>
      <p:sp>
        <p:nvSpPr>
          <p:cNvPr id="2" name="Rectangle 1">
            <a:extLst>
              <a:ext uri="{FF2B5EF4-FFF2-40B4-BE49-F238E27FC236}">
                <a16:creationId xmlns:a16="http://schemas.microsoft.com/office/drawing/2014/main" id="{3A8B6BE9-22A9-AC4F-61CD-ED839E5EFFEC}"/>
              </a:ext>
            </a:extLst>
          </p:cNvPr>
          <p:cNvSpPr/>
          <p:nvPr/>
        </p:nvSpPr>
        <p:spPr>
          <a:xfrm>
            <a:off x="2073703" y="596732"/>
            <a:ext cx="8217314" cy="1754326"/>
          </a:xfrm>
          <a:prstGeom prst="rect">
            <a:avLst/>
          </a:prstGeom>
          <a:noFill/>
        </p:spPr>
        <p:txBody>
          <a:bodyPr wrap="none" lIns="91440" tIns="45720" rIns="91440" bIns="45720">
            <a:spAutoFit/>
          </a:bodyPr>
          <a:lstStyle/>
          <a:p>
            <a:pPr algn="ctr"/>
            <a:r>
              <a:rPr lang="en-IN" sz="5400" b="1" cap="none" spc="50" dirty="0">
                <a:ln w="9525" cmpd="sng">
                  <a:solidFill>
                    <a:schemeClr val="accent1"/>
                  </a:solidFill>
                  <a:prstDash val="solid"/>
                </a:ln>
                <a:solidFill>
                  <a:srgbClr val="70AD47">
                    <a:tint val="1000"/>
                  </a:srgbClr>
                </a:solidFill>
                <a:effectLst>
                  <a:glow rad="38100">
                    <a:schemeClr val="accent1">
                      <a:alpha val="40000"/>
                    </a:schemeClr>
                  </a:glow>
                </a:effectLst>
              </a:rPr>
              <a:t>Outcome: Proactive </a:t>
            </a:r>
          </a:p>
          <a:p>
            <a:pPr algn="ctr"/>
            <a:r>
              <a:rPr lang="en-IN" sz="5400" b="1" cap="none" spc="50" dirty="0">
                <a:ln w="9525" cmpd="sng">
                  <a:solidFill>
                    <a:schemeClr val="accent1"/>
                  </a:solidFill>
                  <a:prstDash val="solid"/>
                </a:ln>
                <a:solidFill>
                  <a:srgbClr val="70AD47">
                    <a:tint val="1000"/>
                  </a:srgbClr>
                </a:solidFill>
                <a:effectLst>
                  <a:glow rad="38100">
                    <a:schemeClr val="accent1">
                      <a:alpha val="40000"/>
                    </a:schemeClr>
                  </a:glow>
                </a:effectLst>
              </a:rPr>
              <a:t>Fraud Detection Dashboard</a:t>
            </a:r>
          </a:p>
        </p:txBody>
      </p:sp>
    </p:spTree>
    <p:extLst>
      <p:ext uri="{BB962C8B-B14F-4D97-AF65-F5344CB8AC3E}">
        <p14:creationId xmlns:p14="http://schemas.microsoft.com/office/powerpoint/2010/main" val="292571091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gradFill>
          <a:gsLst>
            <a:gs pos="0">
              <a:schemeClr val="tx1"/>
            </a:gs>
            <a:gs pos="73000">
              <a:schemeClr val="tx1">
                <a:lumMod val="85000"/>
                <a:lumOff val="15000"/>
              </a:schemeClr>
            </a:gs>
            <a:gs pos="35000">
              <a:schemeClr val="tx1">
                <a:lumMod val="85000"/>
                <a:lumOff val="15000"/>
              </a:schemeClr>
            </a:gs>
            <a:gs pos="100000">
              <a:schemeClr val="tx1"/>
            </a:gs>
          </a:gsLst>
          <a:path path="circle">
            <a:fillToRect l="100000" t="100000"/>
          </a:path>
        </a:gra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E6394E3A-D636-DCB3-19FB-930DE6AA1902}"/>
              </a:ext>
            </a:extLst>
          </p:cNvPr>
          <p:cNvSpPr/>
          <p:nvPr/>
        </p:nvSpPr>
        <p:spPr>
          <a:xfrm>
            <a:off x="1920885" y="2272853"/>
            <a:ext cx="3742948" cy="1754326"/>
          </a:xfrm>
          <a:prstGeom prst="rect">
            <a:avLst/>
          </a:prstGeom>
          <a:noFill/>
        </p:spPr>
        <p:txBody>
          <a:bodyPr wrap="none" lIns="91440" tIns="45720" rIns="91440" bIns="45720">
            <a:spAutoFit/>
          </a:bodyPr>
          <a:lstStyle/>
          <a:p>
            <a:pPr algn="ctr"/>
            <a:r>
              <a:rPr lang="en-US" sz="5400" b="1" cap="none" spc="0" dirty="0">
                <a:ln w="10160">
                  <a:solidFill>
                    <a:schemeClr val="accent5"/>
                  </a:solidFill>
                  <a:prstDash val="solid"/>
                </a:ln>
                <a:solidFill>
                  <a:srgbClr val="FFFFFF"/>
                </a:solidFill>
                <a:effectLst>
                  <a:outerShdw blurRad="38100" dist="22860" dir="5400000" algn="tl" rotWithShape="0">
                    <a:srgbClr val="000000">
                      <a:alpha val="30000"/>
                    </a:srgbClr>
                  </a:outerShdw>
                </a:effectLst>
              </a:rPr>
              <a:t>System </a:t>
            </a:r>
          </a:p>
          <a:p>
            <a:pPr algn="ctr"/>
            <a:r>
              <a:rPr lang="en-US" sz="5400" b="1" cap="none" spc="0" dirty="0">
                <a:ln w="10160">
                  <a:solidFill>
                    <a:schemeClr val="accent5"/>
                  </a:solidFill>
                  <a:prstDash val="solid"/>
                </a:ln>
                <a:solidFill>
                  <a:srgbClr val="FFFFFF"/>
                </a:solidFill>
                <a:effectLst>
                  <a:outerShdw blurRad="38100" dist="22860" dir="5400000" algn="tl" rotWithShape="0">
                    <a:srgbClr val="000000">
                      <a:alpha val="30000"/>
                    </a:srgbClr>
                  </a:outerShdw>
                </a:effectLst>
              </a:rPr>
              <a:t>Architecture</a:t>
            </a:r>
          </a:p>
        </p:txBody>
      </p:sp>
      <p:pic>
        <p:nvPicPr>
          <p:cNvPr id="42" name="Picture 41">
            <a:extLst>
              <a:ext uri="{FF2B5EF4-FFF2-40B4-BE49-F238E27FC236}">
                <a16:creationId xmlns:a16="http://schemas.microsoft.com/office/drawing/2014/main" id="{82326AC5-3321-39DC-4826-5CE6B5F45288}"/>
              </a:ext>
            </a:extLst>
          </p:cNvPr>
          <p:cNvPicPr>
            <a:picLocks noChangeAspect="1"/>
          </p:cNvPicPr>
          <p:nvPr/>
        </p:nvPicPr>
        <p:blipFill>
          <a:blip r:embed="rId2"/>
          <a:stretch>
            <a:fillRect/>
          </a:stretch>
        </p:blipFill>
        <p:spPr>
          <a:xfrm>
            <a:off x="5756434" y="740673"/>
            <a:ext cx="6114452" cy="5035093"/>
          </a:xfrm>
          <a:prstGeom prst="rect">
            <a:avLst/>
          </a:prstGeom>
        </p:spPr>
      </p:pic>
      <mc:AlternateContent xmlns:mc="http://schemas.openxmlformats.org/markup-compatibility/2006" xmlns:pslz="http://schemas.microsoft.com/office/powerpoint/2016/slidezoom">
        <mc:Choice Requires="pslz">
          <p:graphicFrame>
            <p:nvGraphicFramePr>
              <p:cNvPr id="44" name="Slide Zoom 43">
                <a:extLst>
                  <a:ext uri="{FF2B5EF4-FFF2-40B4-BE49-F238E27FC236}">
                    <a16:creationId xmlns:a16="http://schemas.microsoft.com/office/drawing/2014/main" id="{B37BC5DA-AD34-69A9-39F9-CC7FBEAEB62A}"/>
                  </a:ext>
                </a:extLst>
              </p:cNvPr>
              <p:cNvGraphicFramePr>
                <a:graphicFrameLocks noChangeAspect="1"/>
              </p:cNvGraphicFramePr>
              <p:nvPr>
                <p:extLst>
                  <p:ext uri="{D42A27DB-BD31-4B8C-83A1-F6EECF244321}">
                    <p14:modId xmlns:p14="http://schemas.microsoft.com/office/powerpoint/2010/main" val="1024318339"/>
                  </p:ext>
                </p:extLst>
              </p:nvPr>
            </p:nvGraphicFramePr>
            <p:xfrm>
              <a:off x="223734" y="524986"/>
              <a:ext cx="1697151" cy="954647"/>
            </p:xfrm>
            <a:graphic>
              <a:graphicData uri="http://schemas.microsoft.com/office/powerpoint/2016/slidezoom">
                <pslz:sldZm>
                  <pslz:sldZmObj sldId="268" cId="1068971947">
                    <pslz:zmPr id="{9A3F3CA8-DF66-4E46-9099-5D962316C6EF}" returnToParent="0" transitionDur="1000">
                      <p166:blipFill xmlns:p166="http://schemas.microsoft.com/office/powerpoint/2016/6/main">
                        <a:blip r:embed="rId3"/>
                        <a:stretch>
                          <a:fillRect/>
                        </a:stretch>
                      </p166:blipFill>
                      <p166:spPr xmlns:p166="http://schemas.microsoft.com/office/powerpoint/2016/6/main">
                        <a:xfrm>
                          <a:off x="0" y="0"/>
                          <a:ext cx="1697151" cy="954647"/>
                        </a:xfrm>
                        <a:prstGeom prst="rect">
                          <a:avLst/>
                        </a:prstGeom>
                        <a:ln w="3175">
                          <a:solidFill>
                            <a:prstClr val="ltGray"/>
                          </a:solidFill>
                        </a:ln>
                      </p166:spPr>
                    </pslz:zmPr>
                  </pslz:sldZmObj>
                </pslz:sldZm>
              </a:graphicData>
            </a:graphic>
          </p:graphicFrame>
        </mc:Choice>
        <mc:Fallback xmlns="">
          <p:pic>
            <p:nvPicPr>
              <p:cNvPr id="44" name="Slide Zoom 43">
                <a:extLst>
                  <a:ext uri="{FF2B5EF4-FFF2-40B4-BE49-F238E27FC236}">
                    <a16:creationId xmlns:a16="http://schemas.microsoft.com/office/drawing/2014/main" id="{B37BC5DA-AD34-69A9-39F9-CC7FBEAEB62A}"/>
                  </a:ext>
                </a:extLst>
              </p:cNvPr>
              <p:cNvPicPr>
                <a:picLocks noGrp="1" noRot="1" noChangeAspect="1" noMove="1" noResize="1" noEditPoints="1" noAdjustHandles="1" noChangeArrowheads="1" noChangeShapeType="1"/>
              </p:cNvPicPr>
              <p:nvPr/>
            </p:nvPicPr>
            <p:blipFill>
              <a:blip r:embed="rId4"/>
              <a:stretch>
                <a:fillRect/>
              </a:stretch>
            </p:blipFill>
            <p:spPr>
              <a:xfrm>
                <a:off x="223734" y="524986"/>
                <a:ext cx="1697151" cy="954647"/>
              </a:xfrm>
              <a:prstGeom prst="rect">
                <a:avLst/>
              </a:prstGeom>
              <a:ln w="3175">
                <a:solidFill>
                  <a:prstClr val="ltGray"/>
                </a:solidFill>
              </a:ln>
            </p:spPr>
          </p:pic>
        </mc:Fallback>
      </mc:AlternateContent>
      <mc:AlternateContent xmlns:mc="http://schemas.openxmlformats.org/markup-compatibility/2006" xmlns:pslz="http://schemas.microsoft.com/office/powerpoint/2016/slidezoom">
        <mc:Choice Requires="pslz">
          <p:graphicFrame>
            <p:nvGraphicFramePr>
              <p:cNvPr id="46" name="Slide Zoom 45">
                <a:extLst>
                  <a:ext uri="{FF2B5EF4-FFF2-40B4-BE49-F238E27FC236}">
                    <a16:creationId xmlns:a16="http://schemas.microsoft.com/office/drawing/2014/main" id="{8BEC9055-3864-ABBB-33F5-C6AC949CA937}"/>
                  </a:ext>
                </a:extLst>
              </p:cNvPr>
              <p:cNvGraphicFramePr>
                <a:graphicFrameLocks noChangeAspect="1"/>
              </p:cNvGraphicFramePr>
              <p:nvPr>
                <p:extLst>
                  <p:ext uri="{D42A27DB-BD31-4B8C-83A1-F6EECF244321}">
                    <p14:modId xmlns:p14="http://schemas.microsoft.com/office/powerpoint/2010/main" val="1951999130"/>
                  </p:ext>
                </p:extLst>
              </p:nvPr>
            </p:nvGraphicFramePr>
            <p:xfrm>
              <a:off x="232265" y="1876334"/>
              <a:ext cx="1688620" cy="949849"/>
            </p:xfrm>
            <a:graphic>
              <a:graphicData uri="http://schemas.microsoft.com/office/powerpoint/2016/slidezoom">
                <pslz:sldZm>
                  <pslz:sldZmObj sldId="271" cId="162204613">
                    <pslz:zmPr id="{7BEF0FD0-D32F-4D8B-B21A-216D762D5840}" returnToParent="0" transitionDur="1000">
                      <p166:blipFill xmlns:p166="http://schemas.microsoft.com/office/powerpoint/2016/6/main">
                        <a:blip r:embed="rId5"/>
                        <a:stretch>
                          <a:fillRect/>
                        </a:stretch>
                      </p166:blipFill>
                      <p166:spPr xmlns:p166="http://schemas.microsoft.com/office/powerpoint/2016/6/main">
                        <a:xfrm>
                          <a:off x="0" y="0"/>
                          <a:ext cx="1688620" cy="949849"/>
                        </a:xfrm>
                        <a:prstGeom prst="rect">
                          <a:avLst/>
                        </a:prstGeom>
                        <a:ln w="3175">
                          <a:solidFill>
                            <a:prstClr val="ltGray"/>
                          </a:solidFill>
                        </a:ln>
                      </p166:spPr>
                    </pslz:zmPr>
                  </pslz:sldZmObj>
                </pslz:sldZm>
              </a:graphicData>
            </a:graphic>
          </p:graphicFrame>
        </mc:Choice>
        <mc:Fallback xmlns="">
          <p:pic>
            <p:nvPicPr>
              <p:cNvPr id="46" name="Slide Zoom 45">
                <a:extLst>
                  <a:ext uri="{FF2B5EF4-FFF2-40B4-BE49-F238E27FC236}">
                    <a16:creationId xmlns:a16="http://schemas.microsoft.com/office/drawing/2014/main" id="{8BEC9055-3864-ABBB-33F5-C6AC949CA937}"/>
                  </a:ext>
                </a:extLst>
              </p:cNvPr>
              <p:cNvPicPr>
                <a:picLocks noGrp="1" noRot="1" noChangeAspect="1" noMove="1" noResize="1" noEditPoints="1" noAdjustHandles="1" noChangeArrowheads="1" noChangeShapeType="1"/>
              </p:cNvPicPr>
              <p:nvPr/>
            </p:nvPicPr>
            <p:blipFill>
              <a:blip r:embed="rId6"/>
              <a:stretch>
                <a:fillRect/>
              </a:stretch>
            </p:blipFill>
            <p:spPr>
              <a:xfrm>
                <a:off x="232265" y="1876334"/>
                <a:ext cx="1688620" cy="949849"/>
              </a:xfrm>
              <a:prstGeom prst="rect">
                <a:avLst/>
              </a:prstGeom>
              <a:ln w="3175">
                <a:solidFill>
                  <a:prstClr val="ltGray"/>
                </a:solidFill>
              </a:ln>
            </p:spPr>
          </p:pic>
        </mc:Fallback>
      </mc:AlternateContent>
      <mc:AlternateContent xmlns:mc="http://schemas.openxmlformats.org/markup-compatibility/2006" xmlns:pslz="http://schemas.microsoft.com/office/powerpoint/2016/slidezoom">
        <mc:Choice Requires="pslz">
          <p:graphicFrame>
            <p:nvGraphicFramePr>
              <p:cNvPr id="48" name="Slide Zoom 47">
                <a:extLst>
                  <a:ext uri="{FF2B5EF4-FFF2-40B4-BE49-F238E27FC236}">
                    <a16:creationId xmlns:a16="http://schemas.microsoft.com/office/drawing/2014/main" id="{73FDC41A-119E-77F0-2415-E9A4EB9215E8}"/>
                  </a:ext>
                </a:extLst>
              </p:cNvPr>
              <p:cNvGraphicFramePr>
                <a:graphicFrameLocks noChangeAspect="1"/>
              </p:cNvGraphicFramePr>
              <p:nvPr>
                <p:extLst>
                  <p:ext uri="{D42A27DB-BD31-4B8C-83A1-F6EECF244321}">
                    <p14:modId xmlns:p14="http://schemas.microsoft.com/office/powerpoint/2010/main" val="1914789462"/>
                  </p:ext>
                </p:extLst>
              </p:nvPr>
            </p:nvGraphicFramePr>
            <p:xfrm>
              <a:off x="223733" y="3152426"/>
              <a:ext cx="1688621" cy="949849"/>
            </p:xfrm>
            <a:graphic>
              <a:graphicData uri="http://schemas.microsoft.com/office/powerpoint/2016/slidezoom">
                <pslz:sldZm>
                  <pslz:sldZmObj sldId="272" cId="862168544">
                    <pslz:zmPr id="{8B4ADBA5-6EE4-4AC1-B3F8-7DC9DBE32842}" returnToParent="0" transitionDur="1000">
                      <p166:blipFill xmlns:p166="http://schemas.microsoft.com/office/powerpoint/2016/6/main">
                        <a:blip r:embed="rId7"/>
                        <a:stretch>
                          <a:fillRect/>
                        </a:stretch>
                      </p166:blipFill>
                      <p166:spPr xmlns:p166="http://schemas.microsoft.com/office/powerpoint/2016/6/main">
                        <a:xfrm>
                          <a:off x="0" y="0"/>
                          <a:ext cx="1688621" cy="949849"/>
                        </a:xfrm>
                        <a:prstGeom prst="rect">
                          <a:avLst/>
                        </a:prstGeom>
                        <a:ln w="3175">
                          <a:solidFill>
                            <a:prstClr val="ltGray"/>
                          </a:solidFill>
                        </a:ln>
                      </p166:spPr>
                    </pslz:zmPr>
                  </pslz:sldZmObj>
                </pslz:sldZm>
              </a:graphicData>
            </a:graphic>
          </p:graphicFrame>
        </mc:Choice>
        <mc:Fallback xmlns="">
          <p:pic>
            <p:nvPicPr>
              <p:cNvPr id="48" name="Slide Zoom 47">
                <a:extLst>
                  <a:ext uri="{FF2B5EF4-FFF2-40B4-BE49-F238E27FC236}">
                    <a16:creationId xmlns:a16="http://schemas.microsoft.com/office/drawing/2014/main" id="{73FDC41A-119E-77F0-2415-E9A4EB9215E8}"/>
                  </a:ext>
                </a:extLst>
              </p:cNvPr>
              <p:cNvPicPr>
                <a:picLocks noGrp="1" noRot="1" noChangeAspect="1" noMove="1" noResize="1" noEditPoints="1" noAdjustHandles="1" noChangeArrowheads="1" noChangeShapeType="1"/>
              </p:cNvPicPr>
              <p:nvPr/>
            </p:nvPicPr>
            <p:blipFill>
              <a:blip r:embed="rId8"/>
              <a:stretch>
                <a:fillRect/>
              </a:stretch>
            </p:blipFill>
            <p:spPr>
              <a:xfrm>
                <a:off x="223733" y="3152426"/>
                <a:ext cx="1688621" cy="949849"/>
              </a:xfrm>
              <a:prstGeom prst="rect">
                <a:avLst/>
              </a:prstGeom>
              <a:ln w="3175">
                <a:solidFill>
                  <a:prstClr val="ltGray"/>
                </a:solidFill>
              </a:ln>
            </p:spPr>
          </p:pic>
        </mc:Fallback>
      </mc:AlternateContent>
      <mc:AlternateContent xmlns:mc="http://schemas.openxmlformats.org/markup-compatibility/2006" xmlns:pslz="http://schemas.microsoft.com/office/powerpoint/2016/slidezoom">
        <mc:Choice Requires="pslz">
          <p:graphicFrame>
            <p:nvGraphicFramePr>
              <p:cNvPr id="50" name="Slide Zoom 49">
                <a:extLst>
                  <a:ext uri="{FF2B5EF4-FFF2-40B4-BE49-F238E27FC236}">
                    <a16:creationId xmlns:a16="http://schemas.microsoft.com/office/drawing/2014/main" id="{884519D5-3F9E-102E-7678-AC8946CBEBDC}"/>
                  </a:ext>
                </a:extLst>
              </p:cNvPr>
              <p:cNvGraphicFramePr>
                <a:graphicFrameLocks noChangeAspect="1"/>
              </p:cNvGraphicFramePr>
              <p:nvPr>
                <p:extLst>
                  <p:ext uri="{D42A27DB-BD31-4B8C-83A1-F6EECF244321}">
                    <p14:modId xmlns:p14="http://schemas.microsoft.com/office/powerpoint/2010/main" val="1100054245"/>
                  </p:ext>
                </p:extLst>
              </p:nvPr>
            </p:nvGraphicFramePr>
            <p:xfrm>
              <a:off x="223734" y="4428518"/>
              <a:ext cx="1688621" cy="949849"/>
            </p:xfrm>
            <a:graphic>
              <a:graphicData uri="http://schemas.microsoft.com/office/powerpoint/2016/slidezoom">
                <pslz:sldZm>
                  <pslz:sldZmObj sldId="269" cId="3792771495">
                    <pslz:zmPr id="{B7BAAC07-5157-4A2C-A9D7-D86FD49EBD5C}" returnToParent="0" transitionDur="1000">
                      <p166:blipFill xmlns:p166="http://schemas.microsoft.com/office/powerpoint/2016/6/main">
                        <a:blip r:embed="rId9"/>
                        <a:stretch>
                          <a:fillRect/>
                        </a:stretch>
                      </p166:blipFill>
                      <p166:spPr xmlns:p166="http://schemas.microsoft.com/office/powerpoint/2016/6/main">
                        <a:xfrm>
                          <a:off x="0" y="0"/>
                          <a:ext cx="1688621" cy="949849"/>
                        </a:xfrm>
                        <a:prstGeom prst="rect">
                          <a:avLst/>
                        </a:prstGeom>
                        <a:ln w="3175">
                          <a:solidFill>
                            <a:prstClr val="ltGray"/>
                          </a:solidFill>
                        </a:ln>
                      </p166:spPr>
                    </pslz:zmPr>
                  </pslz:sldZmObj>
                </pslz:sldZm>
              </a:graphicData>
            </a:graphic>
          </p:graphicFrame>
        </mc:Choice>
        <mc:Fallback xmlns="">
          <p:pic>
            <p:nvPicPr>
              <p:cNvPr id="50" name="Slide Zoom 49">
                <a:extLst>
                  <a:ext uri="{FF2B5EF4-FFF2-40B4-BE49-F238E27FC236}">
                    <a16:creationId xmlns:a16="http://schemas.microsoft.com/office/drawing/2014/main" id="{884519D5-3F9E-102E-7678-AC8946CBEBDC}"/>
                  </a:ext>
                </a:extLst>
              </p:cNvPr>
              <p:cNvPicPr>
                <a:picLocks noGrp="1" noRot="1" noChangeAspect="1" noMove="1" noResize="1" noEditPoints="1" noAdjustHandles="1" noChangeArrowheads="1" noChangeShapeType="1"/>
              </p:cNvPicPr>
              <p:nvPr/>
            </p:nvPicPr>
            <p:blipFill>
              <a:blip r:embed="rId10"/>
              <a:stretch>
                <a:fillRect/>
              </a:stretch>
            </p:blipFill>
            <p:spPr>
              <a:xfrm>
                <a:off x="223734" y="4428518"/>
                <a:ext cx="1688621" cy="949849"/>
              </a:xfrm>
              <a:prstGeom prst="rect">
                <a:avLst/>
              </a:prstGeom>
              <a:ln w="3175">
                <a:solidFill>
                  <a:prstClr val="ltGray"/>
                </a:solidFill>
              </a:ln>
            </p:spPr>
          </p:pic>
        </mc:Fallback>
      </mc:AlternateContent>
      <mc:AlternateContent xmlns:mc="http://schemas.openxmlformats.org/markup-compatibility/2006" xmlns:pslz="http://schemas.microsoft.com/office/powerpoint/2016/slidezoom">
        <mc:Choice Requires="pslz">
          <p:graphicFrame>
            <p:nvGraphicFramePr>
              <p:cNvPr id="52" name="Slide Zoom 51">
                <a:extLst>
                  <a:ext uri="{FF2B5EF4-FFF2-40B4-BE49-F238E27FC236}">
                    <a16:creationId xmlns:a16="http://schemas.microsoft.com/office/drawing/2014/main" id="{3297EDDB-7440-CEC3-4A7F-045F01509CDB}"/>
                  </a:ext>
                </a:extLst>
              </p:cNvPr>
              <p:cNvGraphicFramePr>
                <a:graphicFrameLocks noChangeAspect="1"/>
              </p:cNvGraphicFramePr>
              <p:nvPr>
                <p:extLst>
                  <p:ext uri="{D42A27DB-BD31-4B8C-83A1-F6EECF244321}">
                    <p14:modId xmlns:p14="http://schemas.microsoft.com/office/powerpoint/2010/main" val="782257788"/>
                  </p:ext>
                </p:extLst>
              </p:nvPr>
            </p:nvGraphicFramePr>
            <p:xfrm>
              <a:off x="223734" y="5683167"/>
              <a:ext cx="1688620" cy="949849"/>
            </p:xfrm>
            <a:graphic>
              <a:graphicData uri="http://schemas.microsoft.com/office/powerpoint/2016/slidezoom">
                <pslz:sldZm>
                  <pslz:sldZmObj sldId="270" cId="1376759998">
                    <pslz:zmPr id="{124075C5-A77D-4EED-BF22-9189C0B32E3D}" returnToParent="0" transitionDur="1000">
                      <p166:blipFill xmlns:p166="http://schemas.microsoft.com/office/powerpoint/2016/6/main">
                        <a:blip r:embed="rId11"/>
                        <a:stretch>
                          <a:fillRect/>
                        </a:stretch>
                      </p166:blipFill>
                      <p166:spPr xmlns:p166="http://schemas.microsoft.com/office/powerpoint/2016/6/main">
                        <a:xfrm>
                          <a:off x="0" y="0"/>
                          <a:ext cx="1688620" cy="949849"/>
                        </a:xfrm>
                        <a:prstGeom prst="rect">
                          <a:avLst/>
                        </a:prstGeom>
                        <a:ln w="3175">
                          <a:solidFill>
                            <a:prstClr val="ltGray"/>
                          </a:solidFill>
                        </a:ln>
                      </p166:spPr>
                    </pslz:zmPr>
                  </pslz:sldZmObj>
                </pslz:sldZm>
              </a:graphicData>
            </a:graphic>
          </p:graphicFrame>
        </mc:Choice>
        <mc:Fallback xmlns="">
          <p:pic>
            <p:nvPicPr>
              <p:cNvPr id="52" name="Slide Zoom 51">
                <a:extLst>
                  <a:ext uri="{FF2B5EF4-FFF2-40B4-BE49-F238E27FC236}">
                    <a16:creationId xmlns:a16="http://schemas.microsoft.com/office/drawing/2014/main" id="{3297EDDB-7440-CEC3-4A7F-045F01509CDB}"/>
                  </a:ext>
                </a:extLst>
              </p:cNvPr>
              <p:cNvPicPr>
                <a:picLocks noGrp="1" noRot="1" noChangeAspect="1" noMove="1" noResize="1" noEditPoints="1" noAdjustHandles="1" noChangeArrowheads="1" noChangeShapeType="1"/>
              </p:cNvPicPr>
              <p:nvPr/>
            </p:nvPicPr>
            <p:blipFill>
              <a:blip r:embed="rId12"/>
              <a:stretch>
                <a:fillRect/>
              </a:stretch>
            </p:blipFill>
            <p:spPr>
              <a:xfrm>
                <a:off x="223734" y="5683167"/>
                <a:ext cx="1688620" cy="949849"/>
              </a:xfrm>
              <a:prstGeom prst="rect">
                <a:avLst/>
              </a:prstGeom>
              <a:ln w="3175">
                <a:solidFill>
                  <a:prstClr val="ltGray"/>
                </a:solidFill>
              </a:ln>
            </p:spPr>
          </p:pic>
        </mc:Fallback>
      </mc:AlternateContent>
    </p:spTree>
    <p:extLst>
      <p:ext uri="{BB962C8B-B14F-4D97-AF65-F5344CB8AC3E}">
        <p14:creationId xmlns:p14="http://schemas.microsoft.com/office/powerpoint/2010/main" val="188486560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tx1"/>
            </a:gs>
            <a:gs pos="73000">
              <a:schemeClr val="tx1">
                <a:lumMod val="85000"/>
                <a:lumOff val="15000"/>
              </a:schemeClr>
            </a:gs>
            <a:gs pos="35000">
              <a:schemeClr val="tx1">
                <a:lumMod val="85000"/>
                <a:lumOff val="15000"/>
              </a:schemeClr>
            </a:gs>
            <a:gs pos="100000">
              <a:schemeClr val="tx1"/>
            </a:gs>
          </a:gsLst>
          <a:lin ang="2700000" scaled="1"/>
          <a:tileRect/>
        </a:gradFill>
        <a:effectLst/>
      </p:bgPr>
    </p:bg>
    <p:spTree>
      <p:nvGrpSpPr>
        <p:cNvPr id="1" name="">
          <a:extLst>
            <a:ext uri="{FF2B5EF4-FFF2-40B4-BE49-F238E27FC236}">
              <a16:creationId xmlns:a16="http://schemas.microsoft.com/office/drawing/2014/main" id="{DCB3BAA7-CCA7-CB54-0A50-062C0987BE91}"/>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BD194E0D-8534-2F8C-B4A1-E08873D8DCDC}"/>
              </a:ext>
            </a:extLst>
          </p:cNvPr>
          <p:cNvSpPr txBox="1"/>
          <p:nvPr/>
        </p:nvSpPr>
        <p:spPr>
          <a:xfrm>
            <a:off x="498162" y="2655215"/>
            <a:ext cx="5665808" cy="2677656"/>
          </a:xfrm>
          <a:prstGeom prst="rect">
            <a:avLst/>
          </a:prstGeom>
          <a:noFill/>
        </p:spPr>
        <p:txBody>
          <a:bodyPr wrap="square">
            <a:spAutoFit/>
          </a:bodyPr>
          <a:lstStyle/>
          <a:p>
            <a:pPr algn="just"/>
            <a:r>
              <a:rPr lang="en-IN" sz="2800" dirty="0">
                <a:solidFill>
                  <a:schemeClr val="bg1"/>
                </a:solidFill>
              </a:rPr>
              <a:t>The Data Layer integrates both historical and real-time transaction data, accommodating formats such as CSV files and live data streams to ensure comprehensive analysis of financial activities.</a:t>
            </a:r>
          </a:p>
        </p:txBody>
      </p:sp>
      <p:sp>
        <p:nvSpPr>
          <p:cNvPr id="6" name="Rectangle 5">
            <a:extLst>
              <a:ext uri="{FF2B5EF4-FFF2-40B4-BE49-F238E27FC236}">
                <a16:creationId xmlns:a16="http://schemas.microsoft.com/office/drawing/2014/main" id="{B8CA5403-C67D-F305-F44E-4F1251C4F16C}"/>
              </a:ext>
            </a:extLst>
          </p:cNvPr>
          <p:cNvSpPr/>
          <p:nvPr/>
        </p:nvSpPr>
        <p:spPr>
          <a:xfrm>
            <a:off x="498162" y="247285"/>
            <a:ext cx="6377200" cy="1754326"/>
          </a:xfrm>
          <a:prstGeom prst="rect">
            <a:avLst/>
          </a:prstGeom>
          <a:noFill/>
        </p:spPr>
        <p:txBody>
          <a:bodyPr wrap="square" lIns="91440" tIns="45720" rIns="91440" bIns="45720">
            <a:spAutoFit/>
          </a:bodyPr>
          <a:lstStyle/>
          <a:p>
            <a:pPr algn="ctr"/>
            <a:r>
              <a:rPr lang="en-IN" sz="5400" b="1" cap="none" spc="50" dirty="0">
                <a:ln w="9525" cmpd="sng">
                  <a:solidFill>
                    <a:schemeClr val="accent1"/>
                  </a:solidFill>
                  <a:prstDash val="solid"/>
                </a:ln>
                <a:solidFill>
                  <a:srgbClr val="70AD47">
                    <a:tint val="1000"/>
                  </a:srgbClr>
                </a:solidFill>
                <a:effectLst>
                  <a:glow rad="38100">
                    <a:schemeClr val="accent1">
                      <a:alpha val="40000"/>
                    </a:schemeClr>
                  </a:glow>
                </a:effectLst>
              </a:rPr>
              <a:t>Data Layer: Historical and Real-Time Data</a:t>
            </a:r>
          </a:p>
        </p:txBody>
      </p:sp>
      <p:pic>
        <p:nvPicPr>
          <p:cNvPr id="11" name="Picture 10">
            <a:extLst>
              <a:ext uri="{FF2B5EF4-FFF2-40B4-BE49-F238E27FC236}">
                <a16:creationId xmlns:a16="http://schemas.microsoft.com/office/drawing/2014/main" id="{4F78B1C0-FF3C-FA8B-A572-3D47FB87F67B}"/>
              </a:ext>
            </a:extLst>
          </p:cNvPr>
          <p:cNvPicPr>
            <a:picLocks noChangeAspect="1"/>
          </p:cNvPicPr>
          <p:nvPr/>
        </p:nvPicPr>
        <p:blipFill>
          <a:blip r:embed="rId2"/>
          <a:srcRect l="9247" t="3362" r="10510" b="6526"/>
          <a:stretch>
            <a:fillRect/>
          </a:stretch>
        </p:blipFill>
        <p:spPr>
          <a:xfrm>
            <a:off x="7569843" y="426026"/>
            <a:ext cx="3576577" cy="6005947"/>
          </a:xfrm>
          <a:prstGeom prst="rect">
            <a:avLst/>
          </a:prstGeom>
        </p:spPr>
      </p:pic>
    </p:spTree>
    <p:extLst>
      <p:ext uri="{BB962C8B-B14F-4D97-AF65-F5344CB8AC3E}">
        <p14:creationId xmlns:p14="http://schemas.microsoft.com/office/powerpoint/2010/main" val="106897194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tx1"/>
            </a:gs>
            <a:gs pos="73000">
              <a:schemeClr val="tx1">
                <a:lumMod val="85000"/>
                <a:lumOff val="15000"/>
              </a:schemeClr>
            </a:gs>
            <a:gs pos="35000">
              <a:schemeClr val="tx1">
                <a:lumMod val="85000"/>
                <a:lumOff val="15000"/>
              </a:schemeClr>
            </a:gs>
            <a:gs pos="100000">
              <a:schemeClr val="tx1"/>
            </a:gs>
          </a:gsLst>
          <a:lin ang="2700000" scaled="1"/>
          <a:tileRect/>
        </a:gradFill>
        <a:effectLst/>
      </p:bgPr>
    </p:bg>
    <p:spTree>
      <p:nvGrpSpPr>
        <p:cNvPr id="1" name="">
          <a:extLst>
            <a:ext uri="{FF2B5EF4-FFF2-40B4-BE49-F238E27FC236}">
              <a16:creationId xmlns:a16="http://schemas.microsoft.com/office/drawing/2014/main" id="{1F5B7BCE-D4A4-5F2A-6DA4-308882A7E9F6}"/>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9EF02868-22A0-9E4A-851B-84D1EC689699}"/>
              </a:ext>
            </a:extLst>
          </p:cNvPr>
          <p:cNvSpPr txBox="1"/>
          <p:nvPr/>
        </p:nvSpPr>
        <p:spPr>
          <a:xfrm>
            <a:off x="498162" y="2655215"/>
            <a:ext cx="5665808" cy="2246769"/>
          </a:xfrm>
          <a:prstGeom prst="rect">
            <a:avLst/>
          </a:prstGeom>
          <a:noFill/>
        </p:spPr>
        <p:txBody>
          <a:bodyPr wrap="square">
            <a:spAutoFit/>
          </a:bodyPr>
          <a:lstStyle/>
          <a:p>
            <a:pPr algn="just"/>
            <a:r>
              <a:rPr lang="en-IN" sz="2800" dirty="0">
                <a:solidFill>
                  <a:schemeClr val="bg1"/>
                </a:solidFill>
              </a:rPr>
              <a:t>The ML Layer implements an XGBoost classifier specifically designed for binary fraud detection, allowing the system to identify legitimate and fraudulent transactions effectively.</a:t>
            </a:r>
          </a:p>
        </p:txBody>
      </p:sp>
      <p:sp>
        <p:nvSpPr>
          <p:cNvPr id="2" name="Rectangle 1">
            <a:extLst>
              <a:ext uri="{FF2B5EF4-FFF2-40B4-BE49-F238E27FC236}">
                <a16:creationId xmlns:a16="http://schemas.microsoft.com/office/drawing/2014/main" id="{9AC2A0F3-7F4F-2060-2C1A-A72052B861C6}"/>
              </a:ext>
            </a:extLst>
          </p:cNvPr>
          <p:cNvSpPr/>
          <p:nvPr/>
        </p:nvSpPr>
        <p:spPr>
          <a:xfrm>
            <a:off x="498162" y="426026"/>
            <a:ext cx="5641801" cy="1754326"/>
          </a:xfrm>
          <a:prstGeom prst="rect">
            <a:avLst/>
          </a:prstGeom>
          <a:noFill/>
        </p:spPr>
        <p:txBody>
          <a:bodyPr wrap="none" lIns="91440" tIns="45720" rIns="91440" bIns="45720">
            <a:spAutoFit/>
          </a:bodyPr>
          <a:lstStyle/>
          <a:p>
            <a:pPr algn="ctr"/>
            <a:r>
              <a:rPr lang="en-IN" sz="5400" b="1" cap="none" spc="50" dirty="0">
                <a:ln w="9525" cmpd="sng">
                  <a:solidFill>
                    <a:schemeClr val="accent1"/>
                  </a:solidFill>
                  <a:prstDash val="solid"/>
                </a:ln>
                <a:solidFill>
                  <a:srgbClr val="70AD47">
                    <a:tint val="1000"/>
                  </a:srgbClr>
                </a:solidFill>
                <a:effectLst>
                  <a:glow rad="38100">
                    <a:schemeClr val="accent1">
                      <a:alpha val="40000"/>
                    </a:schemeClr>
                  </a:glow>
                </a:effectLst>
              </a:rPr>
              <a:t>ML Layer: </a:t>
            </a:r>
          </a:p>
          <a:p>
            <a:pPr algn="ctr"/>
            <a:r>
              <a:rPr lang="en-IN" sz="5400" b="1" cap="none" spc="50" dirty="0">
                <a:ln w="9525" cmpd="sng">
                  <a:solidFill>
                    <a:schemeClr val="accent1"/>
                  </a:solidFill>
                  <a:prstDash val="solid"/>
                </a:ln>
                <a:solidFill>
                  <a:srgbClr val="70AD47">
                    <a:tint val="1000"/>
                  </a:srgbClr>
                </a:solidFill>
                <a:effectLst>
                  <a:glow rad="38100">
                    <a:schemeClr val="accent1">
                      <a:alpha val="40000"/>
                    </a:schemeClr>
                  </a:glow>
                </a:effectLst>
              </a:rPr>
              <a:t>XG Boost Classifier</a:t>
            </a:r>
          </a:p>
        </p:txBody>
      </p:sp>
      <p:pic>
        <p:nvPicPr>
          <p:cNvPr id="4" name="Picture 3">
            <a:extLst>
              <a:ext uri="{FF2B5EF4-FFF2-40B4-BE49-F238E27FC236}">
                <a16:creationId xmlns:a16="http://schemas.microsoft.com/office/drawing/2014/main" id="{F934CE57-D174-0440-63EE-CF630448F8E8}"/>
              </a:ext>
            </a:extLst>
          </p:cNvPr>
          <p:cNvPicPr>
            <a:picLocks noChangeAspect="1"/>
          </p:cNvPicPr>
          <p:nvPr/>
        </p:nvPicPr>
        <p:blipFill>
          <a:blip r:embed="rId2"/>
          <a:srcRect l="14696" t="3078" r="10324" b="8796"/>
          <a:stretch>
            <a:fillRect/>
          </a:stretch>
        </p:blipFill>
        <p:spPr>
          <a:xfrm>
            <a:off x="7280476" y="304981"/>
            <a:ext cx="4027990" cy="6248037"/>
          </a:xfrm>
          <a:prstGeom prst="rect">
            <a:avLst/>
          </a:prstGeom>
        </p:spPr>
      </p:pic>
    </p:spTree>
    <p:extLst>
      <p:ext uri="{BB962C8B-B14F-4D97-AF65-F5344CB8AC3E}">
        <p14:creationId xmlns:p14="http://schemas.microsoft.com/office/powerpoint/2010/main" val="16220461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tx1"/>
            </a:gs>
            <a:gs pos="73000">
              <a:schemeClr val="tx1">
                <a:lumMod val="85000"/>
                <a:lumOff val="15000"/>
              </a:schemeClr>
            </a:gs>
            <a:gs pos="35000">
              <a:schemeClr val="tx1">
                <a:lumMod val="85000"/>
                <a:lumOff val="15000"/>
              </a:schemeClr>
            </a:gs>
            <a:gs pos="100000">
              <a:schemeClr val="tx1"/>
            </a:gs>
          </a:gsLst>
          <a:lin ang="2700000" scaled="1"/>
          <a:tileRect/>
        </a:gradFill>
        <a:effectLst/>
      </p:bgPr>
    </p:bg>
    <p:spTree>
      <p:nvGrpSpPr>
        <p:cNvPr id="1" name="">
          <a:extLst>
            <a:ext uri="{FF2B5EF4-FFF2-40B4-BE49-F238E27FC236}">
              <a16:creationId xmlns:a16="http://schemas.microsoft.com/office/drawing/2014/main" id="{1CD269F7-93A8-80B1-26E4-AA01AC375868}"/>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B864FAE3-716E-E70B-85DB-A7F641A21C7F}"/>
              </a:ext>
            </a:extLst>
          </p:cNvPr>
          <p:cNvSpPr txBox="1"/>
          <p:nvPr/>
        </p:nvSpPr>
        <p:spPr>
          <a:xfrm>
            <a:off x="498162" y="2655215"/>
            <a:ext cx="5665808" cy="2677656"/>
          </a:xfrm>
          <a:prstGeom prst="rect">
            <a:avLst/>
          </a:prstGeom>
          <a:noFill/>
        </p:spPr>
        <p:txBody>
          <a:bodyPr wrap="square">
            <a:spAutoFit/>
          </a:bodyPr>
          <a:lstStyle/>
          <a:p>
            <a:pPr algn="just"/>
            <a:r>
              <a:rPr lang="en-US" sz="2800" dirty="0">
                <a:solidFill>
                  <a:schemeClr val="bg1"/>
                </a:solidFill>
              </a:rPr>
              <a:t>In the Processing Layer, essential steps like data preprocessing, encoding of categorical variables, and feature engineering are performed to prepare the data for machine learning applications.</a:t>
            </a:r>
            <a:endParaRPr lang="en-IN" sz="2800" dirty="0">
              <a:solidFill>
                <a:schemeClr val="bg1"/>
              </a:solidFill>
            </a:endParaRPr>
          </a:p>
        </p:txBody>
      </p:sp>
      <p:sp>
        <p:nvSpPr>
          <p:cNvPr id="2" name="Rectangle 1">
            <a:extLst>
              <a:ext uri="{FF2B5EF4-FFF2-40B4-BE49-F238E27FC236}">
                <a16:creationId xmlns:a16="http://schemas.microsoft.com/office/drawing/2014/main" id="{1F9A7497-86A9-AD63-06FB-43CDC29A1775}"/>
              </a:ext>
            </a:extLst>
          </p:cNvPr>
          <p:cNvSpPr/>
          <p:nvPr/>
        </p:nvSpPr>
        <p:spPr>
          <a:xfrm>
            <a:off x="498162" y="426026"/>
            <a:ext cx="5381730" cy="1754326"/>
          </a:xfrm>
          <a:prstGeom prst="rect">
            <a:avLst/>
          </a:prstGeom>
          <a:noFill/>
        </p:spPr>
        <p:txBody>
          <a:bodyPr wrap="none" lIns="91440" tIns="45720" rIns="91440" bIns="45720">
            <a:spAutoFit/>
          </a:bodyPr>
          <a:lstStyle/>
          <a:p>
            <a:pPr algn="ctr"/>
            <a:r>
              <a:rPr lang="en-US" sz="5400" b="1" cap="none" spc="50" dirty="0">
                <a:ln w="9525" cmpd="sng">
                  <a:solidFill>
                    <a:schemeClr val="accent1"/>
                  </a:solidFill>
                  <a:prstDash val="solid"/>
                </a:ln>
                <a:solidFill>
                  <a:srgbClr val="70AD47">
                    <a:tint val="1000"/>
                  </a:srgbClr>
                </a:solidFill>
                <a:effectLst>
                  <a:glow rad="38100">
                    <a:schemeClr val="accent1">
                      <a:alpha val="40000"/>
                    </a:schemeClr>
                  </a:glow>
                </a:effectLst>
              </a:rPr>
              <a:t>Processing Layer: </a:t>
            </a:r>
          </a:p>
          <a:p>
            <a:pPr algn="ctr"/>
            <a:r>
              <a:rPr lang="en-US" sz="5400" b="1" cap="none" spc="50" dirty="0">
                <a:ln w="9525" cmpd="sng">
                  <a:solidFill>
                    <a:schemeClr val="accent1"/>
                  </a:solidFill>
                  <a:prstDash val="solid"/>
                </a:ln>
                <a:solidFill>
                  <a:srgbClr val="70AD47">
                    <a:tint val="1000"/>
                  </a:srgbClr>
                </a:solidFill>
                <a:effectLst>
                  <a:glow rad="38100">
                    <a:schemeClr val="accent1">
                      <a:alpha val="40000"/>
                    </a:schemeClr>
                  </a:glow>
                </a:effectLst>
              </a:rPr>
              <a:t>Data Preparation </a:t>
            </a:r>
            <a:endParaRPr lang="en-IN" sz="5400" b="1" cap="none" spc="50" dirty="0">
              <a:ln w="9525" cmpd="sng">
                <a:solidFill>
                  <a:schemeClr val="accent1"/>
                </a:solidFill>
                <a:prstDash val="solid"/>
              </a:ln>
              <a:solidFill>
                <a:srgbClr val="70AD47">
                  <a:tint val="1000"/>
                </a:srgbClr>
              </a:solidFill>
              <a:effectLst>
                <a:glow rad="38100">
                  <a:schemeClr val="accent1">
                    <a:alpha val="40000"/>
                  </a:schemeClr>
                </a:glow>
              </a:effectLst>
            </a:endParaRPr>
          </a:p>
        </p:txBody>
      </p:sp>
      <p:pic>
        <p:nvPicPr>
          <p:cNvPr id="9" name="Picture 8">
            <a:extLst>
              <a:ext uri="{FF2B5EF4-FFF2-40B4-BE49-F238E27FC236}">
                <a16:creationId xmlns:a16="http://schemas.microsoft.com/office/drawing/2014/main" id="{53461586-86BD-3DAC-6FC1-C48A8729DCDE}"/>
              </a:ext>
            </a:extLst>
          </p:cNvPr>
          <p:cNvPicPr>
            <a:picLocks noChangeAspect="1"/>
          </p:cNvPicPr>
          <p:nvPr/>
        </p:nvPicPr>
        <p:blipFill>
          <a:blip r:embed="rId2"/>
          <a:stretch>
            <a:fillRect/>
          </a:stretch>
        </p:blipFill>
        <p:spPr>
          <a:xfrm>
            <a:off x="6456846" y="819565"/>
            <a:ext cx="5236992" cy="5083523"/>
          </a:xfrm>
          <a:prstGeom prst="rect">
            <a:avLst/>
          </a:prstGeom>
        </p:spPr>
      </p:pic>
    </p:spTree>
    <p:extLst>
      <p:ext uri="{BB962C8B-B14F-4D97-AF65-F5344CB8AC3E}">
        <p14:creationId xmlns:p14="http://schemas.microsoft.com/office/powerpoint/2010/main" val="86216854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tx1"/>
            </a:gs>
            <a:gs pos="73000">
              <a:schemeClr val="tx1">
                <a:lumMod val="85000"/>
                <a:lumOff val="15000"/>
              </a:schemeClr>
            </a:gs>
            <a:gs pos="35000">
              <a:schemeClr val="tx1">
                <a:lumMod val="85000"/>
                <a:lumOff val="15000"/>
              </a:schemeClr>
            </a:gs>
            <a:gs pos="100000">
              <a:schemeClr val="tx1"/>
            </a:gs>
          </a:gsLst>
          <a:lin ang="2700000" scaled="1"/>
          <a:tileRect/>
        </a:gradFill>
        <a:effectLst/>
      </p:bgPr>
    </p:bg>
    <p:spTree>
      <p:nvGrpSpPr>
        <p:cNvPr id="1" name="">
          <a:extLst>
            <a:ext uri="{FF2B5EF4-FFF2-40B4-BE49-F238E27FC236}">
              <a16:creationId xmlns:a16="http://schemas.microsoft.com/office/drawing/2014/main" id="{B9F85951-729D-B922-9ED9-C83C8A255B1C}"/>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96E1416D-8477-A586-C287-20E058AD5184}"/>
              </a:ext>
            </a:extLst>
          </p:cNvPr>
          <p:cNvSpPr txBox="1"/>
          <p:nvPr/>
        </p:nvSpPr>
        <p:spPr>
          <a:xfrm>
            <a:off x="621400" y="3177510"/>
            <a:ext cx="5474600" cy="2677656"/>
          </a:xfrm>
          <a:prstGeom prst="rect">
            <a:avLst/>
          </a:prstGeom>
          <a:noFill/>
        </p:spPr>
        <p:txBody>
          <a:bodyPr wrap="square">
            <a:spAutoFit/>
          </a:bodyPr>
          <a:lstStyle/>
          <a:p>
            <a:pPr algn="just"/>
            <a:r>
              <a:rPr lang="en-IN" sz="2800" dirty="0">
                <a:solidFill>
                  <a:schemeClr val="bg1"/>
                </a:solidFill>
              </a:rPr>
              <a:t>The Storage Layer includes model files saved using Joblib and result datasets in CSV format, ensuring efficient management and retrieval of trained models and scoring results.</a:t>
            </a:r>
          </a:p>
        </p:txBody>
      </p:sp>
      <p:sp>
        <p:nvSpPr>
          <p:cNvPr id="2" name="Rectangle 1">
            <a:extLst>
              <a:ext uri="{FF2B5EF4-FFF2-40B4-BE49-F238E27FC236}">
                <a16:creationId xmlns:a16="http://schemas.microsoft.com/office/drawing/2014/main" id="{A99623E2-3D0C-FF19-588E-93F8435BCA82}"/>
              </a:ext>
            </a:extLst>
          </p:cNvPr>
          <p:cNvSpPr/>
          <p:nvPr/>
        </p:nvSpPr>
        <p:spPr>
          <a:xfrm>
            <a:off x="127862" y="413849"/>
            <a:ext cx="6874822" cy="2585323"/>
          </a:xfrm>
          <a:prstGeom prst="rect">
            <a:avLst/>
          </a:prstGeom>
          <a:noFill/>
        </p:spPr>
        <p:txBody>
          <a:bodyPr wrap="square" lIns="91440" tIns="45720" rIns="91440" bIns="45720">
            <a:spAutoFit/>
          </a:bodyPr>
          <a:lstStyle/>
          <a:p>
            <a:pPr algn="ctr"/>
            <a:r>
              <a:rPr lang="en-IN" sz="5400" b="1" cap="none" spc="50" dirty="0">
                <a:ln w="9525" cmpd="sng">
                  <a:solidFill>
                    <a:schemeClr val="accent1"/>
                  </a:solidFill>
                  <a:prstDash val="solid"/>
                </a:ln>
                <a:solidFill>
                  <a:srgbClr val="70AD47">
                    <a:tint val="1000"/>
                  </a:srgbClr>
                </a:solidFill>
                <a:effectLst>
                  <a:glow rad="38100">
                    <a:schemeClr val="accent1">
                      <a:alpha val="40000"/>
                    </a:schemeClr>
                  </a:glow>
                </a:effectLst>
              </a:rPr>
              <a:t>Storage Layer: Model </a:t>
            </a:r>
          </a:p>
          <a:p>
            <a:pPr algn="ctr"/>
            <a:r>
              <a:rPr lang="en-IN" sz="5400" b="1" cap="none" spc="50" dirty="0">
                <a:ln w="9525" cmpd="sng">
                  <a:solidFill>
                    <a:schemeClr val="accent1"/>
                  </a:solidFill>
                  <a:prstDash val="solid"/>
                </a:ln>
                <a:solidFill>
                  <a:srgbClr val="70AD47">
                    <a:tint val="1000"/>
                  </a:srgbClr>
                </a:solidFill>
                <a:effectLst>
                  <a:glow rad="38100">
                    <a:schemeClr val="accent1">
                      <a:alpha val="40000"/>
                    </a:schemeClr>
                  </a:glow>
                </a:effectLst>
              </a:rPr>
              <a:t>And</a:t>
            </a:r>
            <a:r>
              <a:rPr lang="en-IN" sz="5400" b="1" spc="50" dirty="0">
                <a:ln w="9525" cmpd="sng">
                  <a:solidFill>
                    <a:schemeClr val="accent1"/>
                  </a:solidFill>
                  <a:prstDash val="solid"/>
                </a:ln>
                <a:solidFill>
                  <a:srgbClr val="70AD47">
                    <a:tint val="1000"/>
                  </a:srgbClr>
                </a:solidFill>
                <a:effectLst>
                  <a:glow rad="38100">
                    <a:schemeClr val="accent1">
                      <a:alpha val="40000"/>
                    </a:schemeClr>
                  </a:glow>
                </a:effectLst>
              </a:rPr>
              <a:t> </a:t>
            </a:r>
            <a:r>
              <a:rPr lang="en-IN" sz="5400" b="1" cap="none" spc="50" dirty="0">
                <a:ln w="9525" cmpd="sng">
                  <a:solidFill>
                    <a:schemeClr val="accent1"/>
                  </a:solidFill>
                  <a:prstDash val="solid"/>
                </a:ln>
                <a:solidFill>
                  <a:srgbClr val="70AD47">
                    <a:tint val="1000"/>
                  </a:srgbClr>
                </a:solidFill>
                <a:effectLst>
                  <a:glow rad="38100">
                    <a:schemeClr val="accent1">
                      <a:alpha val="40000"/>
                    </a:schemeClr>
                  </a:glow>
                </a:effectLst>
              </a:rPr>
              <a:t>Result Management </a:t>
            </a:r>
          </a:p>
        </p:txBody>
      </p:sp>
      <p:pic>
        <p:nvPicPr>
          <p:cNvPr id="7" name="Picture 6">
            <a:extLst>
              <a:ext uri="{FF2B5EF4-FFF2-40B4-BE49-F238E27FC236}">
                <a16:creationId xmlns:a16="http://schemas.microsoft.com/office/drawing/2014/main" id="{3D723AB7-47E0-0FF4-4B72-2A4B1253DF2D}"/>
              </a:ext>
            </a:extLst>
          </p:cNvPr>
          <p:cNvPicPr>
            <a:picLocks noChangeAspect="1"/>
          </p:cNvPicPr>
          <p:nvPr/>
        </p:nvPicPr>
        <p:blipFill>
          <a:blip r:embed="rId2"/>
          <a:stretch>
            <a:fillRect/>
          </a:stretch>
        </p:blipFill>
        <p:spPr>
          <a:xfrm>
            <a:off x="7002684" y="1126036"/>
            <a:ext cx="4650577" cy="5122499"/>
          </a:xfrm>
          <a:prstGeom prst="rect">
            <a:avLst/>
          </a:prstGeom>
        </p:spPr>
      </p:pic>
    </p:spTree>
    <p:extLst>
      <p:ext uri="{BB962C8B-B14F-4D97-AF65-F5344CB8AC3E}">
        <p14:creationId xmlns:p14="http://schemas.microsoft.com/office/powerpoint/2010/main" val="379277149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tx1"/>
            </a:gs>
            <a:gs pos="73000">
              <a:schemeClr val="tx1">
                <a:lumMod val="85000"/>
                <a:lumOff val="15000"/>
              </a:schemeClr>
            </a:gs>
            <a:gs pos="35000">
              <a:schemeClr val="tx1">
                <a:lumMod val="85000"/>
                <a:lumOff val="15000"/>
              </a:schemeClr>
            </a:gs>
            <a:gs pos="100000">
              <a:schemeClr val="tx1"/>
            </a:gs>
          </a:gsLst>
          <a:lin ang="2700000" scaled="1"/>
          <a:tileRect/>
        </a:gradFill>
        <a:effectLst/>
      </p:bgPr>
    </p:bg>
    <p:spTree>
      <p:nvGrpSpPr>
        <p:cNvPr id="1" name="">
          <a:extLst>
            <a:ext uri="{FF2B5EF4-FFF2-40B4-BE49-F238E27FC236}">
              <a16:creationId xmlns:a16="http://schemas.microsoft.com/office/drawing/2014/main" id="{4D8B3525-FB24-4022-59BE-26F23DF95FC3}"/>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E996E3B5-3FA3-652A-07FB-B23094513581}"/>
              </a:ext>
            </a:extLst>
          </p:cNvPr>
          <p:cNvSpPr txBox="1"/>
          <p:nvPr/>
        </p:nvSpPr>
        <p:spPr>
          <a:xfrm>
            <a:off x="498162" y="2655215"/>
            <a:ext cx="5665808" cy="2677656"/>
          </a:xfrm>
          <a:prstGeom prst="rect">
            <a:avLst/>
          </a:prstGeom>
          <a:noFill/>
        </p:spPr>
        <p:txBody>
          <a:bodyPr wrap="square">
            <a:spAutoFit/>
          </a:bodyPr>
          <a:lstStyle/>
          <a:p>
            <a:pPr algn="just"/>
            <a:r>
              <a:rPr lang="en-IN" sz="2800" dirty="0">
                <a:solidFill>
                  <a:schemeClr val="bg1"/>
                </a:solidFill>
              </a:rPr>
              <a:t>The Visualization Layer encompasses a Streamlit dashboard integrated with Plotly charts, enabling analysts to monitor transactions and alerts in real-time with interactive visual elements.</a:t>
            </a:r>
          </a:p>
        </p:txBody>
      </p:sp>
      <p:sp>
        <p:nvSpPr>
          <p:cNvPr id="2" name="Rectangle 1">
            <a:extLst>
              <a:ext uri="{FF2B5EF4-FFF2-40B4-BE49-F238E27FC236}">
                <a16:creationId xmlns:a16="http://schemas.microsoft.com/office/drawing/2014/main" id="{7280A2E5-656C-40C5-64F7-AF07BDF96645}"/>
              </a:ext>
            </a:extLst>
          </p:cNvPr>
          <p:cNvSpPr/>
          <p:nvPr/>
        </p:nvSpPr>
        <p:spPr>
          <a:xfrm>
            <a:off x="498162" y="426026"/>
            <a:ext cx="6386492" cy="1754326"/>
          </a:xfrm>
          <a:prstGeom prst="rect">
            <a:avLst/>
          </a:prstGeom>
          <a:noFill/>
        </p:spPr>
        <p:txBody>
          <a:bodyPr wrap="none" lIns="91440" tIns="45720" rIns="91440" bIns="45720">
            <a:spAutoFit/>
          </a:bodyPr>
          <a:lstStyle/>
          <a:p>
            <a:pPr algn="ctr"/>
            <a:r>
              <a:rPr lang="en-IN" sz="5400" b="1" cap="none" spc="50" dirty="0">
                <a:ln w="9525" cmpd="sng">
                  <a:solidFill>
                    <a:schemeClr val="accent1"/>
                  </a:solidFill>
                  <a:prstDash val="solid"/>
                </a:ln>
                <a:solidFill>
                  <a:srgbClr val="70AD47">
                    <a:tint val="1000"/>
                  </a:srgbClr>
                </a:solidFill>
                <a:effectLst>
                  <a:glow rad="38100">
                    <a:schemeClr val="accent1">
                      <a:alpha val="40000"/>
                    </a:schemeClr>
                  </a:glow>
                </a:effectLst>
              </a:rPr>
              <a:t>Visualization Layer:</a:t>
            </a:r>
          </a:p>
          <a:p>
            <a:pPr algn="ctr"/>
            <a:r>
              <a:rPr lang="en-IN" sz="5400" b="1" cap="none" spc="50" dirty="0">
                <a:ln w="9525" cmpd="sng">
                  <a:solidFill>
                    <a:schemeClr val="accent1"/>
                  </a:solidFill>
                  <a:prstDash val="solid"/>
                </a:ln>
                <a:solidFill>
                  <a:srgbClr val="70AD47">
                    <a:tint val="1000"/>
                  </a:srgbClr>
                </a:solidFill>
                <a:effectLst>
                  <a:glow rad="38100">
                    <a:schemeClr val="accent1">
                      <a:alpha val="40000"/>
                    </a:schemeClr>
                  </a:glow>
                </a:effectLst>
              </a:rPr>
              <a:t>Streamlit Dashboard </a:t>
            </a:r>
          </a:p>
        </p:txBody>
      </p:sp>
      <p:pic>
        <p:nvPicPr>
          <p:cNvPr id="3" name="Picture 2">
            <a:extLst>
              <a:ext uri="{FF2B5EF4-FFF2-40B4-BE49-F238E27FC236}">
                <a16:creationId xmlns:a16="http://schemas.microsoft.com/office/drawing/2014/main" id="{7B8C733F-A989-0695-B91C-8827AF76501C}"/>
              </a:ext>
            </a:extLst>
          </p:cNvPr>
          <p:cNvPicPr>
            <a:picLocks noChangeAspect="1"/>
          </p:cNvPicPr>
          <p:nvPr/>
        </p:nvPicPr>
        <p:blipFill>
          <a:blip r:embed="rId2"/>
          <a:srcRect l="25219" r="3645"/>
          <a:stretch>
            <a:fillRect/>
          </a:stretch>
        </p:blipFill>
        <p:spPr>
          <a:xfrm>
            <a:off x="6884654" y="750428"/>
            <a:ext cx="4898374" cy="4828569"/>
          </a:xfrm>
          <a:prstGeom prst="rect">
            <a:avLst/>
          </a:prstGeom>
        </p:spPr>
      </p:pic>
    </p:spTree>
    <p:extLst>
      <p:ext uri="{BB962C8B-B14F-4D97-AF65-F5344CB8AC3E}">
        <p14:creationId xmlns:p14="http://schemas.microsoft.com/office/powerpoint/2010/main" val="137675999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bg>
      <p:bgPr>
        <a:pattFill prst="pct20">
          <a:fgClr>
            <a:schemeClr val="tx1">
              <a:lumMod val="50000"/>
              <a:lumOff val="50000"/>
            </a:schemeClr>
          </a:fgClr>
          <a:bgClr>
            <a:schemeClr val="tx1">
              <a:lumMod val="95000"/>
              <a:lumOff val="5000"/>
            </a:schemeClr>
          </a:bgClr>
        </a:patt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62F7DF75-3624-0B0E-C78E-AD290956D150}"/>
              </a:ext>
            </a:extLst>
          </p:cNvPr>
          <p:cNvSpPr/>
          <p:nvPr/>
        </p:nvSpPr>
        <p:spPr>
          <a:xfrm>
            <a:off x="673127" y="443545"/>
            <a:ext cx="6673494" cy="1754326"/>
          </a:xfrm>
          <a:prstGeom prst="rect">
            <a:avLst/>
          </a:prstGeom>
          <a:noFill/>
        </p:spPr>
        <p:txBody>
          <a:bodyPr wrap="none" lIns="91440" tIns="45720" rIns="91440" bIns="45720">
            <a:spAutoFit/>
          </a:bodyPr>
          <a:lstStyle/>
          <a:p>
            <a:pPr algn="ctr"/>
            <a:r>
              <a:rPr lang="en-US" sz="5400" b="1" cap="none" spc="0" dirty="0">
                <a:ln w="10160">
                  <a:solidFill>
                    <a:schemeClr val="accent5"/>
                  </a:solidFill>
                  <a:prstDash val="solid"/>
                </a:ln>
                <a:solidFill>
                  <a:srgbClr val="FFFFFF"/>
                </a:solidFill>
                <a:effectLst>
                  <a:outerShdw blurRad="38100" dist="22860" dir="5400000" algn="tl" rotWithShape="0">
                    <a:srgbClr val="000000">
                      <a:alpha val="30000"/>
                    </a:srgbClr>
                  </a:outerShdw>
                </a:effectLst>
              </a:rPr>
              <a:t>Architecture Flow and </a:t>
            </a:r>
          </a:p>
          <a:p>
            <a:pPr algn="ctr"/>
            <a:r>
              <a:rPr lang="en-US" sz="5400" b="1" cap="none" spc="0" dirty="0">
                <a:ln w="10160">
                  <a:solidFill>
                    <a:schemeClr val="accent5"/>
                  </a:solidFill>
                  <a:prstDash val="solid"/>
                </a:ln>
                <a:solidFill>
                  <a:srgbClr val="FFFFFF"/>
                </a:solidFill>
                <a:effectLst>
                  <a:outerShdw blurRad="38100" dist="22860" dir="5400000" algn="tl" rotWithShape="0">
                    <a:srgbClr val="000000">
                      <a:alpha val="30000"/>
                    </a:srgbClr>
                  </a:outerShdw>
                </a:effectLst>
              </a:rPr>
              <a:t>Design Consideration</a:t>
            </a:r>
          </a:p>
        </p:txBody>
      </p:sp>
      <p:sp>
        <p:nvSpPr>
          <p:cNvPr id="19" name="TextBox 18">
            <a:extLst>
              <a:ext uri="{FF2B5EF4-FFF2-40B4-BE49-F238E27FC236}">
                <a16:creationId xmlns:a16="http://schemas.microsoft.com/office/drawing/2014/main" id="{6C1D1E75-4460-D565-DBAA-35BF79620725}"/>
              </a:ext>
            </a:extLst>
          </p:cNvPr>
          <p:cNvSpPr txBox="1"/>
          <p:nvPr/>
        </p:nvSpPr>
        <p:spPr>
          <a:xfrm>
            <a:off x="534814" y="2637478"/>
            <a:ext cx="8521127" cy="1200329"/>
          </a:xfrm>
          <a:prstGeom prst="rect">
            <a:avLst/>
          </a:prstGeom>
          <a:noFill/>
        </p:spPr>
        <p:txBody>
          <a:bodyPr wrap="square">
            <a:spAutoFit/>
          </a:bodyPr>
          <a:lstStyle/>
          <a:p>
            <a:r>
              <a:rPr lang="en-IN" sz="2400" dirty="0">
                <a:solidFill>
                  <a:schemeClr val="bg1"/>
                </a:solidFill>
              </a:rPr>
              <a:t>The systematic approach for developing the Real-Time Financial Fraud Detection and Monitoring System, highlighting each critical step in the architecture process.</a:t>
            </a:r>
          </a:p>
        </p:txBody>
      </p:sp>
      <mc:AlternateContent xmlns:mc="http://schemas.openxmlformats.org/markup-compatibility/2006" xmlns:pslz="http://schemas.microsoft.com/office/powerpoint/2016/slidezoom">
        <mc:Choice Requires="pslz">
          <p:graphicFrame>
            <p:nvGraphicFramePr>
              <p:cNvPr id="21" name="Slide Zoom 20">
                <a:extLst>
                  <a:ext uri="{FF2B5EF4-FFF2-40B4-BE49-F238E27FC236}">
                    <a16:creationId xmlns:a16="http://schemas.microsoft.com/office/drawing/2014/main" id="{9534EF78-A354-B039-5296-17C8EFA4CD17}"/>
                  </a:ext>
                </a:extLst>
              </p:cNvPr>
              <p:cNvGraphicFramePr>
                <a:graphicFrameLocks noChangeAspect="1"/>
              </p:cNvGraphicFramePr>
              <p:nvPr>
                <p:extLst>
                  <p:ext uri="{D42A27DB-BD31-4B8C-83A1-F6EECF244321}">
                    <p14:modId xmlns:p14="http://schemas.microsoft.com/office/powerpoint/2010/main" val="3391916477"/>
                  </p:ext>
                </p:extLst>
              </p:nvPr>
            </p:nvGraphicFramePr>
            <p:xfrm>
              <a:off x="205701" y="4717022"/>
              <a:ext cx="2044266" cy="1149900"/>
            </p:xfrm>
            <a:graphic>
              <a:graphicData uri="http://schemas.microsoft.com/office/powerpoint/2016/slidezoom">
                <pslz:sldZm>
                  <pslz:sldZmObj sldId="274" cId="1517884879">
                    <pslz:zmPr id="{D970D23F-7E0C-43EA-8CE6-EF23EED79070}" returnToParent="0" transitionDur="1000">
                      <p166:blipFill xmlns:p166="http://schemas.microsoft.com/office/powerpoint/2016/6/main">
                        <a:blip r:embed="rId2"/>
                        <a:stretch>
                          <a:fillRect/>
                        </a:stretch>
                      </p166:blipFill>
                      <p166:spPr xmlns:p166="http://schemas.microsoft.com/office/powerpoint/2016/6/main">
                        <a:xfrm>
                          <a:off x="0" y="0"/>
                          <a:ext cx="2044266" cy="1149900"/>
                        </a:xfrm>
                        <a:prstGeom prst="rect">
                          <a:avLst/>
                        </a:prstGeom>
                        <a:ln w="3175">
                          <a:noFill/>
                        </a:ln>
                      </p166:spPr>
                    </pslz:zmPr>
                  </pslz:sldZmObj>
                </pslz:sldZm>
              </a:graphicData>
            </a:graphic>
          </p:graphicFrame>
        </mc:Choice>
        <mc:Fallback xmlns="">
          <p:pic>
            <p:nvPicPr>
              <p:cNvPr id="21" name="Slide Zoom 20">
                <a:extLst>
                  <a:ext uri="{FF2B5EF4-FFF2-40B4-BE49-F238E27FC236}">
                    <a16:creationId xmlns:a16="http://schemas.microsoft.com/office/drawing/2014/main" id="{9534EF78-A354-B039-5296-17C8EFA4CD17}"/>
                  </a:ext>
                </a:extLst>
              </p:cNvPr>
              <p:cNvPicPr>
                <a:picLocks noGrp="1" noRot="1" noChangeAspect="1" noMove="1" noResize="1" noEditPoints="1" noAdjustHandles="1" noChangeArrowheads="1" noChangeShapeType="1"/>
              </p:cNvPicPr>
              <p:nvPr/>
            </p:nvPicPr>
            <p:blipFill>
              <a:blip r:embed="rId3"/>
              <a:stretch>
                <a:fillRect/>
              </a:stretch>
            </p:blipFill>
            <p:spPr>
              <a:xfrm>
                <a:off x="205701" y="4717022"/>
                <a:ext cx="2044266" cy="1149900"/>
              </a:xfrm>
              <a:prstGeom prst="rect">
                <a:avLst/>
              </a:prstGeom>
              <a:ln w="3175">
                <a:noFill/>
              </a:ln>
            </p:spPr>
          </p:pic>
        </mc:Fallback>
      </mc:AlternateContent>
      <mc:AlternateContent xmlns:mc="http://schemas.openxmlformats.org/markup-compatibility/2006" xmlns:pslz="http://schemas.microsoft.com/office/powerpoint/2016/slidezoom">
        <mc:Choice Requires="pslz">
          <p:graphicFrame>
            <p:nvGraphicFramePr>
              <p:cNvPr id="23" name="Slide Zoom 22">
                <a:extLst>
                  <a:ext uri="{FF2B5EF4-FFF2-40B4-BE49-F238E27FC236}">
                    <a16:creationId xmlns:a16="http://schemas.microsoft.com/office/drawing/2014/main" id="{0570B78E-867F-58BE-981E-00F756D15F89}"/>
                  </a:ext>
                </a:extLst>
              </p:cNvPr>
              <p:cNvGraphicFramePr>
                <a:graphicFrameLocks noChangeAspect="1"/>
              </p:cNvGraphicFramePr>
              <p:nvPr>
                <p:extLst>
                  <p:ext uri="{D42A27DB-BD31-4B8C-83A1-F6EECF244321}">
                    <p14:modId xmlns:p14="http://schemas.microsoft.com/office/powerpoint/2010/main" val="3951313504"/>
                  </p:ext>
                </p:extLst>
              </p:nvPr>
            </p:nvGraphicFramePr>
            <p:xfrm>
              <a:off x="2249967" y="4717022"/>
              <a:ext cx="2044266" cy="1149900"/>
            </p:xfrm>
            <a:graphic>
              <a:graphicData uri="http://schemas.microsoft.com/office/powerpoint/2016/slidezoom">
                <pslz:sldZm>
                  <pslz:sldZmObj sldId="276" cId="1739233074">
                    <pslz:zmPr id="{A99EE68B-DEE3-490D-8844-62995B385EEF}" returnToParent="0" transitionDur="1000">
                      <p166:blipFill xmlns:p166="http://schemas.microsoft.com/office/powerpoint/2016/6/main">
                        <a:blip r:embed="rId4"/>
                        <a:stretch>
                          <a:fillRect/>
                        </a:stretch>
                      </p166:blipFill>
                      <p166:spPr xmlns:p166="http://schemas.microsoft.com/office/powerpoint/2016/6/main">
                        <a:xfrm>
                          <a:off x="0" y="0"/>
                          <a:ext cx="2044266" cy="1149900"/>
                        </a:xfrm>
                        <a:prstGeom prst="rect">
                          <a:avLst/>
                        </a:prstGeom>
                        <a:ln w="3175">
                          <a:noFill/>
                        </a:ln>
                      </p166:spPr>
                    </pslz:zmPr>
                  </pslz:sldZmObj>
                </pslz:sldZm>
              </a:graphicData>
            </a:graphic>
          </p:graphicFrame>
        </mc:Choice>
        <mc:Fallback xmlns="">
          <p:pic>
            <p:nvPicPr>
              <p:cNvPr id="23" name="Slide Zoom 22">
                <a:extLst>
                  <a:ext uri="{FF2B5EF4-FFF2-40B4-BE49-F238E27FC236}">
                    <a16:creationId xmlns:a16="http://schemas.microsoft.com/office/drawing/2014/main" id="{0570B78E-867F-58BE-981E-00F756D15F89}"/>
                  </a:ext>
                </a:extLst>
              </p:cNvPr>
              <p:cNvPicPr>
                <a:picLocks noGrp="1" noRot="1" noChangeAspect="1" noMove="1" noResize="1" noEditPoints="1" noAdjustHandles="1" noChangeArrowheads="1" noChangeShapeType="1"/>
              </p:cNvPicPr>
              <p:nvPr/>
            </p:nvPicPr>
            <p:blipFill>
              <a:blip r:embed="rId5"/>
              <a:stretch>
                <a:fillRect/>
              </a:stretch>
            </p:blipFill>
            <p:spPr>
              <a:xfrm>
                <a:off x="2249967" y="4717022"/>
                <a:ext cx="2044266" cy="1149900"/>
              </a:xfrm>
              <a:prstGeom prst="rect">
                <a:avLst/>
              </a:prstGeom>
              <a:ln w="3175">
                <a:noFill/>
              </a:ln>
            </p:spPr>
          </p:pic>
        </mc:Fallback>
      </mc:AlternateContent>
      <mc:AlternateContent xmlns:mc="http://schemas.openxmlformats.org/markup-compatibility/2006" xmlns:pslz="http://schemas.microsoft.com/office/powerpoint/2016/slidezoom">
        <mc:Choice Requires="pslz">
          <p:graphicFrame>
            <p:nvGraphicFramePr>
              <p:cNvPr id="25" name="Slide Zoom 24">
                <a:extLst>
                  <a:ext uri="{FF2B5EF4-FFF2-40B4-BE49-F238E27FC236}">
                    <a16:creationId xmlns:a16="http://schemas.microsoft.com/office/drawing/2014/main" id="{925C4134-A91A-138C-20E3-32AC85F68B49}"/>
                  </a:ext>
                </a:extLst>
              </p:cNvPr>
              <p:cNvGraphicFramePr>
                <a:graphicFrameLocks noChangeAspect="1"/>
              </p:cNvGraphicFramePr>
              <p:nvPr>
                <p:extLst>
                  <p:ext uri="{D42A27DB-BD31-4B8C-83A1-F6EECF244321}">
                    <p14:modId xmlns:p14="http://schemas.microsoft.com/office/powerpoint/2010/main" val="2914848450"/>
                  </p:ext>
                </p:extLst>
              </p:nvPr>
            </p:nvGraphicFramePr>
            <p:xfrm>
              <a:off x="4294233" y="4717022"/>
              <a:ext cx="2044262" cy="1149897"/>
            </p:xfrm>
            <a:graphic>
              <a:graphicData uri="http://schemas.microsoft.com/office/powerpoint/2016/slidezoom">
                <pslz:sldZm>
                  <pslz:sldZmObj sldId="278" cId="2392129402">
                    <pslz:zmPr id="{2E63BFDF-9854-4B8F-96A3-D849A00D5B50}" returnToParent="0" transitionDur="1000">
                      <p166:blipFill xmlns:p166="http://schemas.microsoft.com/office/powerpoint/2016/6/main">
                        <a:blip r:embed="rId6"/>
                        <a:stretch>
                          <a:fillRect/>
                        </a:stretch>
                      </p166:blipFill>
                      <p166:spPr xmlns:p166="http://schemas.microsoft.com/office/powerpoint/2016/6/main">
                        <a:xfrm>
                          <a:off x="0" y="0"/>
                          <a:ext cx="2044262" cy="1149897"/>
                        </a:xfrm>
                        <a:prstGeom prst="rect">
                          <a:avLst/>
                        </a:prstGeom>
                        <a:ln w="3175">
                          <a:noFill/>
                        </a:ln>
                      </p166:spPr>
                    </pslz:zmPr>
                  </pslz:sldZmObj>
                </pslz:sldZm>
              </a:graphicData>
            </a:graphic>
          </p:graphicFrame>
        </mc:Choice>
        <mc:Fallback xmlns="">
          <p:pic>
            <p:nvPicPr>
              <p:cNvPr id="25" name="Slide Zoom 24">
                <a:extLst>
                  <a:ext uri="{FF2B5EF4-FFF2-40B4-BE49-F238E27FC236}">
                    <a16:creationId xmlns:a16="http://schemas.microsoft.com/office/drawing/2014/main" id="{925C4134-A91A-138C-20E3-32AC85F68B49}"/>
                  </a:ext>
                </a:extLst>
              </p:cNvPr>
              <p:cNvPicPr>
                <a:picLocks noGrp="1" noRot="1" noChangeAspect="1" noMove="1" noResize="1" noEditPoints="1" noAdjustHandles="1" noChangeArrowheads="1" noChangeShapeType="1"/>
              </p:cNvPicPr>
              <p:nvPr/>
            </p:nvPicPr>
            <p:blipFill>
              <a:blip r:embed="rId7"/>
              <a:stretch>
                <a:fillRect/>
              </a:stretch>
            </p:blipFill>
            <p:spPr>
              <a:xfrm>
                <a:off x="4294233" y="4717022"/>
                <a:ext cx="2044262" cy="1149897"/>
              </a:xfrm>
              <a:prstGeom prst="rect">
                <a:avLst/>
              </a:prstGeom>
              <a:ln w="3175">
                <a:noFill/>
              </a:ln>
            </p:spPr>
          </p:pic>
        </mc:Fallback>
      </mc:AlternateContent>
      <mc:AlternateContent xmlns:mc="http://schemas.openxmlformats.org/markup-compatibility/2006" xmlns:pslz="http://schemas.microsoft.com/office/powerpoint/2016/slidezoom">
        <mc:Choice Requires="pslz">
          <p:graphicFrame>
            <p:nvGraphicFramePr>
              <p:cNvPr id="27" name="Slide Zoom 26">
                <a:extLst>
                  <a:ext uri="{FF2B5EF4-FFF2-40B4-BE49-F238E27FC236}">
                    <a16:creationId xmlns:a16="http://schemas.microsoft.com/office/drawing/2014/main" id="{C1AFDD31-B3F0-02E0-2E86-9AAC27B8AEE7}"/>
                  </a:ext>
                </a:extLst>
              </p:cNvPr>
              <p:cNvGraphicFramePr>
                <a:graphicFrameLocks noChangeAspect="1"/>
              </p:cNvGraphicFramePr>
              <p:nvPr>
                <p:extLst>
                  <p:ext uri="{D42A27DB-BD31-4B8C-83A1-F6EECF244321}">
                    <p14:modId xmlns:p14="http://schemas.microsoft.com/office/powerpoint/2010/main" val="2241699777"/>
                  </p:ext>
                </p:extLst>
              </p:nvPr>
            </p:nvGraphicFramePr>
            <p:xfrm>
              <a:off x="6338495" y="4717019"/>
              <a:ext cx="2044261" cy="1149897"/>
            </p:xfrm>
            <a:graphic>
              <a:graphicData uri="http://schemas.microsoft.com/office/powerpoint/2016/slidezoom">
                <pslz:sldZm>
                  <pslz:sldZmObj sldId="279" cId="3197189488">
                    <pslz:zmPr id="{2C00C5F4-6D9E-4B65-BA12-AC0501FEEF4F}" returnToParent="0" transitionDur="1000">
                      <p166:blipFill xmlns:p166="http://schemas.microsoft.com/office/powerpoint/2016/6/main">
                        <a:blip r:embed="rId8"/>
                        <a:stretch>
                          <a:fillRect/>
                        </a:stretch>
                      </p166:blipFill>
                      <p166:spPr xmlns:p166="http://schemas.microsoft.com/office/powerpoint/2016/6/main">
                        <a:xfrm>
                          <a:off x="0" y="0"/>
                          <a:ext cx="2044261" cy="1149897"/>
                        </a:xfrm>
                        <a:prstGeom prst="rect">
                          <a:avLst/>
                        </a:prstGeom>
                        <a:ln w="3175">
                          <a:noFill/>
                        </a:ln>
                      </p166:spPr>
                    </pslz:zmPr>
                  </pslz:sldZmObj>
                </pslz:sldZm>
              </a:graphicData>
            </a:graphic>
          </p:graphicFrame>
        </mc:Choice>
        <mc:Fallback xmlns="">
          <p:pic>
            <p:nvPicPr>
              <p:cNvPr id="27" name="Slide Zoom 26">
                <a:extLst>
                  <a:ext uri="{FF2B5EF4-FFF2-40B4-BE49-F238E27FC236}">
                    <a16:creationId xmlns:a16="http://schemas.microsoft.com/office/drawing/2014/main" id="{C1AFDD31-B3F0-02E0-2E86-9AAC27B8AEE7}"/>
                  </a:ext>
                </a:extLst>
              </p:cNvPr>
              <p:cNvPicPr>
                <a:picLocks noGrp="1" noRot="1" noChangeAspect="1" noMove="1" noResize="1" noEditPoints="1" noAdjustHandles="1" noChangeArrowheads="1" noChangeShapeType="1"/>
              </p:cNvPicPr>
              <p:nvPr/>
            </p:nvPicPr>
            <p:blipFill>
              <a:blip r:embed="rId9"/>
              <a:stretch>
                <a:fillRect/>
              </a:stretch>
            </p:blipFill>
            <p:spPr>
              <a:xfrm>
                <a:off x="6338495" y="4717019"/>
                <a:ext cx="2044261" cy="1149897"/>
              </a:xfrm>
              <a:prstGeom prst="rect">
                <a:avLst/>
              </a:prstGeom>
              <a:ln w="3175">
                <a:noFill/>
              </a:ln>
            </p:spPr>
          </p:pic>
        </mc:Fallback>
      </mc:AlternateContent>
      <mc:AlternateContent xmlns:mc="http://schemas.openxmlformats.org/markup-compatibility/2006" xmlns:pslz="http://schemas.microsoft.com/office/powerpoint/2016/slidezoom">
        <mc:Choice Requires="pslz">
          <p:graphicFrame>
            <p:nvGraphicFramePr>
              <p:cNvPr id="29" name="Slide Zoom 28">
                <a:extLst>
                  <a:ext uri="{FF2B5EF4-FFF2-40B4-BE49-F238E27FC236}">
                    <a16:creationId xmlns:a16="http://schemas.microsoft.com/office/drawing/2014/main" id="{7E12838B-EE78-0A21-E885-C36B3F5A4674}"/>
                  </a:ext>
                </a:extLst>
              </p:cNvPr>
              <p:cNvGraphicFramePr>
                <a:graphicFrameLocks noChangeAspect="1"/>
              </p:cNvGraphicFramePr>
              <p:nvPr>
                <p:extLst>
                  <p:ext uri="{D42A27DB-BD31-4B8C-83A1-F6EECF244321}">
                    <p14:modId xmlns:p14="http://schemas.microsoft.com/office/powerpoint/2010/main" val="1232672598"/>
                  </p:ext>
                </p:extLst>
              </p:nvPr>
            </p:nvGraphicFramePr>
            <p:xfrm>
              <a:off x="8307837" y="4717016"/>
              <a:ext cx="2044261" cy="1149897"/>
            </p:xfrm>
            <a:graphic>
              <a:graphicData uri="http://schemas.microsoft.com/office/powerpoint/2016/slidezoom">
                <pslz:sldZm>
                  <pslz:sldZmObj sldId="277" cId="157234478">
                    <pslz:zmPr id="{2C5A2295-40B4-415E-B667-81B18504D970}" returnToParent="0" transitionDur="1000">
                      <p166:blipFill xmlns:p166="http://schemas.microsoft.com/office/powerpoint/2016/6/main">
                        <a:blip r:embed="rId10"/>
                        <a:stretch>
                          <a:fillRect/>
                        </a:stretch>
                      </p166:blipFill>
                      <p166:spPr xmlns:p166="http://schemas.microsoft.com/office/powerpoint/2016/6/main">
                        <a:xfrm>
                          <a:off x="0" y="0"/>
                          <a:ext cx="2044261" cy="1149897"/>
                        </a:xfrm>
                        <a:prstGeom prst="rect">
                          <a:avLst/>
                        </a:prstGeom>
                        <a:ln w="3175">
                          <a:noFill/>
                        </a:ln>
                      </p166:spPr>
                    </pslz:zmPr>
                  </pslz:sldZmObj>
                </pslz:sldZm>
              </a:graphicData>
            </a:graphic>
          </p:graphicFrame>
        </mc:Choice>
        <mc:Fallback xmlns="">
          <p:pic>
            <p:nvPicPr>
              <p:cNvPr id="29" name="Slide Zoom 28">
                <a:extLst>
                  <a:ext uri="{FF2B5EF4-FFF2-40B4-BE49-F238E27FC236}">
                    <a16:creationId xmlns:a16="http://schemas.microsoft.com/office/drawing/2014/main" id="{7E12838B-EE78-0A21-E885-C36B3F5A4674}"/>
                  </a:ext>
                </a:extLst>
              </p:cNvPr>
              <p:cNvPicPr>
                <a:picLocks noGrp="1" noRot="1" noChangeAspect="1" noMove="1" noResize="1" noEditPoints="1" noAdjustHandles="1" noChangeArrowheads="1" noChangeShapeType="1"/>
              </p:cNvPicPr>
              <p:nvPr/>
            </p:nvPicPr>
            <p:blipFill>
              <a:blip r:embed="rId11"/>
              <a:stretch>
                <a:fillRect/>
              </a:stretch>
            </p:blipFill>
            <p:spPr>
              <a:xfrm>
                <a:off x="8307837" y="4717016"/>
                <a:ext cx="2044261" cy="1149897"/>
              </a:xfrm>
              <a:prstGeom prst="rect">
                <a:avLst/>
              </a:prstGeom>
              <a:ln w="3175">
                <a:noFill/>
              </a:ln>
            </p:spPr>
          </p:pic>
        </mc:Fallback>
      </mc:AlternateContent>
    </p:spTree>
    <p:extLst>
      <p:ext uri="{BB962C8B-B14F-4D97-AF65-F5344CB8AC3E}">
        <p14:creationId xmlns:p14="http://schemas.microsoft.com/office/powerpoint/2010/main" val="7863275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bg>
      <p:bgPr>
        <a:pattFill prst="pct20">
          <a:fgClr>
            <a:schemeClr val="tx1">
              <a:lumMod val="50000"/>
              <a:lumOff val="50000"/>
            </a:schemeClr>
          </a:fgClr>
          <a:bgClr>
            <a:schemeClr val="tx1">
              <a:lumMod val="95000"/>
              <a:lumOff val="5000"/>
            </a:schemeClr>
          </a:bgClr>
        </a:pattFill>
        <a:effectLst/>
      </p:bgPr>
    </p:bg>
    <p:spTree>
      <p:nvGrpSpPr>
        <p:cNvPr id="1" name="">
          <a:extLst>
            <a:ext uri="{FF2B5EF4-FFF2-40B4-BE49-F238E27FC236}">
              <a16:creationId xmlns:a16="http://schemas.microsoft.com/office/drawing/2014/main" id="{264DE931-1A9F-194A-D6C5-80EE8BC1866B}"/>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899BF39A-4559-9813-7330-C51D2B8F839F}"/>
              </a:ext>
            </a:extLst>
          </p:cNvPr>
          <p:cNvSpPr txBox="1"/>
          <p:nvPr/>
        </p:nvSpPr>
        <p:spPr>
          <a:xfrm>
            <a:off x="3473128" y="4126374"/>
            <a:ext cx="5546685" cy="2308324"/>
          </a:xfrm>
          <a:prstGeom prst="rect">
            <a:avLst/>
          </a:prstGeom>
          <a:noFill/>
        </p:spPr>
        <p:txBody>
          <a:bodyPr wrap="square">
            <a:spAutoFit/>
          </a:bodyPr>
          <a:lstStyle/>
          <a:p>
            <a:r>
              <a:rPr lang="en-IN" sz="3600" dirty="0">
                <a:solidFill>
                  <a:schemeClr val="bg1"/>
                </a:solidFill>
              </a:rPr>
              <a:t>Gather historical and real-time transaction data, ensuring data quality through cleansing processes.</a:t>
            </a:r>
          </a:p>
        </p:txBody>
      </p:sp>
      <p:sp>
        <p:nvSpPr>
          <p:cNvPr id="18" name="Rectangle 17">
            <a:extLst>
              <a:ext uri="{FF2B5EF4-FFF2-40B4-BE49-F238E27FC236}">
                <a16:creationId xmlns:a16="http://schemas.microsoft.com/office/drawing/2014/main" id="{74C33BF3-1C01-8955-7667-E8B1936A9840}"/>
              </a:ext>
            </a:extLst>
          </p:cNvPr>
          <p:cNvSpPr/>
          <p:nvPr/>
        </p:nvSpPr>
        <p:spPr>
          <a:xfrm>
            <a:off x="3967000" y="1995062"/>
            <a:ext cx="4558940" cy="1754326"/>
          </a:xfrm>
          <a:prstGeom prst="rect">
            <a:avLst/>
          </a:prstGeom>
          <a:noFill/>
        </p:spPr>
        <p:txBody>
          <a:bodyPr wrap="none" lIns="91440" tIns="45720" rIns="91440" bIns="45720">
            <a:spAutoFit/>
          </a:bodyPr>
          <a:lstStyle/>
          <a:p>
            <a:pPr algn="ctr"/>
            <a:r>
              <a:rPr lang="en-IN" sz="5400" b="1" cap="none" spc="0" dirty="0">
                <a:ln w="12700">
                  <a:solidFill>
                    <a:schemeClr val="accent5"/>
                  </a:solidFill>
                  <a:prstDash val="solid"/>
                </a:ln>
                <a:pattFill prst="ltDnDiag">
                  <a:fgClr>
                    <a:schemeClr val="accent5">
                      <a:lumMod val="60000"/>
                      <a:lumOff val="40000"/>
                    </a:schemeClr>
                  </a:fgClr>
                  <a:bgClr>
                    <a:schemeClr val="bg1"/>
                  </a:bgClr>
                </a:pattFill>
                <a:effectLst/>
              </a:rPr>
              <a:t>Step 1: </a:t>
            </a:r>
          </a:p>
          <a:p>
            <a:pPr algn="ctr"/>
            <a:r>
              <a:rPr lang="en-IN" sz="5400" b="1" cap="none" spc="0" dirty="0">
                <a:ln w="12700">
                  <a:solidFill>
                    <a:schemeClr val="accent5"/>
                  </a:solidFill>
                  <a:prstDash val="solid"/>
                </a:ln>
                <a:pattFill prst="ltDnDiag">
                  <a:fgClr>
                    <a:schemeClr val="accent5">
                      <a:lumMod val="60000"/>
                      <a:lumOff val="40000"/>
                    </a:schemeClr>
                  </a:fgClr>
                  <a:bgClr>
                    <a:schemeClr val="bg1"/>
                  </a:bgClr>
                </a:pattFill>
                <a:effectLst/>
              </a:rPr>
              <a:t>Data Collection</a:t>
            </a:r>
          </a:p>
        </p:txBody>
      </p:sp>
      <p:sp>
        <p:nvSpPr>
          <p:cNvPr id="20" name="Minus Sign 19">
            <a:extLst>
              <a:ext uri="{FF2B5EF4-FFF2-40B4-BE49-F238E27FC236}">
                <a16:creationId xmlns:a16="http://schemas.microsoft.com/office/drawing/2014/main" id="{DD0CF516-1843-D6D1-1106-40FA5BB6719C}"/>
              </a:ext>
            </a:extLst>
          </p:cNvPr>
          <p:cNvSpPr/>
          <p:nvPr/>
        </p:nvSpPr>
        <p:spPr>
          <a:xfrm>
            <a:off x="-2321169" y="1380795"/>
            <a:ext cx="16740554" cy="424560"/>
          </a:xfrm>
          <a:prstGeom prst="mathMinus">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21" name="Rectangle: Rounded Corners 20">
            <a:extLst>
              <a:ext uri="{FF2B5EF4-FFF2-40B4-BE49-F238E27FC236}">
                <a16:creationId xmlns:a16="http://schemas.microsoft.com/office/drawing/2014/main" id="{027D277D-B8B9-69AB-87A7-A5A0E5A9E474}"/>
              </a:ext>
            </a:extLst>
          </p:cNvPr>
          <p:cNvSpPr/>
          <p:nvPr/>
        </p:nvSpPr>
        <p:spPr>
          <a:xfrm>
            <a:off x="5044440" y="1380795"/>
            <a:ext cx="2087880" cy="424560"/>
          </a:xfrm>
          <a:prstGeom prst="roundRect">
            <a:avLst>
              <a:gd name="adj" fmla="val 41794"/>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en-IN" dirty="0"/>
          </a:p>
        </p:txBody>
      </p:sp>
    </p:spTree>
    <p:extLst>
      <p:ext uri="{BB962C8B-B14F-4D97-AF65-F5344CB8AC3E}">
        <p14:creationId xmlns:p14="http://schemas.microsoft.com/office/powerpoint/2010/main" val="151788487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bg>
      <p:bgPr>
        <a:pattFill prst="pct20">
          <a:fgClr>
            <a:schemeClr val="tx1">
              <a:lumMod val="50000"/>
              <a:lumOff val="50000"/>
            </a:schemeClr>
          </a:fgClr>
          <a:bgClr>
            <a:schemeClr val="tx1">
              <a:lumMod val="95000"/>
              <a:lumOff val="5000"/>
            </a:schemeClr>
          </a:bgClr>
        </a:pattFill>
        <a:effectLst/>
      </p:bgPr>
    </p:bg>
    <p:spTree>
      <p:nvGrpSpPr>
        <p:cNvPr id="1" name="">
          <a:extLst>
            <a:ext uri="{FF2B5EF4-FFF2-40B4-BE49-F238E27FC236}">
              <a16:creationId xmlns:a16="http://schemas.microsoft.com/office/drawing/2014/main" id="{5F8924BD-3230-6EA2-0C0C-3E76AF75456F}"/>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036E51DA-D243-DEE1-6C3C-1D9ECC884C33}"/>
              </a:ext>
            </a:extLst>
          </p:cNvPr>
          <p:cNvSpPr txBox="1"/>
          <p:nvPr/>
        </p:nvSpPr>
        <p:spPr>
          <a:xfrm>
            <a:off x="3473128" y="4126374"/>
            <a:ext cx="5546685" cy="2308324"/>
          </a:xfrm>
          <a:prstGeom prst="rect">
            <a:avLst/>
          </a:prstGeom>
          <a:noFill/>
        </p:spPr>
        <p:txBody>
          <a:bodyPr wrap="square">
            <a:spAutoFit/>
          </a:bodyPr>
          <a:lstStyle/>
          <a:p>
            <a:r>
              <a:rPr lang="en-US" sz="3600" dirty="0">
                <a:solidFill>
                  <a:schemeClr val="bg1"/>
                </a:solidFill>
              </a:rPr>
              <a:t>Utilize the collected data to train the XGBoost machine learning model, preparing it for effective fraud detection.</a:t>
            </a:r>
            <a:endParaRPr lang="en-IN" sz="3600" dirty="0">
              <a:solidFill>
                <a:schemeClr val="bg1"/>
              </a:solidFill>
            </a:endParaRPr>
          </a:p>
        </p:txBody>
      </p:sp>
      <p:sp>
        <p:nvSpPr>
          <p:cNvPr id="20" name="Minus Sign 19">
            <a:extLst>
              <a:ext uri="{FF2B5EF4-FFF2-40B4-BE49-F238E27FC236}">
                <a16:creationId xmlns:a16="http://schemas.microsoft.com/office/drawing/2014/main" id="{03E51D17-3D41-71F3-48C8-987E578C0321}"/>
              </a:ext>
            </a:extLst>
          </p:cNvPr>
          <p:cNvSpPr/>
          <p:nvPr/>
        </p:nvSpPr>
        <p:spPr>
          <a:xfrm>
            <a:off x="-2344615" y="1380795"/>
            <a:ext cx="16904677" cy="424560"/>
          </a:xfrm>
          <a:prstGeom prst="mathMinus">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21" name="Rectangle: Rounded Corners 20">
            <a:extLst>
              <a:ext uri="{FF2B5EF4-FFF2-40B4-BE49-F238E27FC236}">
                <a16:creationId xmlns:a16="http://schemas.microsoft.com/office/drawing/2014/main" id="{0B55C6D7-72F9-1885-EACE-9C7AE6603F64}"/>
              </a:ext>
            </a:extLst>
          </p:cNvPr>
          <p:cNvSpPr/>
          <p:nvPr/>
        </p:nvSpPr>
        <p:spPr>
          <a:xfrm>
            <a:off x="5044440" y="1380795"/>
            <a:ext cx="2087880" cy="424560"/>
          </a:xfrm>
          <a:prstGeom prst="roundRect">
            <a:avLst>
              <a:gd name="adj" fmla="val 41794"/>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en-IN" dirty="0"/>
          </a:p>
        </p:txBody>
      </p:sp>
      <p:sp>
        <p:nvSpPr>
          <p:cNvPr id="2" name="Rectangle 1">
            <a:extLst>
              <a:ext uri="{FF2B5EF4-FFF2-40B4-BE49-F238E27FC236}">
                <a16:creationId xmlns:a16="http://schemas.microsoft.com/office/drawing/2014/main" id="{F68ED61E-7671-0B7E-08BA-C714BC138F71}"/>
              </a:ext>
            </a:extLst>
          </p:cNvPr>
          <p:cNvSpPr/>
          <p:nvPr/>
        </p:nvSpPr>
        <p:spPr>
          <a:xfrm>
            <a:off x="3792431" y="1854463"/>
            <a:ext cx="4591898" cy="1754326"/>
          </a:xfrm>
          <a:prstGeom prst="rect">
            <a:avLst/>
          </a:prstGeom>
          <a:noFill/>
        </p:spPr>
        <p:txBody>
          <a:bodyPr wrap="none" lIns="91440" tIns="45720" rIns="91440" bIns="45720">
            <a:spAutoFit/>
          </a:bodyPr>
          <a:lstStyle/>
          <a:p>
            <a:pPr algn="ctr"/>
            <a:r>
              <a:rPr lang="en-US" sz="5400" b="1" dirty="0">
                <a:ln w="12700">
                  <a:solidFill>
                    <a:schemeClr val="accent5"/>
                  </a:solidFill>
                  <a:prstDash val="solid"/>
                </a:ln>
                <a:pattFill prst="ltDnDiag">
                  <a:fgClr>
                    <a:schemeClr val="accent5">
                      <a:lumMod val="60000"/>
                      <a:lumOff val="40000"/>
                    </a:schemeClr>
                  </a:fgClr>
                  <a:bgClr>
                    <a:schemeClr val="bg1"/>
                  </a:bgClr>
                </a:pattFill>
              </a:rPr>
              <a:t>Step 2:</a:t>
            </a:r>
          </a:p>
          <a:p>
            <a:pPr algn="ctr"/>
            <a:r>
              <a:rPr lang="en-US" sz="5400" b="1" dirty="0">
                <a:ln w="12700">
                  <a:solidFill>
                    <a:schemeClr val="accent5"/>
                  </a:solidFill>
                  <a:prstDash val="solid"/>
                </a:ln>
                <a:pattFill prst="ltDnDiag">
                  <a:fgClr>
                    <a:schemeClr val="accent5">
                      <a:lumMod val="60000"/>
                      <a:lumOff val="40000"/>
                    </a:schemeClr>
                  </a:fgClr>
                  <a:bgClr>
                    <a:schemeClr val="bg1"/>
                  </a:bgClr>
                </a:pattFill>
              </a:rPr>
              <a:t>Model</a:t>
            </a:r>
            <a:r>
              <a:rPr lang="en-US" sz="5400" b="1" cap="none" spc="50" dirty="0">
                <a:ln w="9525" cmpd="sng">
                  <a:solidFill>
                    <a:schemeClr val="accent1"/>
                  </a:solidFill>
                  <a:prstDash val="solid"/>
                </a:ln>
                <a:solidFill>
                  <a:srgbClr val="70AD47">
                    <a:tint val="1000"/>
                  </a:srgbClr>
                </a:solidFill>
                <a:effectLst>
                  <a:glow rad="38100">
                    <a:schemeClr val="accent1">
                      <a:alpha val="40000"/>
                    </a:schemeClr>
                  </a:glow>
                </a:effectLst>
              </a:rPr>
              <a:t> Training</a:t>
            </a:r>
            <a:endParaRPr lang="en-IN" sz="5400" b="1" cap="none" spc="50" dirty="0">
              <a:ln w="9525" cmpd="sng">
                <a:solidFill>
                  <a:schemeClr val="accent1"/>
                </a:solidFill>
                <a:prstDash val="solid"/>
              </a:ln>
              <a:solidFill>
                <a:srgbClr val="70AD47">
                  <a:tint val="1000"/>
                </a:srgbClr>
              </a:solidFill>
              <a:effectLst>
                <a:glow rad="38100">
                  <a:schemeClr val="accent1">
                    <a:alpha val="40000"/>
                  </a:schemeClr>
                </a:glow>
              </a:effectLst>
            </a:endParaRPr>
          </a:p>
        </p:txBody>
      </p:sp>
    </p:spTree>
    <p:extLst>
      <p:ext uri="{BB962C8B-B14F-4D97-AF65-F5344CB8AC3E}">
        <p14:creationId xmlns:p14="http://schemas.microsoft.com/office/powerpoint/2010/main" val="173923307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bg>
      <p:bgPr>
        <a:pattFill prst="pct20">
          <a:fgClr>
            <a:schemeClr val="tx1">
              <a:lumMod val="50000"/>
              <a:lumOff val="50000"/>
            </a:schemeClr>
          </a:fgClr>
          <a:bgClr>
            <a:schemeClr val="tx1">
              <a:lumMod val="95000"/>
              <a:lumOff val="5000"/>
            </a:schemeClr>
          </a:bgClr>
        </a:pattFill>
        <a:effectLst/>
      </p:bgPr>
    </p:bg>
    <p:spTree>
      <p:nvGrpSpPr>
        <p:cNvPr id="1" name="">
          <a:extLst>
            <a:ext uri="{FF2B5EF4-FFF2-40B4-BE49-F238E27FC236}">
              <a16:creationId xmlns:a16="http://schemas.microsoft.com/office/drawing/2014/main" id="{94A6BBF5-54FC-670C-94C2-FF7180FF0712}"/>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B2E2C0D3-B988-54BA-3916-D15279C4B532}"/>
              </a:ext>
            </a:extLst>
          </p:cNvPr>
          <p:cNvSpPr txBox="1"/>
          <p:nvPr/>
        </p:nvSpPr>
        <p:spPr>
          <a:xfrm>
            <a:off x="3322657" y="3984241"/>
            <a:ext cx="5546685" cy="2308324"/>
          </a:xfrm>
          <a:prstGeom prst="rect">
            <a:avLst/>
          </a:prstGeom>
          <a:noFill/>
        </p:spPr>
        <p:txBody>
          <a:bodyPr wrap="square">
            <a:spAutoFit/>
          </a:bodyPr>
          <a:lstStyle/>
          <a:p>
            <a:r>
              <a:rPr lang="en-US" sz="3600" dirty="0">
                <a:solidFill>
                  <a:schemeClr val="bg1"/>
                </a:solidFill>
              </a:rPr>
              <a:t>Apply the trained XGBoost model to incoming transaction streams for real-time fraud detection.</a:t>
            </a:r>
            <a:endParaRPr lang="en-IN" sz="3600" dirty="0">
              <a:solidFill>
                <a:schemeClr val="bg1"/>
              </a:solidFill>
            </a:endParaRPr>
          </a:p>
        </p:txBody>
      </p:sp>
      <p:sp>
        <p:nvSpPr>
          <p:cNvPr id="20" name="Minus Sign 19">
            <a:extLst>
              <a:ext uri="{FF2B5EF4-FFF2-40B4-BE49-F238E27FC236}">
                <a16:creationId xmlns:a16="http://schemas.microsoft.com/office/drawing/2014/main" id="{78CEE0E7-EF1F-8337-68BF-73D06853423B}"/>
              </a:ext>
            </a:extLst>
          </p:cNvPr>
          <p:cNvSpPr/>
          <p:nvPr/>
        </p:nvSpPr>
        <p:spPr>
          <a:xfrm>
            <a:off x="-2321169" y="1380795"/>
            <a:ext cx="16881231" cy="424560"/>
          </a:xfrm>
          <a:prstGeom prst="mathMinus">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21" name="Rectangle: Rounded Corners 20">
            <a:extLst>
              <a:ext uri="{FF2B5EF4-FFF2-40B4-BE49-F238E27FC236}">
                <a16:creationId xmlns:a16="http://schemas.microsoft.com/office/drawing/2014/main" id="{95E61B0E-A9F1-2EBD-031F-C1B1432DBBA6}"/>
              </a:ext>
            </a:extLst>
          </p:cNvPr>
          <p:cNvSpPr/>
          <p:nvPr/>
        </p:nvSpPr>
        <p:spPr>
          <a:xfrm>
            <a:off x="5044440" y="1380795"/>
            <a:ext cx="2087880" cy="424560"/>
          </a:xfrm>
          <a:prstGeom prst="roundRect">
            <a:avLst>
              <a:gd name="adj" fmla="val 41794"/>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en-IN" dirty="0"/>
          </a:p>
        </p:txBody>
      </p:sp>
      <p:sp>
        <p:nvSpPr>
          <p:cNvPr id="4" name="Rectangle 3">
            <a:extLst>
              <a:ext uri="{FF2B5EF4-FFF2-40B4-BE49-F238E27FC236}">
                <a16:creationId xmlns:a16="http://schemas.microsoft.com/office/drawing/2014/main" id="{1EEFD675-998B-EAA7-3F3F-39E28AB18CBE}"/>
              </a:ext>
            </a:extLst>
          </p:cNvPr>
          <p:cNvSpPr/>
          <p:nvPr/>
        </p:nvSpPr>
        <p:spPr>
          <a:xfrm>
            <a:off x="3358262" y="1996596"/>
            <a:ext cx="5475474" cy="1754326"/>
          </a:xfrm>
          <a:prstGeom prst="rect">
            <a:avLst/>
          </a:prstGeom>
          <a:noFill/>
        </p:spPr>
        <p:txBody>
          <a:bodyPr wrap="none" lIns="91440" tIns="45720" rIns="91440" bIns="45720">
            <a:spAutoFit/>
          </a:bodyPr>
          <a:lstStyle/>
          <a:p>
            <a:pPr algn="ctr"/>
            <a:r>
              <a:rPr lang="en-US" sz="5400" b="1" cap="none" spc="0" dirty="0">
                <a:ln w="12700">
                  <a:solidFill>
                    <a:schemeClr val="accent5"/>
                  </a:solidFill>
                  <a:prstDash val="solid"/>
                </a:ln>
                <a:pattFill prst="ltDnDiag">
                  <a:fgClr>
                    <a:schemeClr val="accent5">
                      <a:lumMod val="60000"/>
                      <a:lumOff val="40000"/>
                    </a:schemeClr>
                  </a:fgClr>
                  <a:bgClr>
                    <a:schemeClr val="bg1"/>
                  </a:bgClr>
                </a:pattFill>
                <a:effectLst/>
              </a:rPr>
              <a:t>Step 3:</a:t>
            </a:r>
          </a:p>
          <a:p>
            <a:pPr algn="ctr"/>
            <a:r>
              <a:rPr lang="en-US" sz="5400" b="1" cap="none" spc="0" dirty="0">
                <a:ln w="12700">
                  <a:solidFill>
                    <a:schemeClr val="accent5"/>
                  </a:solidFill>
                  <a:prstDash val="solid"/>
                </a:ln>
                <a:pattFill prst="ltDnDiag">
                  <a:fgClr>
                    <a:schemeClr val="accent5">
                      <a:lumMod val="60000"/>
                      <a:lumOff val="40000"/>
                    </a:schemeClr>
                  </a:fgClr>
                  <a:bgClr>
                    <a:schemeClr val="bg1"/>
                  </a:bgClr>
                </a:pattFill>
                <a:effectLst/>
              </a:rPr>
              <a:t>Real-Time Scoring </a:t>
            </a:r>
            <a:endParaRPr lang="en-IN" sz="5400" b="1" cap="none" spc="0" dirty="0">
              <a:ln w="12700">
                <a:solidFill>
                  <a:schemeClr val="accent5"/>
                </a:solidFill>
                <a:prstDash val="solid"/>
              </a:ln>
              <a:pattFill prst="ltDnDiag">
                <a:fgClr>
                  <a:schemeClr val="accent5">
                    <a:lumMod val="60000"/>
                    <a:lumOff val="40000"/>
                  </a:schemeClr>
                </a:fgClr>
                <a:bgClr>
                  <a:schemeClr val="bg1"/>
                </a:bgClr>
              </a:pattFill>
              <a:effectLst/>
            </a:endParaRPr>
          </a:p>
        </p:txBody>
      </p:sp>
    </p:spTree>
    <p:extLst>
      <p:ext uri="{BB962C8B-B14F-4D97-AF65-F5344CB8AC3E}">
        <p14:creationId xmlns:p14="http://schemas.microsoft.com/office/powerpoint/2010/main" val="239212940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bg>
      <p:bgPr>
        <a:pattFill prst="pct20">
          <a:fgClr>
            <a:schemeClr val="tx1">
              <a:lumMod val="50000"/>
              <a:lumOff val="50000"/>
            </a:schemeClr>
          </a:fgClr>
          <a:bgClr>
            <a:schemeClr val="tx1">
              <a:lumMod val="95000"/>
              <a:lumOff val="5000"/>
            </a:schemeClr>
          </a:bgClr>
        </a:pattFill>
        <a:effectLst/>
      </p:bgPr>
    </p:bg>
    <p:spTree>
      <p:nvGrpSpPr>
        <p:cNvPr id="1" name="">
          <a:extLst>
            <a:ext uri="{FF2B5EF4-FFF2-40B4-BE49-F238E27FC236}">
              <a16:creationId xmlns:a16="http://schemas.microsoft.com/office/drawing/2014/main" id="{4F35808F-A2FB-C46D-46AB-252563AD422C}"/>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26522270-6C4B-B40E-D06C-52A1A8DC589D}"/>
              </a:ext>
            </a:extLst>
          </p:cNvPr>
          <p:cNvSpPr txBox="1"/>
          <p:nvPr/>
        </p:nvSpPr>
        <p:spPr>
          <a:xfrm>
            <a:off x="2533072" y="3898484"/>
            <a:ext cx="7520248" cy="2308324"/>
          </a:xfrm>
          <a:prstGeom prst="rect">
            <a:avLst/>
          </a:prstGeom>
          <a:noFill/>
        </p:spPr>
        <p:txBody>
          <a:bodyPr wrap="square">
            <a:spAutoFit/>
          </a:bodyPr>
          <a:lstStyle/>
          <a:p>
            <a:r>
              <a:rPr lang="en-US" sz="3600" dirty="0">
                <a:solidFill>
                  <a:schemeClr val="bg1"/>
                </a:solidFill>
              </a:rPr>
              <a:t>Visualize analytics and alerts through a Streamlit dashboard, providing users with immediate insights into fraud detection.</a:t>
            </a:r>
            <a:endParaRPr lang="en-IN" sz="3600" dirty="0">
              <a:solidFill>
                <a:schemeClr val="bg1"/>
              </a:solidFill>
            </a:endParaRPr>
          </a:p>
        </p:txBody>
      </p:sp>
      <p:sp>
        <p:nvSpPr>
          <p:cNvPr id="20" name="Minus Sign 19">
            <a:extLst>
              <a:ext uri="{FF2B5EF4-FFF2-40B4-BE49-F238E27FC236}">
                <a16:creationId xmlns:a16="http://schemas.microsoft.com/office/drawing/2014/main" id="{9B3A92AC-F2F8-4C2F-3552-9DF6CF58911B}"/>
              </a:ext>
            </a:extLst>
          </p:cNvPr>
          <p:cNvSpPr/>
          <p:nvPr/>
        </p:nvSpPr>
        <p:spPr>
          <a:xfrm>
            <a:off x="-2368062" y="1380795"/>
            <a:ext cx="16928124" cy="424560"/>
          </a:xfrm>
          <a:prstGeom prst="mathMinus">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21" name="Rectangle: Rounded Corners 20">
            <a:extLst>
              <a:ext uri="{FF2B5EF4-FFF2-40B4-BE49-F238E27FC236}">
                <a16:creationId xmlns:a16="http://schemas.microsoft.com/office/drawing/2014/main" id="{6D264026-6CDE-25AD-8482-64D21B415BAB}"/>
              </a:ext>
            </a:extLst>
          </p:cNvPr>
          <p:cNvSpPr/>
          <p:nvPr/>
        </p:nvSpPr>
        <p:spPr>
          <a:xfrm>
            <a:off x="5044440" y="1380795"/>
            <a:ext cx="2087880" cy="424560"/>
          </a:xfrm>
          <a:prstGeom prst="roundRect">
            <a:avLst>
              <a:gd name="adj" fmla="val 41794"/>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en-IN" dirty="0"/>
          </a:p>
        </p:txBody>
      </p:sp>
      <p:sp>
        <p:nvSpPr>
          <p:cNvPr id="2" name="Rectangle 1">
            <a:extLst>
              <a:ext uri="{FF2B5EF4-FFF2-40B4-BE49-F238E27FC236}">
                <a16:creationId xmlns:a16="http://schemas.microsoft.com/office/drawing/2014/main" id="{3DEC8FC8-33A6-C723-2CD8-0601614C0459}"/>
              </a:ext>
            </a:extLst>
          </p:cNvPr>
          <p:cNvSpPr/>
          <p:nvPr/>
        </p:nvSpPr>
        <p:spPr>
          <a:xfrm>
            <a:off x="3245765" y="2088701"/>
            <a:ext cx="5700470" cy="1754326"/>
          </a:xfrm>
          <a:prstGeom prst="rect">
            <a:avLst/>
          </a:prstGeom>
          <a:noFill/>
        </p:spPr>
        <p:txBody>
          <a:bodyPr wrap="none" lIns="91440" tIns="45720" rIns="91440" bIns="45720">
            <a:spAutoFit/>
          </a:bodyPr>
          <a:lstStyle/>
          <a:p>
            <a:pPr algn="ctr"/>
            <a:r>
              <a:rPr lang="en-US" sz="5400" b="1" dirty="0">
                <a:ln w="12700">
                  <a:solidFill>
                    <a:schemeClr val="accent5"/>
                  </a:solidFill>
                  <a:prstDash val="solid"/>
                </a:ln>
                <a:pattFill prst="ltDnDiag">
                  <a:fgClr>
                    <a:schemeClr val="accent5">
                      <a:lumMod val="60000"/>
                      <a:lumOff val="40000"/>
                    </a:schemeClr>
                  </a:fgClr>
                  <a:bgClr>
                    <a:schemeClr val="bg1"/>
                  </a:bgClr>
                </a:pattFill>
              </a:rPr>
              <a:t>Step 4:</a:t>
            </a:r>
          </a:p>
          <a:p>
            <a:pPr algn="ctr"/>
            <a:r>
              <a:rPr lang="en-US" sz="5400" b="1" dirty="0">
                <a:ln w="12700">
                  <a:solidFill>
                    <a:schemeClr val="accent5"/>
                  </a:solidFill>
                  <a:prstDash val="solid"/>
                </a:ln>
                <a:pattFill prst="ltDnDiag">
                  <a:fgClr>
                    <a:schemeClr val="accent5">
                      <a:lumMod val="60000"/>
                      <a:lumOff val="40000"/>
                    </a:schemeClr>
                  </a:fgClr>
                  <a:bgClr>
                    <a:schemeClr val="bg1"/>
                  </a:bgClr>
                </a:pattFill>
              </a:rPr>
              <a:t>Dashboard Display </a:t>
            </a:r>
            <a:endParaRPr lang="en-IN" sz="5400" b="1" dirty="0">
              <a:ln w="12700">
                <a:solidFill>
                  <a:schemeClr val="accent5"/>
                </a:solidFill>
                <a:prstDash val="solid"/>
              </a:ln>
              <a:pattFill prst="ltDnDiag">
                <a:fgClr>
                  <a:schemeClr val="accent5">
                    <a:lumMod val="60000"/>
                    <a:lumOff val="40000"/>
                  </a:schemeClr>
                </a:fgClr>
                <a:bgClr>
                  <a:schemeClr val="bg1"/>
                </a:bgClr>
              </a:pattFill>
            </a:endParaRPr>
          </a:p>
        </p:txBody>
      </p:sp>
    </p:spTree>
    <p:extLst>
      <p:ext uri="{BB962C8B-B14F-4D97-AF65-F5344CB8AC3E}">
        <p14:creationId xmlns:p14="http://schemas.microsoft.com/office/powerpoint/2010/main" val="319718948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bg>
      <p:bgPr>
        <a:pattFill prst="pct20">
          <a:fgClr>
            <a:schemeClr val="tx1">
              <a:lumMod val="50000"/>
              <a:lumOff val="50000"/>
            </a:schemeClr>
          </a:fgClr>
          <a:bgClr>
            <a:schemeClr val="tx1">
              <a:lumMod val="95000"/>
              <a:lumOff val="5000"/>
            </a:schemeClr>
          </a:bgClr>
        </a:pattFill>
        <a:effectLst/>
      </p:bgPr>
    </p:bg>
    <p:spTree>
      <p:nvGrpSpPr>
        <p:cNvPr id="1" name="">
          <a:extLst>
            <a:ext uri="{FF2B5EF4-FFF2-40B4-BE49-F238E27FC236}">
              <a16:creationId xmlns:a16="http://schemas.microsoft.com/office/drawing/2014/main" id="{E042B597-EA2A-CDE9-25A8-5F246D9565C5}"/>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D9A73B72-00D4-88E0-99B2-073472B78B8A}"/>
              </a:ext>
            </a:extLst>
          </p:cNvPr>
          <p:cNvSpPr txBox="1"/>
          <p:nvPr/>
        </p:nvSpPr>
        <p:spPr>
          <a:xfrm>
            <a:off x="3473127" y="3749388"/>
            <a:ext cx="5546685" cy="2308324"/>
          </a:xfrm>
          <a:prstGeom prst="rect">
            <a:avLst/>
          </a:prstGeom>
          <a:noFill/>
        </p:spPr>
        <p:txBody>
          <a:bodyPr wrap="square">
            <a:spAutoFit/>
          </a:bodyPr>
          <a:lstStyle/>
          <a:p>
            <a:r>
              <a:rPr lang="en-US" sz="3600" dirty="0">
                <a:solidFill>
                  <a:schemeClr val="bg1"/>
                </a:solidFill>
              </a:rPr>
              <a:t>Regularly refresh and update the system to maintain accuracy and relevance of fraud detection insights.</a:t>
            </a:r>
            <a:endParaRPr lang="en-IN" sz="3600" dirty="0">
              <a:solidFill>
                <a:schemeClr val="bg1"/>
              </a:solidFill>
            </a:endParaRPr>
          </a:p>
        </p:txBody>
      </p:sp>
      <p:sp>
        <p:nvSpPr>
          <p:cNvPr id="20" name="Minus Sign 19">
            <a:extLst>
              <a:ext uri="{FF2B5EF4-FFF2-40B4-BE49-F238E27FC236}">
                <a16:creationId xmlns:a16="http://schemas.microsoft.com/office/drawing/2014/main" id="{E75E5C0D-24B9-594C-DAF0-4959CE585C53}"/>
              </a:ext>
            </a:extLst>
          </p:cNvPr>
          <p:cNvSpPr/>
          <p:nvPr/>
        </p:nvSpPr>
        <p:spPr>
          <a:xfrm>
            <a:off x="-2316480" y="1380795"/>
            <a:ext cx="17064110" cy="424559"/>
          </a:xfrm>
          <a:prstGeom prst="mathMinus">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21" name="Rectangle: Rounded Corners 20">
            <a:extLst>
              <a:ext uri="{FF2B5EF4-FFF2-40B4-BE49-F238E27FC236}">
                <a16:creationId xmlns:a16="http://schemas.microsoft.com/office/drawing/2014/main" id="{ED0283D9-4EA0-D33B-F1EB-93720A207CBA}"/>
              </a:ext>
            </a:extLst>
          </p:cNvPr>
          <p:cNvSpPr/>
          <p:nvPr/>
        </p:nvSpPr>
        <p:spPr>
          <a:xfrm>
            <a:off x="5044440" y="1380795"/>
            <a:ext cx="2087880" cy="424560"/>
          </a:xfrm>
          <a:prstGeom prst="roundRect">
            <a:avLst>
              <a:gd name="adj" fmla="val 41794"/>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en-IN" dirty="0"/>
          </a:p>
        </p:txBody>
      </p:sp>
      <p:sp>
        <p:nvSpPr>
          <p:cNvPr id="2" name="Rectangle 1">
            <a:extLst>
              <a:ext uri="{FF2B5EF4-FFF2-40B4-BE49-F238E27FC236}">
                <a16:creationId xmlns:a16="http://schemas.microsoft.com/office/drawing/2014/main" id="{0DE1A707-4611-5A5E-1C0B-9012134B332C}"/>
              </a:ext>
            </a:extLst>
          </p:cNvPr>
          <p:cNvSpPr/>
          <p:nvPr/>
        </p:nvSpPr>
        <p:spPr>
          <a:xfrm>
            <a:off x="3006670" y="1900208"/>
            <a:ext cx="6163419" cy="1754326"/>
          </a:xfrm>
          <a:prstGeom prst="rect">
            <a:avLst/>
          </a:prstGeom>
          <a:noFill/>
        </p:spPr>
        <p:txBody>
          <a:bodyPr wrap="none" lIns="91440" tIns="45720" rIns="91440" bIns="45720">
            <a:spAutoFit/>
          </a:bodyPr>
          <a:lstStyle/>
          <a:p>
            <a:pPr algn="ctr"/>
            <a:r>
              <a:rPr lang="en-US" sz="5400" b="1" cap="none" spc="0" dirty="0">
                <a:ln w="12700">
                  <a:solidFill>
                    <a:schemeClr val="accent5"/>
                  </a:solidFill>
                  <a:prstDash val="solid"/>
                </a:ln>
                <a:pattFill prst="ltDnDiag">
                  <a:fgClr>
                    <a:schemeClr val="accent5">
                      <a:lumMod val="60000"/>
                      <a:lumOff val="40000"/>
                    </a:schemeClr>
                  </a:fgClr>
                  <a:bgClr>
                    <a:schemeClr val="bg1"/>
                  </a:bgClr>
                </a:pattFill>
                <a:effectLst/>
              </a:rPr>
              <a:t>Step 5:</a:t>
            </a:r>
          </a:p>
          <a:p>
            <a:pPr algn="ctr"/>
            <a:r>
              <a:rPr lang="en-US" sz="5400" b="1" cap="none" spc="0" dirty="0">
                <a:ln w="12700">
                  <a:solidFill>
                    <a:schemeClr val="accent5"/>
                  </a:solidFill>
                  <a:prstDash val="solid"/>
                </a:ln>
                <a:pattFill prst="ltDnDiag">
                  <a:fgClr>
                    <a:schemeClr val="accent5">
                      <a:lumMod val="60000"/>
                      <a:lumOff val="40000"/>
                    </a:schemeClr>
                  </a:fgClr>
                  <a:bgClr>
                    <a:schemeClr val="bg1"/>
                  </a:bgClr>
                </a:pattFill>
                <a:effectLst/>
              </a:rPr>
              <a:t>Continuous Updates </a:t>
            </a:r>
            <a:endParaRPr lang="en-IN" sz="5400" b="1" cap="none" spc="0" dirty="0">
              <a:ln w="12700">
                <a:solidFill>
                  <a:schemeClr val="accent5"/>
                </a:solidFill>
                <a:prstDash val="solid"/>
              </a:ln>
              <a:pattFill prst="ltDnDiag">
                <a:fgClr>
                  <a:schemeClr val="accent5">
                    <a:lumMod val="60000"/>
                    <a:lumOff val="40000"/>
                  </a:schemeClr>
                </a:fgClr>
                <a:bgClr>
                  <a:schemeClr val="bg1"/>
                </a:bgClr>
              </a:pattFill>
              <a:effectLst/>
            </a:endParaRPr>
          </a:p>
        </p:txBody>
      </p:sp>
    </p:spTree>
    <p:extLst>
      <p:ext uri="{BB962C8B-B14F-4D97-AF65-F5344CB8AC3E}">
        <p14:creationId xmlns:p14="http://schemas.microsoft.com/office/powerpoint/2010/main" val="15723447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bg>
      <p:bgPr>
        <a:pattFill prst="pct20">
          <a:fgClr>
            <a:schemeClr val="tx1">
              <a:lumMod val="50000"/>
              <a:lumOff val="50000"/>
            </a:schemeClr>
          </a:fgClr>
          <a:bgClr>
            <a:schemeClr val="tx1">
              <a:lumMod val="95000"/>
              <a:lumOff val="5000"/>
            </a:schemeClr>
          </a:bgClr>
        </a:pattFill>
        <a:effectLst/>
      </p:bgPr>
    </p:bg>
    <p:spTree>
      <p:nvGrpSpPr>
        <p:cNvPr id="1" name="">
          <a:extLst>
            <a:ext uri="{FF2B5EF4-FFF2-40B4-BE49-F238E27FC236}">
              <a16:creationId xmlns:a16="http://schemas.microsoft.com/office/drawing/2014/main" id="{AB8EA21E-3796-A156-7A23-C626F9CF46B5}"/>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9FB5DE65-89BC-30C0-BBC4-C9FC19EEF6BE}"/>
              </a:ext>
            </a:extLst>
          </p:cNvPr>
          <p:cNvSpPr/>
          <p:nvPr/>
        </p:nvSpPr>
        <p:spPr>
          <a:xfrm>
            <a:off x="673127" y="443545"/>
            <a:ext cx="6673494" cy="1754326"/>
          </a:xfrm>
          <a:prstGeom prst="rect">
            <a:avLst/>
          </a:prstGeom>
          <a:noFill/>
        </p:spPr>
        <p:txBody>
          <a:bodyPr wrap="none" lIns="91440" tIns="45720" rIns="91440" bIns="45720">
            <a:spAutoFit/>
          </a:bodyPr>
          <a:lstStyle/>
          <a:p>
            <a:pPr algn="ctr"/>
            <a:r>
              <a:rPr lang="en-US" sz="5400" b="1" cap="none" spc="0" dirty="0">
                <a:ln w="10160">
                  <a:solidFill>
                    <a:schemeClr val="accent5"/>
                  </a:solidFill>
                  <a:prstDash val="solid"/>
                </a:ln>
                <a:solidFill>
                  <a:srgbClr val="FFFFFF"/>
                </a:solidFill>
                <a:effectLst>
                  <a:outerShdw blurRad="38100" dist="22860" dir="5400000" algn="tl" rotWithShape="0">
                    <a:srgbClr val="000000">
                      <a:alpha val="30000"/>
                    </a:srgbClr>
                  </a:outerShdw>
                </a:effectLst>
              </a:rPr>
              <a:t>Architecture Flow and </a:t>
            </a:r>
          </a:p>
          <a:p>
            <a:pPr algn="ctr"/>
            <a:r>
              <a:rPr lang="en-US" sz="5400" b="1" cap="none" spc="0" dirty="0">
                <a:ln w="10160">
                  <a:solidFill>
                    <a:schemeClr val="accent5"/>
                  </a:solidFill>
                  <a:prstDash val="solid"/>
                </a:ln>
                <a:solidFill>
                  <a:srgbClr val="FFFFFF"/>
                </a:solidFill>
                <a:effectLst>
                  <a:outerShdw blurRad="38100" dist="22860" dir="5400000" algn="tl" rotWithShape="0">
                    <a:srgbClr val="000000">
                      <a:alpha val="30000"/>
                    </a:srgbClr>
                  </a:outerShdw>
                </a:effectLst>
              </a:rPr>
              <a:t>Design Consideration</a:t>
            </a:r>
          </a:p>
        </p:txBody>
      </p:sp>
      <p:sp>
        <p:nvSpPr>
          <p:cNvPr id="5" name="Oval 4">
            <a:extLst>
              <a:ext uri="{FF2B5EF4-FFF2-40B4-BE49-F238E27FC236}">
                <a16:creationId xmlns:a16="http://schemas.microsoft.com/office/drawing/2014/main" id="{FCD33893-30C6-9A04-A835-9BFF1A75BB07}"/>
              </a:ext>
            </a:extLst>
          </p:cNvPr>
          <p:cNvSpPr/>
          <p:nvPr/>
        </p:nvSpPr>
        <p:spPr>
          <a:xfrm>
            <a:off x="10469904" y="358519"/>
            <a:ext cx="853856" cy="414908"/>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scene3d>
              <a:camera prst="orthographicFront"/>
              <a:lightRig rig="harsh" dir="t"/>
            </a:scene3d>
            <a:sp3d extrusionH="57150" prstMaterial="matte">
              <a:bevelT w="63500" h="12700" prst="angle"/>
              <a:contourClr>
                <a:schemeClr val="bg1">
                  <a:lumMod val="65000"/>
                </a:schemeClr>
              </a:contourClr>
            </a:sp3d>
          </a:bodyPr>
          <a:lstStyle/>
          <a:p>
            <a:pPr algn="ctr"/>
            <a:r>
              <a:rPr lang="en-IN" sz="1350" dirty="0">
                <a:ln w="0"/>
                <a:solidFill>
                  <a:schemeClr val="tx1"/>
                </a:solidFill>
                <a:effectLst>
                  <a:outerShdw blurRad="38100" dist="19050" dir="2700000" algn="tl" rotWithShape="0">
                    <a:schemeClr val="dk1">
                      <a:alpha val="40000"/>
                    </a:schemeClr>
                  </a:outerShdw>
                </a:effectLst>
              </a:rPr>
              <a:t>Start</a:t>
            </a:r>
            <a:endParaRPr lang="en-IN" sz="1350" b="1" dirty="0">
              <a:ln/>
              <a:solidFill>
                <a:schemeClr val="accent3"/>
              </a:solidFill>
            </a:endParaRPr>
          </a:p>
        </p:txBody>
      </p:sp>
      <p:sp>
        <p:nvSpPr>
          <p:cNvPr id="6" name="Rectangle: Rounded Corners 5">
            <a:extLst>
              <a:ext uri="{FF2B5EF4-FFF2-40B4-BE49-F238E27FC236}">
                <a16:creationId xmlns:a16="http://schemas.microsoft.com/office/drawing/2014/main" id="{1B0BF240-629C-3404-FC0B-D331A80321EE}"/>
              </a:ext>
            </a:extLst>
          </p:cNvPr>
          <p:cNvSpPr/>
          <p:nvPr/>
        </p:nvSpPr>
        <p:spPr>
          <a:xfrm>
            <a:off x="9807364" y="989635"/>
            <a:ext cx="2178935" cy="546904"/>
          </a:xfrm>
          <a:prstGeom prst="round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n-IN" sz="1350" dirty="0">
                <a:ln w="0"/>
                <a:solidFill>
                  <a:schemeClr val="tx1"/>
                </a:solidFill>
                <a:effectLst>
                  <a:outerShdw blurRad="38100" dist="19050" dir="2700000" algn="tl" rotWithShape="0">
                    <a:schemeClr val="dk1">
                      <a:alpha val="40000"/>
                    </a:schemeClr>
                  </a:outerShdw>
                </a:effectLst>
              </a:rPr>
              <a:t>Generate Transaction Data</a:t>
            </a:r>
          </a:p>
        </p:txBody>
      </p:sp>
      <p:sp>
        <p:nvSpPr>
          <p:cNvPr id="7" name="Rectangle: Rounded Corners 6">
            <a:extLst>
              <a:ext uri="{FF2B5EF4-FFF2-40B4-BE49-F238E27FC236}">
                <a16:creationId xmlns:a16="http://schemas.microsoft.com/office/drawing/2014/main" id="{6B260E69-C5BE-F197-786B-6793FD9419A8}"/>
              </a:ext>
            </a:extLst>
          </p:cNvPr>
          <p:cNvSpPr/>
          <p:nvPr/>
        </p:nvSpPr>
        <p:spPr>
          <a:xfrm>
            <a:off x="9807364" y="1717032"/>
            <a:ext cx="2178935" cy="546904"/>
          </a:xfrm>
          <a:prstGeom prst="round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n-IN" sz="1350" dirty="0">
                <a:ln w="0"/>
                <a:solidFill>
                  <a:schemeClr val="tx1"/>
                </a:solidFill>
                <a:effectLst>
                  <a:outerShdw blurRad="38100" dist="19050" dir="2700000" algn="tl" rotWithShape="0">
                    <a:schemeClr val="dk1">
                      <a:alpha val="40000"/>
                    </a:schemeClr>
                  </a:outerShdw>
                </a:effectLst>
              </a:rPr>
              <a:t> Train Fraud Detection Model </a:t>
            </a:r>
          </a:p>
        </p:txBody>
      </p:sp>
      <p:sp>
        <p:nvSpPr>
          <p:cNvPr id="8" name="Rectangle: Rounded Corners 7">
            <a:extLst>
              <a:ext uri="{FF2B5EF4-FFF2-40B4-BE49-F238E27FC236}">
                <a16:creationId xmlns:a16="http://schemas.microsoft.com/office/drawing/2014/main" id="{14BE817C-61CC-0FF1-5E50-D6F859E33B06}"/>
              </a:ext>
            </a:extLst>
          </p:cNvPr>
          <p:cNvSpPr/>
          <p:nvPr/>
        </p:nvSpPr>
        <p:spPr>
          <a:xfrm>
            <a:off x="9807364" y="2411694"/>
            <a:ext cx="2178935" cy="546904"/>
          </a:xfrm>
          <a:prstGeom prst="round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n-US" sz="1350" dirty="0">
                <a:ln w="0"/>
                <a:solidFill>
                  <a:schemeClr val="tx1"/>
                </a:solidFill>
                <a:effectLst>
                  <a:outerShdw blurRad="38100" dist="19050" dir="2700000" algn="tl" rotWithShape="0">
                    <a:schemeClr val="dk1">
                      <a:alpha val="40000"/>
                    </a:schemeClr>
                  </a:outerShdw>
                </a:effectLst>
              </a:rPr>
              <a:t>Predict Fraud on Live Stream</a:t>
            </a:r>
            <a:endParaRPr lang="en-IN" sz="1350" dirty="0">
              <a:ln w="0"/>
              <a:solidFill>
                <a:schemeClr val="tx1"/>
              </a:solidFill>
              <a:effectLst>
                <a:outerShdw blurRad="38100" dist="19050" dir="2700000" algn="tl" rotWithShape="0">
                  <a:schemeClr val="dk1">
                    <a:alpha val="40000"/>
                  </a:schemeClr>
                </a:outerShdw>
              </a:effectLst>
            </a:endParaRPr>
          </a:p>
        </p:txBody>
      </p:sp>
      <p:sp>
        <p:nvSpPr>
          <p:cNvPr id="9" name="Rectangle: Rounded Corners 8">
            <a:extLst>
              <a:ext uri="{FF2B5EF4-FFF2-40B4-BE49-F238E27FC236}">
                <a16:creationId xmlns:a16="http://schemas.microsoft.com/office/drawing/2014/main" id="{18443C66-91D9-B0A6-D5C7-992AF12EFB80}"/>
              </a:ext>
            </a:extLst>
          </p:cNvPr>
          <p:cNvSpPr/>
          <p:nvPr/>
        </p:nvSpPr>
        <p:spPr>
          <a:xfrm>
            <a:off x="9807364" y="3950223"/>
            <a:ext cx="2178935" cy="546904"/>
          </a:xfrm>
          <a:prstGeom prst="round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n-IN" sz="1350" dirty="0">
                <a:ln w="0"/>
                <a:solidFill>
                  <a:schemeClr val="tx1"/>
                </a:solidFill>
                <a:effectLst>
                  <a:outerShdw blurRad="38100" dist="19050" dir="2700000" algn="tl" rotWithShape="0">
                    <a:schemeClr val="dk1">
                      <a:alpha val="40000"/>
                    </a:schemeClr>
                  </a:outerShdw>
                </a:effectLst>
              </a:rPr>
              <a:t>Display Alerts / Fraud Trends</a:t>
            </a:r>
          </a:p>
        </p:txBody>
      </p:sp>
      <p:sp>
        <p:nvSpPr>
          <p:cNvPr id="10" name="Rectangle: Rounded Corners 9">
            <a:extLst>
              <a:ext uri="{FF2B5EF4-FFF2-40B4-BE49-F238E27FC236}">
                <a16:creationId xmlns:a16="http://schemas.microsoft.com/office/drawing/2014/main" id="{8AE422B6-98D3-2577-8A1F-43024D391F59}"/>
              </a:ext>
            </a:extLst>
          </p:cNvPr>
          <p:cNvSpPr/>
          <p:nvPr/>
        </p:nvSpPr>
        <p:spPr>
          <a:xfrm>
            <a:off x="9807364" y="3155548"/>
            <a:ext cx="2178935" cy="546904"/>
          </a:xfrm>
          <a:prstGeom prst="round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n-IN" sz="1350" dirty="0">
                <a:ln w="0"/>
                <a:solidFill>
                  <a:schemeClr val="tx1"/>
                </a:solidFill>
                <a:effectLst>
                  <a:outerShdw blurRad="38100" dist="19050" dir="2700000" algn="tl" rotWithShape="0">
                    <a:schemeClr val="dk1">
                      <a:alpha val="40000"/>
                    </a:schemeClr>
                  </a:outerShdw>
                </a:effectLst>
              </a:rPr>
              <a:t> Update Dashboard </a:t>
            </a:r>
          </a:p>
        </p:txBody>
      </p:sp>
      <p:sp>
        <p:nvSpPr>
          <p:cNvPr id="11" name="Oval 10">
            <a:extLst>
              <a:ext uri="{FF2B5EF4-FFF2-40B4-BE49-F238E27FC236}">
                <a16:creationId xmlns:a16="http://schemas.microsoft.com/office/drawing/2014/main" id="{8B003442-A219-1335-154E-8CBAC81F5AB1}"/>
              </a:ext>
            </a:extLst>
          </p:cNvPr>
          <p:cNvSpPr/>
          <p:nvPr/>
        </p:nvSpPr>
        <p:spPr>
          <a:xfrm>
            <a:off x="10469904" y="4792642"/>
            <a:ext cx="853856" cy="414908"/>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scene3d>
              <a:camera prst="orthographicFront"/>
              <a:lightRig rig="harsh" dir="t"/>
            </a:scene3d>
            <a:sp3d extrusionH="57150" prstMaterial="matte">
              <a:bevelT w="63500" h="12700" prst="angle"/>
              <a:contourClr>
                <a:schemeClr val="bg1">
                  <a:lumMod val="65000"/>
                </a:schemeClr>
              </a:contourClr>
            </a:sp3d>
          </a:bodyPr>
          <a:lstStyle/>
          <a:p>
            <a:pPr algn="ctr"/>
            <a:r>
              <a:rPr lang="en-IN" sz="1350" b="1" dirty="0">
                <a:ln w="0"/>
                <a:solidFill>
                  <a:schemeClr val="tx1"/>
                </a:solidFill>
                <a:effectLst>
                  <a:outerShdw blurRad="38100" dist="19050" dir="2700000" algn="tl" rotWithShape="0">
                    <a:schemeClr val="dk1">
                      <a:alpha val="40000"/>
                    </a:schemeClr>
                  </a:outerShdw>
                </a:effectLst>
              </a:rPr>
              <a:t>End</a:t>
            </a:r>
            <a:endParaRPr lang="en-IN" sz="1350" b="1" dirty="0">
              <a:ln/>
              <a:solidFill>
                <a:schemeClr val="accent3"/>
              </a:solidFill>
            </a:endParaRPr>
          </a:p>
        </p:txBody>
      </p:sp>
      <p:cxnSp>
        <p:nvCxnSpPr>
          <p:cNvPr id="12" name="Straight Arrow Connector 11">
            <a:extLst>
              <a:ext uri="{FF2B5EF4-FFF2-40B4-BE49-F238E27FC236}">
                <a16:creationId xmlns:a16="http://schemas.microsoft.com/office/drawing/2014/main" id="{1DCA4805-DCB2-B889-4B94-C60908EA3250}"/>
              </a:ext>
            </a:extLst>
          </p:cNvPr>
          <p:cNvCxnSpPr>
            <a:cxnSpLocks/>
            <a:stCxn id="5" idx="4"/>
          </p:cNvCxnSpPr>
          <p:nvPr/>
        </p:nvCxnSpPr>
        <p:spPr>
          <a:xfrm>
            <a:off x="10896832" y="773427"/>
            <a:ext cx="0" cy="22932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B0631158-452B-75F5-FA92-67BCBB264F7E}"/>
              </a:ext>
            </a:extLst>
          </p:cNvPr>
          <p:cNvCxnSpPr>
            <a:cxnSpLocks/>
            <a:stCxn id="6" idx="2"/>
            <a:endCxn id="7" idx="0"/>
          </p:cNvCxnSpPr>
          <p:nvPr/>
        </p:nvCxnSpPr>
        <p:spPr>
          <a:xfrm>
            <a:off x="10896832" y="1536539"/>
            <a:ext cx="0" cy="18049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66070B82-798C-93EF-558E-A6956C8AC8AB}"/>
              </a:ext>
            </a:extLst>
          </p:cNvPr>
          <p:cNvCxnSpPr>
            <a:cxnSpLocks/>
            <a:stCxn id="7" idx="2"/>
          </p:cNvCxnSpPr>
          <p:nvPr/>
        </p:nvCxnSpPr>
        <p:spPr>
          <a:xfrm>
            <a:off x="10896832" y="2263936"/>
            <a:ext cx="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E981AC0D-F700-7D8A-2E3D-63737CB712D4}"/>
              </a:ext>
            </a:extLst>
          </p:cNvPr>
          <p:cNvCxnSpPr>
            <a:stCxn id="8" idx="2"/>
            <a:endCxn id="10" idx="0"/>
          </p:cNvCxnSpPr>
          <p:nvPr/>
        </p:nvCxnSpPr>
        <p:spPr>
          <a:xfrm>
            <a:off x="10896832" y="2958598"/>
            <a:ext cx="0" cy="19695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EB5CCBE5-B7DC-57C6-6ED8-4F96F83DCA89}"/>
              </a:ext>
            </a:extLst>
          </p:cNvPr>
          <p:cNvCxnSpPr>
            <a:stCxn id="10" idx="2"/>
            <a:endCxn id="9" idx="0"/>
          </p:cNvCxnSpPr>
          <p:nvPr/>
        </p:nvCxnSpPr>
        <p:spPr>
          <a:xfrm>
            <a:off x="10896832" y="3702452"/>
            <a:ext cx="0" cy="24777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809C85A8-1D3B-AB7E-61DB-15241A9AA658}"/>
              </a:ext>
            </a:extLst>
          </p:cNvPr>
          <p:cNvCxnSpPr>
            <a:stCxn id="9" idx="2"/>
            <a:endCxn id="11" idx="0"/>
          </p:cNvCxnSpPr>
          <p:nvPr/>
        </p:nvCxnSpPr>
        <p:spPr>
          <a:xfrm>
            <a:off x="10896832" y="4497127"/>
            <a:ext cx="0" cy="29551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FF457727-8AA6-4300-70EB-2E5E595D2773}"/>
              </a:ext>
            </a:extLst>
          </p:cNvPr>
          <p:cNvSpPr txBox="1"/>
          <p:nvPr/>
        </p:nvSpPr>
        <p:spPr>
          <a:xfrm>
            <a:off x="534814" y="2637478"/>
            <a:ext cx="8521127" cy="1200329"/>
          </a:xfrm>
          <a:prstGeom prst="rect">
            <a:avLst/>
          </a:prstGeom>
          <a:noFill/>
        </p:spPr>
        <p:txBody>
          <a:bodyPr wrap="square">
            <a:spAutoFit/>
          </a:bodyPr>
          <a:lstStyle/>
          <a:p>
            <a:r>
              <a:rPr lang="en-IN" sz="2400" dirty="0">
                <a:solidFill>
                  <a:schemeClr val="bg1"/>
                </a:solidFill>
              </a:rPr>
              <a:t>The systematic approach for developing the Real-Time Financial Fraud Detection and Monitoring System, highlighting each critical step in the architecture process.</a:t>
            </a:r>
          </a:p>
        </p:txBody>
      </p:sp>
      <mc:AlternateContent xmlns:mc="http://schemas.openxmlformats.org/markup-compatibility/2006" xmlns:pslz="http://schemas.microsoft.com/office/powerpoint/2016/slidezoom">
        <mc:Choice Requires="pslz">
          <p:graphicFrame>
            <p:nvGraphicFramePr>
              <p:cNvPr id="21" name="Slide Zoom 20">
                <a:extLst>
                  <a:ext uri="{FF2B5EF4-FFF2-40B4-BE49-F238E27FC236}">
                    <a16:creationId xmlns:a16="http://schemas.microsoft.com/office/drawing/2014/main" id="{1B4497B6-8940-D919-A996-71FA3AAE20AA}"/>
                  </a:ext>
                </a:extLst>
              </p:cNvPr>
              <p:cNvGraphicFramePr>
                <a:graphicFrameLocks noChangeAspect="1"/>
              </p:cNvGraphicFramePr>
              <p:nvPr/>
            </p:nvGraphicFramePr>
            <p:xfrm>
              <a:off x="205701" y="4717022"/>
              <a:ext cx="2044266" cy="1149900"/>
            </p:xfrm>
            <a:graphic>
              <a:graphicData uri="http://schemas.microsoft.com/office/powerpoint/2016/slidezoom">
                <pslz:sldZm>
                  <pslz:sldZmObj sldId="274" cId="1517884879">
                    <pslz:zmPr id="{D970D23F-7E0C-43EA-8CE6-EF23EED79070}" returnToParent="0" transitionDur="1000">
                      <p166:blipFill xmlns:p166="http://schemas.microsoft.com/office/powerpoint/2016/6/main">
                        <a:blip r:embed="rId2"/>
                        <a:stretch>
                          <a:fillRect/>
                        </a:stretch>
                      </p166:blipFill>
                      <p166:spPr xmlns:p166="http://schemas.microsoft.com/office/powerpoint/2016/6/main">
                        <a:xfrm>
                          <a:off x="0" y="0"/>
                          <a:ext cx="2044266" cy="1149900"/>
                        </a:xfrm>
                        <a:prstGeom prst="rect">
                          <a:avLst/>
                        </a:prstGeom>
                        <a:ln w="3175">
                          <a:noFill/>
                        </a:ln>
                      </p166:spPr>
                    </pslz:zmPr>
                  </pslz:sldZmObj>
                </pslz:sldZm>
              </a:graphicData>
            </a:graphic>
          </p:graphicFrame>
        </mc:Choice>
        <mc:Fallback xmlns="">
          <p:pic>
            <p:nvPicPr>
              <p:cNvPr id="21" name="Slide Zoom 20">
                <a:extLst>
                  <a:ext uri="{FF2B5EF4-FFF2-40B4-BE49-F238E27FC236}">
                    <a16:creationId xmlns:a16="http://schemas.microsoft.com/office/drawing/2014/main" id="{1B4497B6-8940-D919-A996-71FA3AAE20AA}"/>
                  </a:ext>
                </a:extLst>
              </p:cNvPr>
              <p:cNvPicPr>
                <a:picLocks noGrp="1" noRot="1" noChangeAspect="1" noMove="1" noResize="1" noEditPoints="1" noAdjustHandles="1" noChangeArrowheads="1" noChangeShapeType="1"/>
              </p:cNvPicPr>
              <p:nvPr/>
            </p:nvPicPr>
            <p:blipFill>
              <a:blip r:embed="rId3"/>
              <a:stretch>
                <a:fillRect/>
              </a:stretch>
            </p:blipFill>
            <p:spPr>
              <a:xfrm>
                <a:off x="205701" y="4717022"/>
                <a:ext cx="2044266" cy="1149900"/>
              </a:xfrm>
              <a:prstGeom prst="rect">
                <a:avLst/>
              </a:prstGeom>
              <a:ln w="3175">
                <a:noFill/>
              </a:ln>
            </p:spPr>
          </p:pic>
        </mc:Fallback>
      </mc:AlternateContent>
      <mc:AlternateContent xmlns:mc="http://schemas.openxmlformats.org/markup-compatibility/2006" xmlns:pslz="http://schemas.microsoft.com/office/powerpoint/2016/slidezoom">
        <mc:Choice Requires="pslz">
          <p:graphicFrame>
            <p:nvGraphicFramePr>
              <p:cNvPr id="23" name="Slide Zoom 22">
                <a:extLst>
                  <a:ext uri="{FF2B5EF4-FFF2-40B4-BE49-F238E27FC236}">
                    <a16:creationId xmlns:a16="http://schemas.microsoft.com/office/drawing/2014/main" id="{B6CE5400-8D09-10B0-86C5-0C9F5DFF8C90}"/>
                  </a:ext>
                </a:extLst>
              </p:cNvPr>
              <p:cNvGraphicFramePr>
                <a:graphicFrameLocks noChangeAspect="1"/>
              </p:cNvGraphicFramePr>
              <p:nvPr/>
            </p:nvGraphicFramePr>
            <p:xfrm>
              <a:off x="2249967" y="4717022"/>
              <a:ext cx="2044266" cy="1149900"/>
            </p:xfrm>
            <a:graphic>
              <a:graphicData uri="http://schemas.microsoft.com/office/powerpoint/2016/slidezoom">
                <pslz:sldZm>
                  <pslz:sldZmObj sldId="276" cId="1739233074">
                    <pslz:zmPr id="{A99EE68B-DEE3-490D-8844-62995B385EEF}" returnToParent="0" transitionDur="1000">
                      <p166:blipFill xmlns:p166="http://schemas.microsoft.com/office/powerpoint/2016/6/main">
                        <a:blip r:embed="rId4"/>
                        <a:stretch>
                          <a:fillRect/>
                        </a:stretch>
                      </p166:blipFill>
                      <p166:spPr xmlns:p166="http://schemas.microsoft.com/office/powerpoint/2016/6/main">
                        <a:xfrm>
                          <a:off x="0" y="0"/>
                          <a:ext cx="2044266" cy="1149900"/>
                        </a:xfrm>
                        <a:prstGeom prst="rect">
                          <a:avLst/>
                        </a:prstGeom>
                        <a:ln w="3175">
                          <a:noFill/>
                        </a:ln>
                      </p166:spPr>
                    </pslz:zmPr>
                  </pslz:sldZmObj>
                </pslz:sldZm>
              </a:graphicData>
            </a:graphic>
          </p:graphicFrame>
        </mc:Choice>
        <mc:Fallback xmlns="">
          <p:pic>
            <p:nvPicPr>
              <p:cNvPr id="23" name="Slide Zoom 22">
                <a:extLst>
                  <a:ext uri="{FF2B5EF4-FFF2-40B4-BE49-F238E27FC236}">
                    <a16:creationId xmlns:a16="http://schemas.microsoft.com/office/drawing/2014/main" id="{B6CE5400-8D09-10B0-86C5-0C9F5DFF8C90}"/>
                  </a:ext>
                </a:extLst>
              </p:cNvPr>
              <p:cNvPicPr>
                <a:picLocks noGrp="1" noRot="1" noChangeAspect="1" noMove="1" noResize="1" noEditPoints="1" noAdjustHandles="1" noChangeArrowheads="1" noChangeShapeType="1"/>
              </p:cNvPicPr>
              <p:nvPr/>
            </p:nvPicPr>
            <p:blipFill>
              <a:blip r:embed="rId5"/>
              <a:stretch>
                <a:fillRect/>
              </a:stretch>
            </p:blipFill>
            <p:spPr>
              <a:xfrm>
                <a:off x="2249967" y="4717022"/>
                <a:ext cx="2044266" cy="1149900"/>
              </a:xfrm>
              <a:prstGeom prst="rect">
                <a:avLst/>
              </a:prstGeom>
              <a:ln w="3175">
                <a:noFill/>
              </a:ln>
            </p:spPr>
          </p:pic>
        </mc:Fallback>
      </mc:AlternateContent>
      <mc:AlternateContent xmlns:mc="http://schemas.openxmlformats.org/markup-compatibility/2006" xmlns:pslz="http://schemas.microsoft.com/office/powerpoint/2016/slidezoom">
        <mc:Choice Requires="pslz">
          <p:graphicFrame>
            <p:nvGraphicFramePr>
              <p:cNvPr id="25" name="Slide Zoom 24">
                <a:extLst>
                  <a:ext uri="{FF2B5EF4-FFF2-40B4-BE49-F238E27FC236}">
                    <a16:creationId xmlns:a16="http://schemas.microsoft.com/office/drawing/2014/main" id="{5BBFD221-7472-A2B6-C9F0-48A9B4254EDB}"/>
                  </a:ext>
                </a:extLst>
              </p:cNvPr>
              <p:cNvGraphicFramePr>
                <a:graphicFrameLocks noChangeAspect="1"/>
              </p:cNvGraphicFramePr>
              <p:nvPr/>
            </p:nvGraphicFramePr>
            <p:xfrm>
              <a:off x="4294233" y="4717022"/>
              <a:ext cx="2044262" cy="1149897"/>
            </p:xfrm>
            <a:graphic>
              <a:graphicData uri="http://schemas.microsoft.com/office/powerpoint/2016/slidezoom">
                <pslz:sldZm>
                  <pslz:sldZmObj sldId="278" cId="2392129402">
                    <pslz:zmPr id="{2E63BFDF-9854-4B8F-96A3-D849A00D5B50}" returnToParent="0" transitionDur="1000">
                      <p166:blipFill xmlns:p166="http://schemas.microsoft.com/office/powerpoint/2016/6/main">
                        <a:blip r:embed="rId6"/>
                        <a:stretch>
                          <a:fillRect/>
                        </a:stretch>
                      </p166:blipFill>
                      <p166:spPr xmlns:p166="http://schemas.microsoft.com/office/powerpoint/2016/6/main">
                        <a:xfrm>
                          <a:off x="0" y="0"/>
                          <a:ext cx="2044262" cy="1149897"/>
                        </a:xfrm>
                        <a:prstGeom prst="rect">
                          <a:avLst/>
                        </a:prstGeom>
                        <a:ln w="3175">
                          <a:noFill/>
                        </a:ln>
                      </p166:spPr>
                    </pslz:zmPr>
                  </pslz:sldZmObj>
                </pslz:sldZm>
              </a:graphicData>
            </a:graphic>
          </p:graphicFrame>
        </mc:Choice>
        <mc:Fallback xmlns="">
          <p:pic>
            <p:nvPicPr>
              <p:cNvPr id="25" name="Slide Zoom 24">
                <a:extLst>
                  <a:ext uri="{FF2B5EF4-FFF2-40B4-BE49-F238E27FC236}">
                    <a16:creationId xmlns:a16="http://schemas.microsoft.com/office/drawing/2014/main" id="{5BBFD221-7472-A2B6-C9F0-48A9B4254EDB}"/>
                  </a:ext>
                </a:extLst>
              </p:cNvPr>
              <p:cNvPicPr>
                <a:picLocks noGrp="1" noRot="1" noChangeAspect="1" noMove="1" noResize="1" noEditPoints="1" noAdjustHandles="1" noChangeArrowheads="1" noChangeShapeType="1"/>
              </p:cNvPicPr>
              <p:nvPr/>
            </p:nvPicPr>
            <p:blipFill>
              <a:blip r:embed="rId7"/>
              <a:stretch>
                <a:fillRect/>
              </a:stretch>
            </p:blipFill>
            <p:spPr>
              <a:xfrm>
                <a:off x="4294233" y="4717022"/>
                <a:ext cx="2044262" cy="1149897"/>
              </a:xfrm>
              <a:prstGeom prst="rect">
                <a:avLst/>
              </a:prstGeom>
              <a:ln w="3175">
                <a:noFill/>
              </a:ln>
            </p:spPr>
          </p:pic>
        </mc:Fallback>
      </mc:AlternateContent>
      <mc:AlternateContent xmlns:mc="http://schemas.openxmlformats.org/markup-compatibility/2006" xmlns:pslz="http://schemas.microsoft.com/office/powerpoint/2016/slidezoom">
        <mc:Choice Requires="pslz">
          <p:graphicFrame>
            <p:nvGraphicFramePr>
              <p:cNvPr id="27" name="Slide Zoom 26">
                <a:extLst>
                  <a:ext uri="{FF2B5EF4-FFF2-40B4-BE49-F238E27FC236}">
                    <a16:creationId xmlns:a16="http://schemas.microsoft.com/office/drawing/2014/main" id="{AD72E1B5-FE46-C728-627E-CBCBE60B8108}"/>
                  </a:ext>
                </a:extLst>
              </p:cNvPr>
              <p:cNvGraphicFramePr>
                <a:graphicFrameLocks noChangeAspect="1"/>
              </p:cNvGraphicFramePr>
              <p:nvPr/>
            </p:nvGraphicFramePr>
            <p:xfrm>
              <a:off x="6338495" y="4717019"/>
              <a:ext cx="2044261" cy="1149897"/>
            </p:xfrm>
            <a:graphic>
              <a:graphicData uri="http://schemas.microsoft.com/office/powerpoint/2016/slidezoom">
                <pslz:sldZm>
                  <pslz:sldZmObj sldId="279" cId="3197189488">
                    <pslz:zmPr id="{2C00C5F4-6D9E-4B65-BA12-AC0501FEEF4F}" returnToParent="0" transitionDur="1000">
                      <p166:blipFill xmlns:p166="http://schemas.microsoft.com/office/powerpoint/2016/6/main">
                        <a:blip r:embed="rId8"/>
                        <a:stretch>
                          <a:fillRect/>
                        </a:stretch>
                      </p166:blipFill>
                      <p166:spPr xmlns:p166="http://schemas.microsoft.com/office/powerpoint/2016/6/main">
                        <a:xfrm>
                          <a:off x="0" y="0"/>
                          <a:ext cx="2044261" cy="1149897"/>
                        </a:xfrm>
                        <a:prstGeom prst="rect">
                          <a:avLst/>
                        </a:prstGeom>
                        <a:ln w="3175">
                          <a:noFill/>
                        </a:ln>
                      </p166:spPr>
                    </pslz:zmPr>
                  </pslz:sldZmObj>
                </pslz:sldZm>
              </a:graphicData>
            </a:graphic>
          </p:graphicFrame>
        </mc:Choice>
        <mc:Fallback xmlns="">
          <p:pic>
            <p:nvPicPr>
              <p:cNvPr id="27" name="Slide Zoom 26">
                <a:extLst>
                  <a:ext uri="{FF2B5EF4-FFF2-40B4-BE49-F238E27FC236}">
                    <a16:creationId xmlns:a16="http://schemas.microsoft.com/office/drawing/2014/main" id="{AD72E1B5-FE46-C728-627E-CBCBE60B8108}"/>
                  </a:ext>
                </a:extLst>
              </p:cNvPr>
              <p:cNvPicPr>
                <a:picLocks noGrp="1" noRot="1" noChangeAspect="1" noMove="1" noResize="1" noEditPoints="1" noAdjustHandles="1" noChangeArrowheads="1" noChangeShapeType="1"/>
              </p:cNvPicPr>
              <p:nvPr/>
            </p:nvPicPr>
            <p:blipFill>
              <a:blip r:embed="rId9"/>
              <a:stretch>
                <a:fillRect/>
              </a:stretch>
            </p:blipFill>
            <p:spPr>
              <a:xfrm>
                <a:off x="6338495" y="4717019"/>
                <a:ext cx="2044261" cy="1149897"/>
              </a:xfrm>
              <a:prstGeom prst="rect">
                <a:avLst/>
              </a:prstGeom>
              <a:ln w="3175">
                <a:noFill/>
              </a:ln>
            </p:spPr>
          </p:pic>
        </mc:Fallback>
      </mc:AlternateContent>
      <mc:AlternateContent xmlns:mc="http://schemas.openxmlformats.org/markup-compatibility/2006" xmlns:pslz="http://schemas.microsoft.com/office/powerpoint/2016/slidezoom">
        <mc:Choice Requires="pslz">
          <p:graphicFrame>
            <p:nvGraphicFramePr>
              <p:cNvPr id="29" name="Slide Zoom 28">
                <a:extLst>
                  <a:ext uri="{FF2B5EF4-FFF2-40B4-BE49-F238E27FC236}">
                    <a16:creationId xmlns:a16="http://schemas.microsoft.com/office/drawing/2014/main" id="{FB03EA1C-69CE-AD4D-CF10-A7F1EA4FA395}"/>
                  </a:ext>
                </a:extLst>
              </p:cNvPr>
              <p:cNvGraphicFramePr>
                <a:graphicFrameLocks noChangeAspect="1"/>
              </p:cNvGraphicFramePr>
              <p:nvPr/>
            </p:nvGraphicFramePr>
            <p:xfrm>
              <a:off x="8307837" y="4717016"/>
              <a:ext cx="2044261" cy="1149897"/>
            </p:xfrm>
            <a:graphic>
              <a:graphicData uri="http://schemas.microsoft.com/office/powerpoint/2016/slidezoom">
                <pslz:sldZm>
                  <pslz:sldZmObj sldId="277" cId="157234478">
                    <pslz:zmPr id="{2C5A2295-40B4-415E-B667-81B18504D970}" returnToParent="0" transitionDur="1000">
                      <p166:blipFill xmlns:p166="http://schemas.microsoft.com/office/powerpoint/2016/6/main">
                        <a:blip r:embed="rId10"/>
                        <a:stretch>
                          <a:fillRect/>
                        </a:stretch>
                      </p166:blipFill>
                      <p166:spPr xmlns:p166="http://schemas.microsoft.com/office/powerpoint/2016/6/main">
                        <a:xfrm>
                          <a:off x="0" y="0"/>
                          <a:ext cx="2044261" cy="1149897"/>
                        </a:xfrm>
                        <a:prstGeom prst="rect">
                          <a:avLst/>
                        </a:prstGeom>
                        <a:ln w="3175">
                          <a:noFill/>
                        </a:ln>
                      </p166:spPr>
                    </pslz:zmPr>
                  </pslz:sldZmObj>
                </pslz:sldZm>
              </a:graphicData>
            </a:graphic>
          </p:graphicFrame>
        </mc:Choice>
        <mc:Fallback xmlns="">
          <p:pic>
            <p:nvPicPr>
              <p:cNvPr id="29" name="Slide Zoom 28">
                <a:extLst>
                  <a:ext uri="{FF2B5EF4-FFF2-40B4-BE49-F238E27FC236}">
                    <a16:creationId xmlns:a16="http://schemas.microsoft.com/office/drawing/2014/main" id="{FB03EA1C-69CE-AD4D-CF10-A7F1EA4FA395}"/>
                  </a:ext>
                </a:extLst>
              </p:cNvPr>
              <p:cNvPicPr>
                <a:picLocks noGrp="1" noRot="1" noChangeAspect="1" noMove="1" noResize="1" noEditPoints="1" noAdjustHandles="1" noChangeArrowheads="1" noChangeShapeType="1"/>
              </p:cNvPicPr>
              <p:nvPr/>
            </p:nvPicPr>
            <p:blipFill>
              <a:blip r:embed="rId11"/>
              <a:stretch>
                <a:fillRect/>
              </a:stretch>
            </p:blipFill>
            <p:spPr>
              <a:xfrm>
                <a:off x="8307837" y="4717016"/>
                <a:ext cx="2044261" cy="1149897"/>
              </a:xfrm>
              <a:prstGeom prst="rect">
                <a:avLst/>
              </a:prstGeom>
              <a:ln w="3175">
                <a:noFill/>
              </a:ln>
            </p:spPr>
          </p:pic>
        </mc:Fallback>
      </mc:AlternateContent>
    </p:spTree>
    <p:extLst>
      <p:ext uri="{BB962C8B-B14F-4D97-AF65-F5344CB8AC3E}">
        <p14:creationId xmlns:p14="http://schemas.microsoft.com/office/powerpoint/2010/main" val="172058682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bg>
      <p:bgPr>
        <a:gradFill>
          <a:gsLst>
            <a:gs pos="0">
              <a:schemeClr val="tx1"/>
            </a:gs>
            <a:gs pos="73000">
              <a:schemeClr val="tx1">
                <a:lumMod val="85000"/>
                <a:lumOff val="15000"/>
              </a:schemeClr>
            </a:gs>
            <a:gs pos="35000">
              <a:schemeClr val="tx1">
                <a:lumMod val="85000"/>
                <a:lumOff val="15000"/>
              </a:schemeClr>
            </a:gs>
            <a:gs pos="100000">
              <a:schemeClr val="tx1"/>
            </a:gs>
          </a:gsLst>
          <a:path path="shape">
            <a:fillToRect l="50000" t="50000" r="50000" b="50000"/>
          </a:path>
        </a:gradFill>
        <a:effectLst/>
      </p:bgPr>
    </p:bg>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995F54EE-D0F3-E846-03A7-8470D01B08FA}"/>
              </a:ext>
            </a:extLst>
          </p:cNvPr>
          <p:cNvGraphicFramePr>
            <a:graphicFrameLocks noGrp="1"/>
          </p:cNvGraphicFramePr>
          <p:nvPr>
            <p:extLst>
              <p:ext uri="{D42A27DB-BD31-4B8C-83A1-F6EECF244321}">
                <p14:modId xmlns:p14="http://schemas.microsoft.com/office/powerpoint/2010/main" val="3162353691"/>
              </p:ext>
            </p:extLst>
          </p:nvPr>
        </p:nvGraphicFramePr>
        <p:xfrm>
          <a:off x="0" y="1798320"/>
          <a:ext cx="6842760" cy="5059679"/>
        </p:xfrm>
        <a:graphic>
          <a:graphicData uri="http://schemas.openxmlformats.org/drawingml/2006/table">
            <a:tbl>
              <a:tblPr firstRow="1" bandRow="1">
                <a:tableStyleId>{5C22544A-7EE6-4342-B048-85BDC9FD1C3A}</a:tableStyleId>
              </a:tblPr>
              <a:tblGrid>
                <a:gridCol w="684276">
                  <a:extLst>
                    <a:ext uri="{9D8B030D-6E8A-4147-A177-3AD203B41FA5}">
                      <a16:colId xmlns:a16="http://schemas.microsoft.com/office/drawing/2014/main" val="4019836603"/>
                    </a:ext>
                  </a:extLst>
                </a:gridCol>
                <a:gridCol w="684276">
                  <a:extLst>
                    <a:ext uri="{9D8B030D-6E8A-4147-A177-3AD203B41FA5}">
                      <a16:colId xmlns:a16="http://schemas.microsoft.com/office/drawing/2014/main" val="728955709"/>
                    </a:ext>
                  </a:extLst>
                </a:gridCol>
                <a:gridCol w="684276">
                  <a:extLst>
                    <a:ext uri="{9D8B030D-6E8A-4147-A177-3AD203B41FA5}">
                      <a16:colId xmlns:a16="http://schemas.microsoft.com/office/drawing/2014/main" val="4224522362"/>
                    </a:ext>
                  </a:extLst>
                </a:gridCol>
                <a:gridCol w="684276">
                  <a:extLst>
                    <a:ext uri="{9D8B030D-6E8A-4147-A177-3AD203B41FA5}">
                      <a16:colId xmlns:a16="http://schemas.microsoft.com/office/drawing/2014/main" val="2326509453"/>
                    </a:ext>
                  </a:extLst>
                </a:gridCol>
                <a:gridCol w="684276">
                  <a:extLst>
                    <a:ext uri="{9D8B030D-6E8A-4147-A177-3AD203B41FA5}">
                      <a16:colId xmlns:a16="http://schemas.microsoft.com/office/drawing/2014/main" val="2263719044"/>
                    </a:ext>
                  </a:extLst>
                </a:gridCol>
                <a:gridCol w="684276">
                  <a:extLst>
                    <a:ext uri="{9D8B030D-6E8A-4147-A177-3AD203B41FA5}">
                      <a16:colId xmlns:a16="http://schemas.microsoft.com/office/drawing/2014/main" val="3050789531"/>
                    </a:ext>
                  </a:extLst>
                </a:gridCol>
                <a:gridCol w="684276">
                  <a:extLst>
                    <a:ext uri="{9D8B030D-6E8A-4147-A177-3AD203B41FA5}">
                      <a16:colId xmlns:a16="http://schemas.microsoft.com/office/drawing/2014/main" val="3893691595"/>
                    </a:ext>
                  </a:extLst>
                </a:gridCol>
                <a:gridCol w="684276">
                  <a:extLst>
                    <a:ext uri="{9D8B030D-6E8A-4147-A177-3AD203B41FA5}">
                      <a16:colId xmlns:a16="http://schemas.microsoft.com/office/drawing/2014/main" val="2238614302"/>
                    </a:ext>
                  </a:extLst>
                </a:gridCol>
                <a:gridCol w="684276">
                  <a:extLst>
                    <a:ext uri="{9D8B030D-6E8A-4147-A177-3AD203B41FA5}">
                      <a16:colId xmlns:a16="http://schemas.microsoft.com/office/drawing/2014/main" val="3924399630"/>
                    </a:ext>
                  </a:extLst>
                </a:gridCol>
                <a:gridCol w="684276">
                  <a:extLst>
                    <a:ext uri="{9D8B030D-6E8A-4147-A177-3AD203B41FA5}">
                      <a16:colId xmlns:a16="http://schemas.microsoft.com/office/drawing/2014/main" val="1048124096"/>
                    </a:ext>
                  </a:extLst>
                </a:gridCol>
              </a:tblGrid>
              <a:tr h="506662">
                <a:tc>
                  <a:txBody>
                    <a:bodyPr/>
                    <a:lstStyle/>
                    <a:p>
                      <a:endParaRPr lang="en-IN"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blipFill dpi="0" rotWithShape="1">
                      <a:blip r:embed="rId2"/>
                      <a:srcRect/>
                      <a:tile tx="0" ty="0" sx="100000" sy="100000" flip="none" algn="br"/>
                    </a:blipFill>
                  </a:tcPr>
                </a:tc>
                <a:tc>
                  <a:txBody>
                    <a:bodyPr/>
                    <a:lstStyle/>
                    <a:p>
                      <a:endParaRPr lang="en-IN"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blipFill dpi="0" rotWithShape="1">
                      <a:blip r:embed="rId2"/>
                      <a:srcRect/>
                      <a:tile tx="0" ty="0" sx="100000" sy="100000" flip="none" algn="br"/>
                    </a:blipFill>
                  </a:tcPr>
                </a:tc>
                <a:tc>
                  <a:txBody>
                    <a:bodyPr/>
                    <a:lstStyle/>
                    <a:p>
                      <a:endParaRPr lang="en-IN"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blipFill dpi="0" rotWithShape="1">
                      <a:blip r:embed="rId2"/>
                      <a:srcRect/>
                      <a:tile tx="0" ty="0" sx="100000" sy="100000" flip="none" algn="br"/>
                    </a:blipFill>
                  </a:tcPr>
                </a:tc>
                <a:tc>
                  <a:txBody>
                    <a:bodyPr/>
                    <a:lstStyle/>
                    <a:p>
                      <a:endParaRPr lang="en-IN"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blipFill dpi="0" rotWithShape="1">
                      <a:blip r:embed="rId2"/>
                      <a:srcRect/>
                      <a:tile tx="0" ty="0" sx="100000" sy="100000" flip="none" algn="br"/>
                    </a:blipFill>
                  </a:tcPr>
                </a:tc>
                <a:tc>
                  <a:txBody>
                    <a:bodyPr/>
                    <a:lstStyle/>
                    <a:p>
                      <a:endParaRPr lang="en-IN"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blipFill dpi="0" rotWithShape="1">
                      <a:blip r:embed="rId2"/>
                      <a:srcRect/>
                      <a:tile tx="0" ty="0" sx="100000" sy="100000" flip="none" algn="br"/>
                    </a:blipFill>
                  </a:tcPr>
                </a:tc>
                <a:tc>
                  <a:txBody>
                    <a:bodyPr/>
                    <a:lstStyle/>
                    <a:p>
                      <a:endParaRPr lang="en-IN"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blipFill dpi="0" rotWithShape="1">
                      <a:blip r:embed="rId2"/>
                      <a:srcRect/>
                      <a:tile tx="0" ty="0" sx="100000" sy="100000" flip="none" algn="br"/>
                    </a:blipFill>
                  </a:tcPr>
                </a:tc>
                <a:tc>
                  <a:txBody>
                    <a:bodyPr/>
                    <a:lstStyle/>
                    <a:p>
                      <a:endParaRPr lang="en-IN"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blipFill dpi="0" rotWithShape="1">
                      <a:blip r:embed="rId2"/>
                      <a:srcRect/>
                      <a:tile tx="0" ty="0" sx="100000" sy="100000" flip="none" algn="br"/>
                    </a:blipFill>
                  </a:tcPr>
                </a:tc>
                <a:tc>
                  <a:txBody>
                    <a:bodyPr/>
                    <a:lstStyle/>
                    <a:p>
                      <a:endParaRPr lang="en-IN"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blipFill dpi="0" rotWithShape="1">
                      <a:blip r:embed="rId2"/>
                      <a:srcRect/>
                      <a:tile tx="0" ty="0" sx="100000" sy="100000" flip="none" algn="br"/>
                    </a:blipFill>
                  </a:tcPr>
                </a:tc>
                <a:tc>
                  <a:txBody>
                    <a:bodyPr/>
                    <a:lstStyle/>
                    <a:p>
                      <a:endParaRPr lang="en-IN"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blipFill dpi="0" rotWithShape="1">
                      <a:blip r:embed="rId2"/>
                      <a:srcRect/>
                      <a:tile tx="0" ty="0" sx="100000" sy="100000" flip="none" algn="br"/>
                    </a:blipFill>
                  </a:tcPr>
                </a:tc>
                <a:tc>
                  <a:txBody>
                    <a:bodyPr/>
                    <a:lstStyle/>
                    <a:p>
                      <a:endParaRPr lang="en-IN"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blipFill dpi="0" rotWithShape="1">
                      <a:blip r:embed="rId2"/>
                      <a:srcRect/>
                      <a:tile tx="0" ty="0" sx="100000" sy="100000" flip="none" algn="br"/>
                    </a:blipFill>
                  </a:tcPr>
                </a:tc>
                <a:extLst>
                  <a:ext uri="{0D108BD9-81ED-4DB2-BD59-A6C34878D82A}">
                    <a16:rowId xmlns:a16="http://schemas.microsoft.com/office/drawing/2014/main" val="158857347"/>
                  </a:ext>
                </a:extLst>
              </a:tr>
              <a:tr h="506662">
                <a:tc>
                  <a:txBody>
                    <a:bodyPr/>
                    <a:lstStyle/>
                    <a:p>
                      <a:endParaRPr lang="en-IN" dirty="0"/>
                    </a:p>
                  </a:txBody>
                  <a:tcPr>
                    <a:lnL w="12700" cmpd="sng">
                      <a:noFill/>
                    </a:lnL>
                    <a:lnR w="12700" cmpd="sng">
                      <a:noFill/>
                    </a:lnR>
                    <a:lnT w="38100" cmpd="sng">
                      <a:noFill/>
                    </a:lnT>
                    <a:lnB w="12700" cmpd="sng">
                      <a:noFill/>
                    </a:lnB>
                    <a:lnTlToBr w="12700" cmpd="sng">
                      <a:noFill/>
                      <a:prstDash val="solid"/>
                    </a:lnTlToBr>
                    <a:lnBlToTr w="12700" cmpd="sng">
                      <a:noFill/>
                      <a:prstDash val="solid"/>
                    </a:lnBlToTr>
                    <a:blipFill dpi="0" rotWithShape="1">
                      <a:blip r:embed="rId2"/>
                      <a:srcRect/>
                      <a:tile tx="0" ty="0" sx="100000" sy="100000" flip="none" algn="br"/>
                    </a:blipFill>
                  </a:tcPr>
                </a:tc>
                <a:tc>
                  <a:txBody>
                    <a:bodyPr/>
                    <a:lstStyle/>
                    <a:p>
                      <a:endParaRPr lang="en-IN" dirty="0"/>
                    </a:p>
                  </a:txBody>
                  <a:tcPr>
                    <a:lnL w="12700" cmpd="sng">
                      <a:noFill/>
                    </a:lnL>
                    <a:lnR w="12700" cmpd="sng">
                      <a:noFill/>
                    </a:lnR>
                    <a:lnT w="38100" cmpd="sng">
                      <a:noFill/>
                    </a:lnT>
                    <a:lnB w="12700" cmpd="sng">
                      <a:noFill/>
                    </a:lnB>
                    <a:lnTlToBr w="12700" cmpd="sng">
                      <a:noFill/>
                      <a:prstDash val="solid"/>
                    </a:lnTlToBr>
                    <a:lnBlToTr w="12700" cmpd="sng">
                      <a:noFill/>
                      <a:prstDash val="solid"/>
                    </a:lnBlToTr>
                    <a:blipFill dpi="0" rotWithShape="1">
                      <a:blip r:embed="rId2"/>
                      <a:srcRect/>
                      <a:tile tx="0" ty="0" sx="100000" sy="100000" flip="none" algn="br"/>
                    </a:blipFill>
                  </a:tcPr>
                </a:tc>
                <a:tc>
                  <a:txBody>
                    <a:bodyPr/>
                    <a:lstStyle/>
                    <a:p>
                      <a:endParaRPr lang="en-IN" dirty="0"/>
                    </a:p>
                  </a:txBody>
                  <a:tcPr>
                    <a:lnL w="12700" cmpd="sng">
                      <a:noFill/>
                    </a:lnL>
                    <a:lnR w="12700" cmpd="sng">
                      <a:noFill/>
                    </a:lnR>
                    <a:lnT w="38100" cmpd="sng">
                      <a:noFill/>
                    </a:lnT>
                    <a:lnB w="12700" cmpd="sng">
                      <a:noFill/>
                    </a:lnB>
                    <a:lnTlToBr w="12700" cmpd="sng">
                      <a:noFill/>
                      <a:prstDash val="solid"/>
                    </a:lnTlToBr>
                    <a:lnBlToTr w="12700" cmpd="sng">
                      <a:noFill/>
                      <a:prstDash val="solid"/>
                    </a:lnBlToTr>
                    <a:blipFill dpi="0" rotWithShape="1">
                      <a:blip r:embed="rId2"/>
                      <a:srcRect/>
                      <a:tile tx="0" ty="0" sx="100000" sy="100000" flip="none" algn="br"/>
                    </a:blipFill>
                  </a:tcPr>
                </a:tc>
                <a:tc>
                  <a:txBody>
                    <a:bodyPr/>
                    <a:lstStyle/>
                    <a:p>
                      <a:endParaRPr lang="en-IN" dirty="0"/>
                    </a:p>
                  </a:txBody>
                  <a:tcPr>
                    <a:lnL w="12700" cmpd="sng">
                      <a:noFill/>
                    </a:lnL>
                    <a:lnR w="12700" cmpd="sng">
                      <a:noFill/>
                    </a:lnR>
                    <a:lnT w="38100" cmpd="sng">
                      <a:noFill/>
                    </a:lnT>
                    <a:lnB w="12700" cmpd="sng">
                      <a:noFill/>
                    </a:lnB>
                    <a:lnTlToBr w="12700" cmpd="sng">
                      <a:noFill/>
                      <a:prstDash val="solid"/>
                    </a:lnTlToBr>
                    <a:lnBlToTr w="12700" cmpd="sng">
                      <a:noFill/>
                      <a:prstDash val="solid"/>
                    </a:lnBlToTr>
                    <a:blipFill dpi="0" rotWithShape="1">
                      <a:blip r:embed="rId2"/>
                      <a:srcRect/>
                      <a:tile tx="0" ty="0" sx="100000" sy="100000" flip="none" algn="br"/>
                    </a:blipFill>
                  </a:tcPr>
                </a:tc>
                <a:tc>
                  <a:txBody>
                    <a:bodyPr/>
                    <a:lstStyle/>
                    <a:p>
                      <a:endParaRPr lang="en-IN" dirty="0"/>
                    </a:p>
                  </a:txBody>
                  <a:tcPr>
                    <a:lnL w="12700" cmpd="sng">
                      <a:noFill/>
                    </a:lnL>
                    <a:lnR w="12700" cmpd="sng">
                      <a:noFill/>
                    </a:lnR>
                    <a:lnT w="38100" cmpd="sng">
                      <a:noFill/>
                    </a:lnT>
                    <a:lnB w="12700" cmpd="sng">
                      <a:noFill/>
                    </a:lnB>
                    <a:lnTlToBr w="12700" cmpd="sng">
                      <a:noFill/>
                      <a:prstDash val="solid"/>
                    </a:lnTlToBr>
                    <a:lnBlToTr w="12700" cmpd="sng">
                      <a:noFill/>
                      <a:prstDash val="solid"/>
                    </a:lnBlToTr>
                    <a:blipFill dpi="0" rotWithShape="1">
                      <a:blip r:embed="rId2"/>
                      <a:srcRect/>
                      <a:tile tx="0" ty="0" sx="100000" sy="100000" flip="none" algn="br"/>
                    </a:blipFill>
                  </a:tcPr>
                </a:tc>
                <a:tc>
                  <a:txBody>
                    <a:bodyPr/>
                    <a:lstStyle/>
                    <a:p>
                      <a:endParaRPr lang="en-IN" dirty="0"/>
                    </a:p>
                  </a:txBody>
                  <a:tcPr>
                    <a:lnL w="12700" cmpd="sng">
                      <a:noFill/>
                    </a:lnL>
                    <a:lnR w="12700" cmpd="sng">
                      <a:noFill/>
                    </a:lnR>
                    <a:lnT w="38100" cmpd="sng">
                      <a:noFill/>
                    </a:lnT>
                    <a:lnB w="12700" cmpd="sng">
                      <a:noFill/>
                    </a:lnB>
                    <a:lnTlToBr w="12700" cmpd="sng">
                      <a:noFill/>
                      <a:prstDash val="solid"/>
                    </a:lnTlToBr>
                    <a:lnBlToTr w="12700" cmpd="sng">
                      <a:noFill/>
                      <a:prstDash val="solid"/>
                    </a:lnBlToTr>
                    <a:blipFill dpi="0" rotWithShape="1">
                      <a:blip r:embed="rId2"/>
                      <a:srcRect/>
                      <a:tile tx="0" ty="0" sx="100000" sy="100000" flip="none" algn="br"/>
                    </a:blipFill>
                  </a:tcPr>
                </a:tc>
                <a:tc>
                  <a:txBody>
                    <a:bodyPr/>
                    <a:lstStyle/>
                    <a:p>
                      <a:endParaRPr lang="en-IN" dirty="0"/>
                    </a:p>
                  </a:txBody>
                  <a:tcPr>
                    <a:lnL w="12700" cmpd="sng">
                      <a:noFill/>
                    </a:lnL>
                    <a:lnR w="12700" cmpd="sng">
                      <a:noFill/>
                    </a:lnR>
                    <a:lnT w="38100" cmpd="sng">
                      <a:noFill/>
                    </a:lnT>
                    <a:lnB w="12700" cmpd="sng">
                      <a:noFill/>
                    </a:lnB>
                    <a:lnTlToBr w="12700" cmpd="sng">
                      <a:noFill/>
                      <a:prstDash val="solid"/>
                    </a:lnTlToBr>
                    <a:lnBlToTr w="12700" cmpd="sng">
                      <a:noFill/>
                      <a:prstDash val="solid"/>
                    </a:lnBlToTr>
                    <a:blipFill dpi="0" rotWithShape="1">
                      <a:blip r:embed="rId2"/>
                      <a:srcRect/>
                      <a:tile tx="0" ty="0" sx="100000" sy="100000" flip="none" algn="br"/>
                    </a:blipFill>
                  </a:tcPr>
                </a:tc>
                <a:tc>
                  <a:txBody>
                    <a:bodyPr/>
                    <a:lstStyle/>
                    <a:p>
                      <a:endParaRPr lang="en-IN" dirty="0"/>
                    </a:p>
                  </a:txBody>
                  <a:tcPr>
                    <a:lnL w="12700" cmpd="sng">
                      <a:noFill/>
                    </a:lnL>
                    <a:lnR w="12700" cmpd="sng">
                      <a:noFill/>
                    </a:lnR>
                    <a:lnT w="38100" cmpd="sng">
                      <a:noFill/>
                    </a:lnT>
                    <a:lnB w="12700" cmpd="sng">
                      <a:noFill/>
                    </a:lnB>
                    <a:lnTlToBr w="12700" cmpd="sng">
                      <a:noFill/>
                      <a:prstDash val="solid"/>
                    </a:lnTlToBr>
                    <a:lnBlToTr w="12700" cmpd="sng">
                      <a:noFill/>
                      <a:prstDash val="solid"/>
                    </a:lnBlToTr>
                    <a:blipFill dpi="0" rotWithShape="1">
                      <a:blip r:embed="rId2"/>
                      <a:srcRect/>
                      <a:tile tx="0" ty="0" sx="100000" sy="100000" flip="none" algn="br"/>
                    </a:blipFill>
                  </a:tcPr>
                </a:tc>
                <a:tc>
                  <a:txBody>
                    <a:bodyPr/>
                    <a:lstStyle/>
                    <a:p>
                      <a:endParaRPr lang="en-IN" dirty="0"/>
                    </a:p>
                  </a:txBody>
                  <a:tcPr>
                    <a:lnL w="12700" cmpd="sng">
                      <a:noFill/>
                    </a:lnL>
                    <a:lnR w="12700" cmpd="sng">
                      <a:noFill/>
                    </a:lnR>
                    <a:lnT w="38100" cmpd="sng">
                      <a:noFill/>
                    </a:lnT>
                    <a:lnB w="12700" cmpd="sng">
                      <a:noFill/>
                    </a:lnB>
                    <a:lnTlToBr w="12700" cmpd="sng">
                      <a:noFill/>
                      <a:prstDash val="solid"/>
                    </a:lnTlToBr>
                    <a:lnBlToTr w="12700" cmpd="sng">
                      <a:noFill/>
                      <a:prstDash val="solid"/>
                    </a:lnBlToTr>
                    <a:blipFill dpi="0" rotWithShape="1">
                      <a:blip r:embed="rId2"/>
                      <a:srcRect/>
                      <a:tile tx="0" ty="0" sx="100000" sy="100000" flip="none" algn="br"/>
                    </a:blipFill>
                  </a:tcPr>
                </a:tc>
                <a:tc>
                  <a:txBody>
                    <a:bodyPr/>
                    <a:lstStyle/>
                    <a:p>
                      <a:endParaRPr lang="en-IN" dirty="0"/>
                    </a:p>
                  </a:txBody>
                  <a:tcPr>
                    <a:lnL w="12700" cmpd="sng">
                      <a:noFill/>
                    </a:lnL>
                    <a:lnR w="12700" cmpd="sng">
                      <a:noFill/>
                    </a:lnR>
                    <a:lnT w="38100" cmpd="sng">
                      <a:noFill/>
                    </a:lnT>
                    <a:lnB w="12700" cmpd="sng">
                      <a:noFill/>
                    </a:lnB>
                    <a:lnTlToBr w="12700" cmpd="sng">
                      <a:noFill/>
                      <a:prstDash val="solid"/>
                    </a:lnTlToBr>
                    <a:lnBlToTr w="12700" cmpd="sng">
                      <a:noFill/>
                      <a:prstDash val="solid"/>
                    </a:lnBlToTr>
                    <a:blipFill dpi="0" rotWithShape="1">
                      <a:blip r:embed="rId2"/>
                      <a:srcRect/>
                      <a:tile tx="0" ty="0" sx="100000" sy="100000" flip="none" algn="br"/>
                    </a:blipFill>
                  </a:tcPr>
                </a:tc>
                <a:extLst>
                  <a:ext uri="{0D108BD9-81ED-4DB2-BD59-A6C34878D82A}">
                    <a16:rowId xmlns:a16="http://schemas.microsoft.com/office/drawing/2014/main" val="3434342051"/>
                  </a:ext>
                </a:extLst>
              </a:tr>
              <a:tr h="506662">
                <a:tc>
                  <a:txBody>
                    <a:bodyPr/>
                    <a:lstStyle/>
                    <a:p>
                      <a:endParaRPr lang="en-IN"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blipFill dpi="0" rotWithShape="1">
                      <a:blip r:embed="rId2"/>
                      <a:srcRect/>
                      <a:tile tx="0" ty="0" sx="100000" sy="100000" flip="none" algn="br"/>
                    </a:blipFill>
                  </a:tcPr>
                </a:tc>
                <a:tc>
                  <a:txBody>
                    <a:bodyPr/>
                    <a:lstStyle/>
                    <a:p>
                      <a:endParaRPr lang="en-IN"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blipFill dpi="0" rotWithShape="1">
                      <a:blip r:embed="rId2"/>
                      <a:srcRect/>
                      <a:tile tx="0" ty="0" sx="100000" sy="100000" flip="none" algn="br"/>
                    </a:blipFill>
                  </a:tcPr>
                </a:tc>
                <a:tc>
                  <a:txBody>
                    <a:bodyPr/>
                    <a:lstStyle/>
                    <a:p>
                      <a:endParaRPr lang="en-IN"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blipFill dpi="0" rotWithShape="1">
                      <a:blip r:embed="rId2"/>
                      <a:srcRect/>
                      <a:tile tx="0" ty="0" sx="100000" sy="100000" flip="none" algn="br"/>
                    </a:blipFill>
                  </a:tcPr>
                </a:tc>
                <a:tc>
                  <a:txBody>
                    <a:bodyPr/>
                    <a:lstStyle/>
                    <a:p>
                      <a:endParaRPr lang="en-IN"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blipFill dpi="0" rotWithShape="1">
                      <a:blip r:embed="rId2"/>
                      <a:srcRect/>
                      <a:tile tx="0" ty="0" sx="100000" sy="100000" flip="none" algn="br"/>
                    </a:blipFill>
                  </a:tcPr>
                </a:tc>
                <a:tc>
                  <a:txBody>
                    <a:bodyPr/>
                    <a:lstStyle/>
                    <a:p>
                      <a:endParaRPr lang="en-IN"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blipFill dpi="0" rotWithShape="1">
                      <a:blip r:embed="rId2"/>
                      <a:srcRect/>
                      <a:tile tx="0" ty="0" sx="100000" sy="100000" flip="none" algn="br"/>
                    </a:blipFill>
                  </a:tcPr>
                </a:tc>
                <a:tc>
                  <a:txBody>
                    <a:bodyPr/>
                    <a:lstStyle/>
                    <a:p>
                      <a:endParaRPr lang="en-IN"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blipFill dpi="0" rotWithShape="1">
                      <a:blip r:embed="rId2"/>
                      <a:srcRect/>
                      <a:tile tx="0" ty="0" sx="100000" sy="100000" flip="none" algn="br"/>
                    </a:blipFill>
                  </a:tcPr>
                </a:tc>
                <a:tc>
                  <a:txBody>
                    <a:bodyPr/>
                    <a:lstStyle/>
                    <a:p>
                      <a:endParaRPr lang="en-IN"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blipFill dpi="0" rotWithShape="1">
                      <a:blip r:embed="rId2"/>
                      <a:srcRect/>
                      <a:tile tx="0" ty="0" sx="100000" sy="100000" flip="none" algn="br"/>
                    </a:blipFill>
                  </a:tcPr>
                </a:tc>
                <a:tc>
                  <a:txBody>
                    <a:bodyPr/>
                    <a:lstStyle/>
                    <a:p>
                      <a:endParaRPr lang="en-IN"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blipFill dpi="0" rotWithShape="1">
                      <a:blip r:embed="rId2"/>
                      <a:srcRect/>
                      <a:tile tx="0" ty="0" sx="100000" sy="100000" flip="none" algn="br"/>
                    </a:blipFill>
                  </a:tcPr>
                </a:tc>
                <a:tc>
                  <a:txBody>
                    <a:bodyPr/>
                    <a:lstStyle/>
                    <a:p>
                      <a:endParaRPr lang="en-IN"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blipFill dpi="0" rotWithShape="1">
                      <a:blip r:embed="rId2"/>
                      <a:srcRect/>
                      <a:tile tx="0" ty="0" sx="100000" sy="100000" flip="none" algn="br"/>
                    </a:blipFill>
                  </a:tcPr>
                </a:tc>
                <a:tc>
                  <a:txBody>
                    <a:bodyPr/>
                    <a:lstStyle/>
                    <a:p>
                      <a:endParaRPr lang="en-IN"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blipFill dpi="0" rotWithShape="1">
                      <a:blip r:embed="rId2"/>
                      <a:srcRect/>
                      <a:tile tx="0" ty="0" sx="100000" sy="100000" flip="none" algn="br"/>
                    </a:blipFill>
                  </a:tcPr>
                </a:tc>
                <a:extLst>
                  <a:ext uri="{0D108BD9-81ED-4DB2-BD59-A6C34878D82A}">
                    <a16:rowId xmlns:a16="http://schemas.microsoft.com/office/drawing/2014/main" val="2198979419"/>
                  </a:ext>
                </a:extLst>
              </a:tr>
              <a:tr h="506662">
                <a:tc>
                  <a:txBody>
                    <a:bodyPr/>
                    <a:lstStyle/>
                    <a:p>
                      <a:endParaRPr lang="en-IN"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blipFill dpi="0" rotWithShape="1">
                      <a:blip r:embed="rId2"/>
                      <a:srcRect/>
                      <a:tile tx="0" ty="0" sx="100000" sy="100000" flip="none" algn="br"/>
                    </a:blipFill>
                  </a:tcPr>
                </a:tc>
                <a:tc>
                  <a:txBody>
                    <a:bodyPr/>
                    <a:lstStyle/>
                    <a:p>
                      <a:endParaRPr lang="en-IN"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blipFill dpi="0" rotWithShape="1">
                      <a:blip r:embed="rId2"/>
                      <a:srcRect/>
                      <a:tile tx="0" ty="0" sx="100000" sy="100000" flip="none" algn="br"/>
                    </a:blipFill>
                  </a:tcPr>
                </a:tc>
                <a:tc>
                  <a:txBody>
                    <a:bodyPr/>
                    <a:lstStyle/>
                    <a:p>
                      <a:endParaRPr lang="en-IN"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blipFill dpi="0" rotWithShape="1">
                      <a:blip r:embed="rId2"/>
                      <a:srcRect/>
                      <a:tile tx="0" ty="0" sx="100000" sy="100000" flip="none" algn="br"/>
                    </a:blipFill>
                  </a:tcPr>
                </a:tc>
                <a:tc>
                  <a:txBody>
                    <a:bodyPr/>
                    <a:lstStyle/>
                    <a:p>
                      <a:endParaRPr lang="en-IN"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blipFill dpi="0" rotWithShape="1">
                      <a:blip r:embed="rId2"/>
                      <a:srcRect/>
                      <a:tile tx="0" ty="0" sx="100000" sy="100000" flip="none" algn="br"/>
                    </a:blipFill>
                  </a:tcPr>
                </a:tc>
                <a:tc>
                  <a:txBody>
                    <a:bodyPr/>
                    <a:lstStyle/>
                    <a:p>
                      <a:endParaRPr lang="en-IN"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blipFill dpi="0" rotWithShape="1">
                      <a:blip r:embed="rId2"/>
                      <a:srcRect/>
                      <a:tile tx="0" ty="0" sx="100000" sy="100000" flip="none" algn="br"/>
                    </a:blipFill>
                  </a:tcPr>
                </a:tc>
                <a:tc>
                  <a:txBody>
                    <a:bodyPr/>
                    <a:lstStyle/>
                    <a:p>
                      <a:endParaRPr lang="en-IN"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blipFill dpi="0" rotWithShape="1">
                      <a:blip r:embed="rId2"/>
                      <a:srcRect/>
                      <a:tile tx="0" ty="0" sx="100000" sy="100000" flip="none" algn="br"/>
                    </a:blipFill>
                  </a:tcPr>
                </a:tc>
                <a:tc>
                  <a:txBody>
                    <a:bodyPr/>
                    <a:lstStyle/>
                    <a:p>
                      <a:endParaRPr lang="en-IN"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blipFill dpi="0" rotWithShape="1">
                      <a:blip r:embed="rId2"/>
                      <a:srcRect/>
                      <a:tile tx="0" ty="0" sx="100000" sy="100000" flip="none" algn="br"/>
                    </a:blipFill>
                  </a:tcPr>
                </a:tc>
                <a:tc>
                  <a:txBody>
                    <a:bodyPr/>
                    <a:lstStyle/>
                    <a:p>
                      <a:endParaRPr lang="en-IN"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blipFill dpi="0" rotWithShape="1">
                      <a:blip r:embed="rId2"/>
                      <a:srcRect/>
                      <a:tile tx="0" ty="0" sx="100000" sy="100000" flip="none" algn="br"/>
                    </a:blipFill>
                  </a:tcPr>
                </a:tc>
                <a:tc>
                  <a:txBody>
                    <a:bodyPr/>
                    <a:lstStyle/>
                    <a:p>
                      <a:endParaRPr lang="en-IN"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blipFill dpi="0" rotWithShape="1">
                      <a:blip r:embed="rId2"/>
                      <a:srcRect/>
                      <a:tile tx="0" ty="0" sx="100000" sy="100000" flip="none" algn="br"/>
                    </a:blipFill>
                  </a:tcPr>
                </a:tc>
                <a:tc>
                  <a:txBody>
                    <a:bodyPr/>
                    <a:lstStyle/>
                    <a:p>
                      <a:endParaRPr lang="en-IN"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blipFill dpi="0" rotWithShape="1">
                      <a:blip r:embed="rId2"/>
                      <a:srcRect/>
                      <a:tile tx="0" ty="0" sx="100000" sy="100000" flip="none" algn="br"/>
                    </a:blipFill>
                  </a:tcPr>
                </a:tc>
                <a:extLst>
                  <a:ext uri="{0D108BD9-81ED-4DB2-BD59-A6C34878D82A}">
                    <a16:rowId xmlns:a16="http://schemas.microsoft.com/office/drawing/2014/main" val="2901361780"/>
                  </a:ext>
                </a:extLst>
              </a:tr>
              <a:tr h="506662">
                <a:tc>
                  <a:txBody>
                    <a:bodyPr/>
                    <a:lstStyle/>
                    <a:p>
                      <a:endParaRPr lang="en-IN"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blipFill dpi="0" rotWithShape="1">
                      <a:blip r:embed="rId2"/>
                      <a:srcRect/>
                      <a:tile tx="0" ty="0" sx="100000" sy="100000" flip="none" algn="br"/>
                    </a:blipFill>
                  </a:tcPr>
                </a:tc>
                <a:tc>
                  <a:txBody>
                    <a:bodyPr/>
                    <a:lstStyle/>
                    <a:p>
                      <a:endParaRPr lang="en-IN"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blipFill dpi="0" rotWithShape="1">
                      <a:blip r:embed="rId2"/>
                      <a:srcRect/>
                      <a:tile tx="0" ty="0" sx="100000" sy="100000" flip="none" algn="br"/>
                    </a:blipFill>
                  </a:tcPr>
                </a:tc>
                <a:tc>
                  <a:txBody>
                    <a:bodyPr/>
                    <a:lstStyle/>
                    <a:p>
                      <a:endParaRPr lang="en-IN"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blipFill dpi="0" rotWithShape="1">
                      <a:blip r:embed="rId2"/>
                      <a:srcRect/>
                      <a:tile tx="0" ty="0" sx="100000" sy="100000" flip="none" algn="br"/>
                    </a:blipFill>
                  </a:tcPr>
                </a:tc>
                <a:tc>
                  <a:txBody>
                    <a:bodyPr/>
                    <a:lstStyle/>
                    <a:p>
                      <a:endParaRPr lang="en-IN"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blipFill dpi="0" rotWithShape="1">
                      <a:blip r:embed="rId2"/>
                      <a:srcRect/>
                      <a:tile tx="0" ty="0" sx="100000" sy="100000" flip="none" algn="br"/>
                    </a:blipFill>
                  </a:tcPr>
                </a:tc>
                <a:tc>
                  <a:txBody>
                    <a:bodyPr/>
                    <a:lstStyle/>
                    <a:p>
                      <a:endParaRPr lang="en-IN"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blipFill dpi="0" rotWithShape="1">
                      <a:blip r:embed="rId2"/>
                      <a:srcRect/>
                      <a:tile tx="0" ty="0" sx="100000" sy="100000" flip="none" algn="br"/>
                    </a:blipFill>
                  </a:tcPr>
                </a:tc>
                <a:tc>
                  <a:txBody>
                    <a:bodyPr/>
                    <a:lstStyle/>
                    <a:p>
                      <a:endParaRPr lang="en-IN"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blipFill dpi="0" rotWithShape="1">
                      <a:blip r:embed="rId2"/>
                      <a:srcRect/>
                      <a:tile tx="0" ty="0" sx="100000" sy="100000" flip="none" algn="br"/>
                    </a:blipFill>
                  </a:tcPr>
                </a:tc>
                <a:tc>
                  <a:txBody>
                    <a:bodyPr/>
                    <a:lstStyle/>
                    <a:p>
                      <a:endParaRPr lang="en-IN"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blipFill dpi="0" rotWithShape="1">
                      <a:blip r:embed="rId2"/>
                      <a:srcRect/>
                      <a:tile tx="0" ty="0" sx="100000" sy="100000" flip="none" algn="br"/>
                    </a:blipFill>
                  </a:tcPr>
                </a:tc>
                <a:tc>
                  <a:txBody>
                    <a:bodyPr/>
                    <a:lstStyle/>
                    <a:p>
                      <a:endParaRPr lang="en-IN"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blipFill dpi="0" rotWithShape="1">
                      <a:blip r:embed="rId2"/>
                      <a:srcRect/>
                      <a:tile tx="0" ty="0" sx="100000" sy="100000" flip="none" algn="br"/>
                    </a:blipFill>
                  </a:tcPr>
                </a:tc>
                <a:tc>
                  <a:txBody>
                    <a:bodyPr/>
                    <a:lstStyle/>
                    <a:p>
                      <a:endParaRPr lang="en-IN"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blipFill dpi="0" rotWithShape="1">
                      <a:blip r:embed="rId2"/>
                      <a:srcRect/>
                      <a:tile tx="0" ty="0" sx="100000" sy="100000" flip="none" algn="br"/>
                    </a:blipFill>
                  </a:tcPr>
                </a:tc>
                <a:tc>
                  <a:txBody>
                    <a:bodyPr/>
                    <a:lstStyle/>
                    <a:p>
                      <a:endParaRPr lang="en-IN"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blipFill dpi="0" rotWithShape="1">
                      <a:blip r:embed="rId2"/>
                      <a:srcRect/>
                      <a:tile tx="0" ty="0" sx="100000" sy="100000" flip="none" algn="br"/>
                    </a:blipFill>
                  </a:tcPr>
                </a:tc>
                <a:extLst>
                  <a:ext uri="{0D108BD9-81ED-4DB2-BD59-A6C34878D82A}">
                    <a16:rowId xmlns:a16="http://schemas.microsoft.com/office/drawing/2014/main" val="2002513493"/>
                  </a:ext>
                </a:extLst>
              </a:tr>
              <a:tr h="499721">
                <a:tc>
                  <a:txBody>
                    <a:bodyPr/>
                    <a:lstStyle/>
                    <a:p>
                      <a:endParaRPr lang="en-IN"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blipFill dpi="0" rotWithShape="1">
                      <a:blip r:embed="rId2"/>
                      <a:srcRect/>
                      <a:tile tx="0" ty="0" sx="100000" sy="100000" flip="none" algn="br"/>
                    </a:blipFill>
                  </a:tcPr>
                </a:tc>
                <a:tc>
                  <a:txBody>
                    <a:bodyPr/>
                    <a:lstStyle/>
                    <a:p>
                      <a:endParaRPr lang="en-IN"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blipFill dpi="0" rotWithShape="1">
                      <a:blip r:embed="rId2"/>
                      <a:srcRect/>
                      <a:tile tx="0" ty="0" sx="100000" sy="100000" flip="none" algn="br"/>
                    </a:blipFill>
                  </a:tcPr>
                </a:tc>
                <a:tc>
                  <a:txBody>
                    <a:bodyPr/>
                    <a:lstStyle/>
                    <a:p>
                      <a:endParaRPr lang="en-IN"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blipFill dpi="0" rotWithShape="1">
                      <a:blip r:embed="rId2"/>
                      <a:srcRect/>
                      <a:tile tx="0" ty="0" sx="100000" sy="100000" flip="none" algn="br"/>
                    </a:blipFill>
                  </a:tcPr>
                </a:tc>
                <a:tc>
                  <a:txBody>
                    <a:bodyPr/>
                    <a:lstStyle/>
                    <a:p>
                      <a:endParaRPr lang="en-IN"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blipFill dpi="0" rotWithShape="1">
                      <a:blip r:embed="rId2"/>
                      <a:srcRect/>
                      <a:tile tx="0" ty="0" sx="100000" sy="100000" flip="none" algn="br"/>
                    </a:blipFill>
                  </a:tcPr>
                </a:tc>
                <a:tc>
                  <a:txBody>
                    <a:bodyPr/>
                    <a:lstStyle/>
                    <a:p>
                      <a:endParaRPr lang="en-IN"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blipFill dpi="0" rotWithShape="1">
                      <a:blip r:embed="rId2"/>
                      <a:srcRect/>
                      <a:tile tx="0" ty="0" sx="100000" sy="100000" flip="none" algn="br"/>
                    </a:blipFill>
                  </a:tcPr>
                </a:tc>
                <a:tc>
                  <a:txBody>
                    <a:bodyPr/>
                    <a:lstStyle/>
                    <a:p>
                      <a:endParaRPr lang="en-IN"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blipFill dpi="0" rotWithShape="1">
                      <a:blip r:embed="rId2"/>
                      <a:srcRect/>
                      <a:tile tx="0" ty="0" sx="100000" sy="100000" flip="none" algn="br"/>
                    </a:blipFill>
                  </a:tcPr>
                </a:tc>
                <a:tc>
                  <a:txBody>
                    <a:bodyPr/>
                    <a:lstStyle/>
                    <a:p>
                      <a:endParaRPr lang="en-IN"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blipFill dpi="0" rotWithShape="1">
                      <a:blip r:embed="rId2"/>
                      <a:srcRect/>
                      <a:tile tx="0" ty="0" sx="100000" sy="100000" flip="none" algn="br"/>
                    </a:blipFill>
                  </a:tcPr>
                </a:tc>
                <a:tc>
                  <a:txBody>
                    <a:bodyPr/>
                    <a:lstStyle/>
                    <a:p>
                      <a:endParaRPr lang="en-IN"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blipFill dpi="0" rotWithShape="1">
                      <a:blip r:embed="rId2"/>
                      <a:srcRect/>
                      <a:tile tx="0" ty="0" sx="100000" sy="100000" flip="none" algn="br"/>
                    </a:blipFill>
                  </a:tcPr>
                </a:tc>
                <a:tc>
                  <a:txBody>
                    <a:bodyPr/>
                    <a:lstStyle/>
                    <a:p>
                      <a:endParaRPr lang="en-IN"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blipFill dpi="0" rotWithShape="1">
                      <a:blip r:embed="rId2"/>
                      <a:srcRect/>
                      <a:tile tx="0" ty="0" sx="100000" sy="100000" flip="none" algn="br"/>
                    </a:blipFill>
                  </a:tcPr>
                </a:tc>
                <a:tc>
                  <a:txBody>
                    <a:bodyPr/>
                    <a:lstStyle/>
                    <a:p>
                      <a:endParaRPr lang="en-IN"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blipFill dpi="0" rotWithShape="1">
                      <a:blip r:embed="rId2"/>
                      <a:srcRect/>
                      <a:tile tx="0" ty="0" sx="100000" sy="100000" flip="none" algn="br"/>
                    </a:blipFill>
                  </a:tcPr>
                </a:tc>
                <a:extLst>
                  <a:ext uri="{0D108BD9-81ED-4DB2-BD59-A6C34878D82A}">
                    <a16:rowId xmlns:a16="http://schemas.microsoft.com/office/drawing/2014/main" val="2519885551"/>
                  </a:ext>
                </a:extLst>
              </a:tr>
              <a:tr h="506662">
                <a:tc>
                  <a:txBody>
                    <a:bodyPr/>
                    <a:lstStyle/>
                    <a:p>
                      <a:endParaRPr lang="en-IN"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blipFill dpi="0" rotWithShape="1">
                      <a:blip r:embed="rId2"/>
                      <a:srcRect/>
                      <a:tile tx="0" ty="0" sx="100000" sy="100000" flip="none" algn="br"/>
                    </a:blipFill>
                  </a:tcPr>
                </a:tc>
                <a:tc>
                  <a:txBody>
                    <a:bodyPr/>
                    <a:lstStyle/>
                    <a:p>
                      <a:endParaRPr lang="en-IN"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blipFill dpi="0" rotWithShape="1">
                      <a:blip r:embed="rId2"/>
                      <a:srcRect/>
                      <a:tile tx="0" ty="0" sx="100000" sy="100000" flip="none" algn="br"/>
                    </a:blipFill>
                  </a:tcPr>
                </a:tc>
                <a:tc>
                  <a:txBody>
                    <a:bodyPr/>
                    <a:lstStyle/>
                    <a:p>
                      <a:endParaRPr lang="en-IN"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blipFill dpi="0" rotWithShape="1">
                      <a:blip r:embed="rId2"/>
                      <a:srcRect/>
                      <a:tile tx="0" ty="0" sx="100000" sy="100000" flip="none" algn="br"/>
                    </a:blipFill>
                  </a:tcPr>
                </a:tc>
                <a:tc>
                  <a:txBody>
                    <a:bodyPr/>
                    <a:lstStyle/>
                    <a:p>
                      <a:endParaRPr lang="en-IN"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blipFill dpi="0" rotWithShape="1">
                      <a:blip r:embed="rId2"/>
                      <a:srcRect/>
                      <a:tile tx="0" ty="0" sx="100000" sy="100000" flip="none" algn="br"/>
                    </a:blipFill>
                  </a:tcPr>
                </a:tc>
                <a:tc>
                  <a:txBody>
                    <a:bodyPr/>
                    <a:lstStyle/>
                    <a:p>
                      <a:endParaRPr lang="en-IN"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blipFill dpi="0" rotWithShape="1">
                      <a:blip r:embed="rId2"/>
                      <a:srcRect/>
                      <a:tile tx="0" ty="0" sx="100000" sy="100000" flip="none" algn="br"/>
                    </a:blipFill>
                  </a:tcPr>
                </a:tc>
                <a:tc>
                  <a:txBody>
                    <a:bodyPr/>
                    <a:lstStyle/>
                    <a:p>
                      <a:endParaRPr lang="en-IN"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blipFill dpi="0" rotWithShape="1">
                      <a:blip r:embed="rId2"/>
                      <a:srcRect/>
                      <a:tile tx="0" ty="0" sx="100000" sy="100000" flip="none" algn="br"/>
                    </a:blipFill>
                  </a:tcPr>
                </a:tc>
                <a:tc>
                  <a:txBody>
                    <a:bodyPr/>
                    <a:lstStyle/>
                    <a:p>
                      <a:endParaRPr lang="en-IN"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blipFill dpi="0" rotWithShape="1">
                      <a:blip r:embed="rId2"/>
                      <a:srcRect/>
                      <a:tile tx="0" ty="0" sx="100000" sy="100000" flip="none" algn="br"/>
                    </a:blipFill>
                  </a:tcPr>
                </a:tc>
                <a:tc>
                  <a:txBody>
                    <a:bodyPr/>
                    <a:lstStyle/>
                    <a:p>
                      <a:endParaRPr lang="en-IN"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blipFill dpi="0" rotWithShape="1">
                      <a:blip r:embed="rId2"/>
                      <a:srcRect/>
                      <a:tile tx="0" ty="0" sx="100000" sy="100000" flip="none" algn="br"/>
                    </a:blipFill>
                  </a:tcPr>
                </a:tc>
                <a:tc>
                  <a:txBody>
                    <a:bodyPr/>
                    <a:lstStyle/>
                    <a:p>
                      <a:endParaRPr lang="en-IN"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blipFill dpi="0" rotWithShape="1">
                      <a:blip r:embed="rId2"/>
                      <a:srcRect/>
                      <a:tile tx="0" ty="0" sx="100000" sy="100000" flip="none" algn="br"/>
                    </a:blipFill>
                  </a:tcPr>
                </a:tc>
                <a:tc>
                  <a:txBody>
                    <a:bodyPr/>
                    <a:lstStyle/>
                    <a:p>
                      <a:endParaRPr lang="en-IN"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blipFill dpi="0" rotWithShape="1">
                      <a:blip r:embed="rId2"/>
                      <a:srcRect/>
                      <a:tile tx="0" ty="0" sx="100000" sy="100000" flip="none" algn="br"/>
                    </a:blipFill>
                  </a:tcPr>
                </a:tc>
                <a:extLst>
                  <a:ext uri="{0D108BD9-81ED-4DB2-BD59-A6C34878D82A}">
                    <a16:rowId xmlns:a16="http://schemas.microsoft.com/office/drawing/2014/main" val="3349782178"/>
                  </a:ext>
                </a:extLst>
              </a:tr>
              <a:tr h="506662">
                <a:tc>
                  <a:txBody>
                    <a:bodyPr/>
                    <a:lstStyle/>
                    <a:p>
                      <a:endParaRPr lang="en-IN"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blipFill dpi="0" rotWithShape="1">
                      <a:blip r:embed="rId2"/>
                      <a:srcRect/>
                      <a:tile tx="0" ty="0" sx="100000" sy="100000" flip="none" algn="br"/>
                    </a:blipFill>
                  </a:tcPr>
                </a:tc>
                <a:tc>
                  <a:txBody>
                    <a:bodyPr/>
                    <a:lstStyle/>
                    <a:p>
                      <a:endParaRPr lang="en-IN"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blipFill dpi="0" rotWithShape="1">
                      <a:blip r:embed="rId2"/>
                      <a:srcRect/>
                      <a:tile tx="0" ty="0" sx="100000" sy="100000" flip="none" algn="br"/>
                    </a:blipFill>
                  </a:tcPr>
                </a:tc>
                <a:tc>
                  <a:txBody>
                    <a:bodyPr/>
                    <a:lstStyle/>
                    <a:p>
                      <a:endParaRPr lang="en-IN"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blipFill dpi="0" rotWithShape="1">
                      <a:blip r:embed="rId2"/>
                      <a:srcRect/>
                      <a:tile tx="0" ty="0" sx="100000" sy="100000" flip="none" algn="br"/>
                    </a:blipFill>
                  </a:tcPr>
                </a:tc>
                <a:tc>
                  <a:txBody>
                    <a:bodyPr/>
                    <a:lstStyle/>
                    <a:p>
                      <a:endParaRPr lang="en-IN"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blipFill dpi="0" rotWithShape="1">
                      <a:blip r:embed="rId2"/>
                      <a:srcRect/>
                      <a:tile tx="0" ty="0" sx="100000" sy="100000" flip="none" algn="br"/>
                    </a:blipFill>
                  </a:tcPr>
                </a:tc>
                <a:tc>
                  <a:txBody>
                    <a:bodyPr/>
                    <a:lstStyle/>
                    <a:p>
                      <a:endParaRPr lang="en-IN"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blipFill dpi="0" rotWithShape="1">
                      <a:blip r:embed="rId2"/>
                      <a:srcRect/>
                      <a:tile tx="0" ty="0" sx="100000" sy="100000" flip="none" algn="br"/>
                    </a:blipFill>
                  </a:tcPr>
                </a:tc>
                <a:tc>
                  <a:txBody>
                    <a:bodyPr/>
                    <a:lstStyle/>
                    <a:p>
                      <a:endParaRPr lang="en-IN"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blipFill dpi="0" rotWithShape="1">
                      <a:blip r:embed="rId2"/>
                      <a:srcRect/>
                      <a:tile tx="0" ty="0" sx="100000" sy="100000" flip="none" algn="br"/>
                    </a:blipFill>
                  </a:tcPr>
                </a:tc>
                <a:tc>
                  <a:txBody>
                    <a:bodyPr/>
                    <a:lstStyle/>
                    <a:p>
                      <a:endParaRPr lang="en-IN"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blipFill dpi="0" rotWithShape="1">
                      <a:blip r:embed="rId2"/>
                      <a:srcRect/>
                      <a:tile tx="0" ty="0" sx="100000" sy="100000" flip="none" algn="br"/>
                    </a:blipFill>
                  </a:tcPr>
                </a:tc>
                <a:tc>
                  <a:txBody>
                    <a:bodyPr/>
                    <a:lstStyle/>
                    <a:p>
                      <a:endParaRPr lang="en-IN"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blipFill dpi="0" rotWithShape="1">
                      <a:blip r:embed="rId2"/>
                      <a:srcRect/>
                      <a:tile tx="0" ty="0" sx="100000" sy="100000" flip="none" algn="br"/>
                    </a:blipFill>
                  </a:tcPr>
                </a:tc>
                <a:tc>
                  <a:txBody>
                    <a:bodyPr/>
                    <a:lstStyle/>
                    <a:p>
                      <a:endParaRPr lang="en-IN"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blipFill dpi="0" rotWithShape="1">
                      <a:blip r:embed="rId2"/>
                      <a:srcRect/>
                      <a:tile tx="0" ty="0" sx="100000" sy="100000" flip="none" algn="br"/>
                    </a:blipFill>
                  </a:tcPr>
                </a:tc>
                <a:tc>
                  <a:txBody>
                    <a:bodyPr/>
                    <a:lstStyle/>
                    <a:p>
                      <a:endParaRPr lang="en-IN"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blipFill dpi="0" rotWithShape="1">
                      <a:blip r:embed="rId2"/>
                      <a:srcRect/>
                      <a:tile tx="0" ty="0" sx="100000" sy="100000" flip="none" algn="br"/>
                    </a:blipFill>
                  </a:tcPr>
                </a:tc>
                <a:extLst>
                  <a:ext uri="{0D108BD9-81ED-4DB2-BD59-A6C34878D82A}">
                    <a16:rowId xmlns:a16="http://schemas.microsoft.com/office/drawing/2014/main" val="2839677456"/>
                  </a:ext>
                </a:extLst>
              </a:tr>
              <a:tr h="506662">
                <a:tc>
                  <a:txBody>
                    <a:bodyPr/>
                    <a:lstStyle/>
                    <a:p>
                      <a:endParaRPr lang="en-IN"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blipFill dpi="0" rotWithShape="1">
                      <a:blip r:embed="rId2"/>
                      <a:srcRect/>
                      <a:tile tx="0" ty="0" sx="100000" sy="100000" flip="none" algn="br"/>
                    </a:blipFill>
                  </a:tcPr>
                </a:tc>
                <a:tc>
                  <a:txBody>
                    <a:bodyPr/>
                    <a:lstStyle/>
                    <a:p>
                      <a:endParaRPr lang="en-IN"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blipFill dpi="0" rotWithShape="1">
                      <a:blip r:embed="rId2"/>
                      <a:srcRect/>
                      <a:tile tx="0" ty="0" sx="100000" sy="100000" flip="none" algn="br"/>
                    </a:blipFill>
                  </a:tcPr>
                </a:tc>
                <a:tc>
                  <a:txBody>
                    <a:bodyPr/>
                    <a:lstStyle/>
                    <a:p>
                      <a:endParaRPr lang="en-IN"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blipFill dpi="0" rotWithShape="1">
                      <a:blip r:embed="rId2"/>
                      <a:srcRect/>
                      <a:tile tx="0" ty="0" sx="100000" sy="100000" flip="none" algn="br"/>
                    </a:blipFill>
                  </a:tcPr>
                </a:tc>
                <a:tc>
                  <a:txBody>
                    <a:bodyPr/>
                    <a:lstStyle/>
                    <a:p>
                      <a:endParaRPr lang="en-IN"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blipFill dpi="0" rotWithShape="1">
                      <a:blip r:embed="rId2"/>
                      <a:srcRect/>
                      <a:tile tx="0" ty="0" sx="100000" sy="100000" flip="none" algn="br"/>
                    </a:blipFill>
                  </a:tcPr>
                </a:tc>
                <a:tc>
                  <a:txBody>
                    <a:bodyPr/>
                    <a:lstStyle/>
                    <a:p>
                      <a:endParaRPr lang="en-IN"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blipFill dpi="0" rotWithShape="1">
                      <a:blip r:embed="rId2"/>
                      <a:srcRect/>
                      <a:tile tx="0" ty="0" sx="100000" sy="100000" flip="none" algn="br"/>
                    </a:blipFill>
                  </a:tcPr>
                </a:tc>
                <a:tc>
                  <a:txBody>
                    <a:bodyPr/>
                    <a:lstStyle/>
                    <a:p>
                      <a:endParaRPr lang="en-IN"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blipFill dpi="0" rotWithShape="1">
                      <a:blip r:embed="rId2"/>
                      <a:srcRect/>
                      <a:tile tx="0" ty="0" sx="100000" sy="100000" flip="none" algn="br"/>
                    </a:blipFill>
                  </a:tcPr>
                </a:tc>
                <a:tc>
                  <a:txBody>
                    <a:bodyPr/>
                    <a:lstStyle/>
                    <a:p>
                      <a:endParaRPr lang="en-IN"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blipFill dpi="0" rotWithShape="1">
                      <a:blip r:embed="rId2"/>
                      <a:srcRect/>
                      <a:tile tx="0" ty="0" sx="100000" sy="100000" flip="none" algn="br"/>
                    </a:blipFill>
                  </a:tcPr>
                </a:tc>
                <a:tc>
                  <a:txBody>
                    <a:bodyPr/>
                    <a:lstStyle/>
                    <a:p>
                      <a:endParaRPr lang="en-IN"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blipFill dpi="0" rotWithShape="1">
                      <a:blip r:embed="rId2"/>
                      <a:srcRect/>
                      <a:tile tx="0" ty="0" sx="100000" sy="100000" flip="none" algn="br"/>
                    </a:blipFill>
                  </a:tcPr>
                </a:tc>
                <a:tc>
                  <a:txBody>
                    <a:bodyPr/>
                    <a:lstStyle/>
                    <a:p>
                      <a:endParaRPr lang="en-IN"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blipFill dpi="0" rotWithShape="1">
                      <a:blip r:embed="rId2"/>
                      <a:srcRect/>
                      <a:tile tx="0" ty="0" sx="100000" sy="100000" flip="none" algn="br"/>
                    </a:blipFill>
                  </a:tcPr>
                </a:tc>
                <a:tc>
                  <a:txBody>
                    <a:bodyPr/>
                    <a:lstStyle/>
                    <a:p>
                      <a:endParaRPr lang="en-IN"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blipFill dpi="0" rotWithShape="1">
                      <a:blip r:embed="rId2"/>
                      <a:srcRect/>
                      <a:tile tx="0" ty="0" sx="100000" sy="100000" flip="none" algn="br"/>
                    </a:blipFill>
                  </a:tcPr>
                </a:tc>
                <a:extLst>
                  <a:ext uri="{0D108BD9-81ED-4DB2-BD59-A6C34878D82A}">
                    <a16:rowId xmlns:a16="http://schemas.microsoft.com/office/drawing/2014/main" val="2730652766"/>
                  </a:ext>
                </a:extLst>
              </a:tr>
              <a:tr h="506662">
                <a:tc>
                  <a:txBody>
                    <a:bodyPr/>
                    <a:lstStyle/>
                    <a:p>
                      <a:endParaRPr lang="en-IN"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blipFill dpi="0" rotWithShape="1">
                      <a:blip r:embed="rId2"/>
                      <a:srcRect/>
                      <a:tile tx="0" ty="0" sx="100000" sy="100000" flip="none" algn="br"/>
                    </a:blipFill>
                  </a:tcPr>
                </a:tc>
                <a:tc>
                  <a:txBody>
                    <a:bodyPr/>
                    <a:lstStyle/>
                    <a:p>
                      <a:endParaRPr lang="en-IN"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blipFill dpi="0" rotWithShape="1">
                      <a:blip r:embed="rId2"/>
                      <a:srcRect/>
                      <a:tile tx="0" ty="0" sx="100000" sy="100000" flip="none" algn="br"/>
                    </a:blipFill>
                  </a:tcPr>
                </a:tc>
                <a:tc>
                  <a:txBody>
                    <a:bodyPr/>
                    <a:lstStyle/>
                    <a:p>
                      <a:endParaRPr lang="en-IN"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blipFill dpi="0" rotWithShape="1">
                      <a:blip r:embed="rId2"/>
                      <a:srcRect/>
                      <a:tile tx="0" ty="0" sx="100000" sy="100000" flip="none" algn="br"/>
                    </a:blipFill>
                  </a:tcPr>
                </a:tc>
                <a:tc>
                  <a:txBody>
                    <a:bodyPr/>
                    <a:lstStyle/>
                    <a:p>
                      <a:endParaRPr lang="en-IN"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blipFill dpi="0" rotWithShape="1">
                      <a:blip r:embed="rId2"/>
                      <a:srcRect/>
                      <a:tile tx="0" ty="0" sx="100000" sy="100000" flip="none" algn="br"/>
                    </a:blipFill>
                  </a:tcPr>
                </a:tc>
                <a:tc>
                  <a:txBody>
                    <a:bodyPr/>
                    <a:lstStyle/>
                    <a:p>
                      <a:endParaRPr lang="en-IN"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blipFill dpi="0" rotWithShape="1">
                      <a:blip r:embed="rId2"/>
                      <a:srcRect/>
                      <a:tile tx="0" ty="0" sx="100000" sy="100000" flip="none" algn="br"/>
                    </a:blipFill>
                  </a:tcPr>
                </a:tc>
                <a:tc>
                  <a:txBody>
                    <a:bodyPr/>
                    <a:lstStyle/>
                    <a:p>
                      <a:endParaRPr lang="en-IN"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blipFill dpi="0" rotWithShape="1">
                      <a:blip r:embed="rId2"/>
                      <a:srcRect/>
                      <a:tile tx="0" ty="0" sx="100000" sy="100000" flip="none" algn="br"/>
                    </a:blipFill>
                  </a:tcPr>
                </a:tc>
                <a:tc>
                  <a:txBody>
                    <a:bodyPr/>
                    <a:lstStyle/>
                    <a:p>
                      <a:endParaRPr lang="en-IN"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blipFill dpi="0" rotWithShape="1">
                      <a:blip r:embed="rId2"/>
                      <a:srcRect/>
                      <a:tile tx="0" ty="0" sx="100000" sy="100000" flip="none" algn="br"/>
                    </a:blipFill>
                  </a:tcPr>
                </a:tc>
                <a:tc>
                  <a:txBody>
                    <a:bodyPr/>
                    <a:lstStyle/>
                    <a:p>
                      <a:endParaRPr lang="en-IN"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blipFill dpi="0" rotWithShape="1">
                      <a:blip r:embed="rId2"/>
                      <a:srcRect/>
                      <a:tile tx="0" ty="0" sx="100000" sy="100000" flip="none" algn="br"/>
                    </a:blipFill>
                  </a:tcPr>
                </a:tc>
                <a:tc>
                  <a:txBody>
                    <a:bodyPr/>
                    <a:lstStyle/>
                    <a:p>
                      <a:endParaRPr lang="en-IN"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blipFill dpi="0" rotWithShape="1">
                      <a:blip r:embed="rId2"/>
                      <a:srcRect/>
                      <a:tile tx="0" ty="0" sx="100000" sy="100000" flip="none" algn="br"/>
                    </a:blipFill>
                  </a:tcPr>
                </a:tc>
                <a:tc>
                  <a:txBody>
                    <a:bodyPr/>
                    <a:lstStyle/>
                    <a:p>
                      <a:endParaRPr lang="en-IN"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blipFill dpi="0" rotWithShape="1">
                      <a:blip r:embed="rId2"/>
                      <a:srcRect/>
                      <a:tile tx="0" ty="0" sx="100000" sy="100000" flip="none" algn="br"/>
                    </a:blipFill>
                  </a:tcPr>
                </a:tc>
                <a:extLst>
                  <a:ext uri="{0D108BD9-81ED-4DB2-BD59-A6C34878D82A}">
                    <a16:rowId xmlns:a16="http://schemas.microsoft.com/office/drawing/2014/main" val="503957033"/>
                  </a:ext>
                </a:extLst>
              </a:tr>
            </a:tbl>
          </a:graphicData>
        </a:graphic>
      </p:graphicFrame>
      <p:sp>
        <p:nvSpPr>
          <p:cNvPr id="7" name="Rectangle: Rounded Corners 6">
            <a:extLst>
              <a:ext uri="{FF2B5EF4-FFF2-40B4-BE49-F238E27FC236}">
                <a16:creationId xmlns:a16="http://schemas.microsoft.com/office/drawing/2014/main" id="{79494856-C8A3-778E-9327-DB3D21179600}"/>
              </a:ext>
            </a:extLst>
          </p:cNvPr>
          <p:cNvSpPr/>
          <p:nvPr/>
        </p:nvSpPr>
        <p:spPr>
          <a:xfrm>
            <a:off x="2083442" y="1086477"/>
            <a:ext cx="5034987" cy="1423686"/>
          </a:xfrm>
          <a:prstGeom prst="round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n-IN" sz="4800" b="1" dirty="0">
                <a:ln w="10160">
                  <a:solidFill>
                    <a:schemeClr val="accent5"/>
                  </a:solidFill>
                  <a:prstDash val="solid"/>
                </a:ln>
                <a:solidFill>
                  <a:srgbClr val="FFFFFF"/>
                </a:solidFill>
                <a:effectLst>
                  <a:outerShdw blurRad="38100" dist="22860" dir="5400000" algn="tl" rotWithShape="0">
                    <a:srgbClr val="000000">
                      <a:alpha val="30000"/>
                    </a:srgbClr>
                  </a:outerShdw>
                </a:effectLst>
              </a:rPr>
              <a:t>Technology stack </a:t>
            </a:r>
          </a:p>
        </p:txBody>
      </p:sp>
      <p:pic>
        <p:nvPicPr>
          <p:cNvPr id="9" name="Graphic 8" descr="Document with solid fill">
            <a:extLst>
              <a:ext uri="{FF2B5EF4-FFF2-40B4-BE49-F238E27FC236}">
                <a16:creationId xmlns:a16="http://schemas.microsoft.com/office/drawing/2014/main" id="{1DCBB778-23EF-1282-A292-7FACB94EBA6C}"/>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451975" y="751776"/>
            <a:ext cx="669402" cy="669402"/>
          </a:xfrm>
          <a:prstGeom prst="rect">
            <a:avLst/>
          </a:prstGeom>
        </p:spPr>
      </p:pic>
      <p:graphicFrame>
        <p:nvGraphicFramePr>
          <p:cNvPr id="11" name="Table 10">
            <a:extLst>
              <a:ext uri="{FF2B5EF4-FFF2-40B4-BE49-F238E27FC236}">
                <a16:creationId xmlns:a16="http://schemas.microsoft.com/office/drawing/2014/main" id="{FE343ED1-D78D-B5CB-5226-1C745A5A54C8}"/>
              </a:ext>
            </a:extLst>
          </p:cNvPr>
          <p:cNvGraphicFramePr>
            <a:graphicFrameLocks noGrp="1"/>
          </p:cNvGraphicFramePr>
          <p:nvPr>
            <p:extLst>
              <p:ext uri="{D42A27DB-BD31-4B8C-83A1-F6EECF244321}">
                <p14:modId xmlns:p14="http://schemas.microsoft.com/office/powerpoint/2010/main" val="1366157938"/>
              </p:ext>
            </p:extLst>
          </p:nvPr>
        </p:nvGraphicFramePr>
        <p:xfrm>
          <a:off x="7280478" y="611915"/>
          <a:ext cx="4595148" cy="6063495"/>
        </p:xfrm>
        <a:graphic>
          <a:graphicData uri="http://schemas.openxmlformats.org/drawingml/2006/table">
            <a:tbl>
              <a:tblPr firstRow="1" bandRow="1">
                <a:tableStyleId>{8799B23B-EC83-4686-B30A-512413B5E67A}</a:tableStyleId>
              </a:tblPr>
              <a:tblGrid>
                <a:gridCol w="4595148">
                  <a:extLst>
                    <a:ext uri="{9D8B030D-6E8A-4147-A177-3AD203B41FA5}">
                      <a16:colId xmlns:a16="http://schemas.microsoft.com/office/drawing/2014/main" val="689142653"/>
                    </a:ext>
                  </a:extLst>
                </a:gridCol>
              </a:tblGrid>
              <a:tr h="1114313">
                <a:tc>
                  <a:txBody>
                    <a:bodyPr/>
                    <a:lstStyle/>
                    <a:p>
                      <a:r>
                        <a:rPr lang="en-US" sz="2800" b="1" dirty="0">
                          <a:solidFill>
                            <a:schemeClr val="bg1"/>
                          </a:solidFill>
                        </a:rPr>
                        <a:t>             </a:t>
                      </a:r>
                      <a:r>
                        <a:rPr lang="en-US" sz="2400" b="1" dirty="0">
                          <a:solidFill>
                            <a:schemeClr val="bg1"/>
                          </a:solidFill>
                        </a:rPr>
                        <a:t>Programming </a:t>
                      </a:r>
                    </a:p>
                    <a:p>
                      <a:r>
                        <a:rPr lang="en-US" sz="2400" b="1" dirty="0">
                          <a:solidFill>
                            <a:schemeClr val="bg1"/>
                          </a:solidFill>
                        </a:rPr>
                        <a:t>               Language : Python</a:t>
                      </a:r>
                      <a:endParaRPr lang="en-IN" sz="2400" b="1" dirty="0">
                        <a:solidFill>
                          <a:schemeClr val="bg1"/>
                        </a:solidFill>
                      </a:endParaRPr>
                    </a:p>
                  </a:txBody>
                  <a:tcPr/>
                </a:tc>
                <a:extLst>
                  <a:ext uri="{0D108BD9-81ED-4DB2-BD59-A6C34878D82A}">
                    <a16:rowId xmlns:a16="http://schemas.microsoft.com/office/drawing/2014/main" val="2744197073"/>
                  </a:ext>
                </a:extLst>
              </a:tr>
              <a:tr h="1119601">
                <a:tc>
                  <a:txBody>
                    <a:bodyPr/>
                    <a:lstStyle/>
                    <a:p>
                      <a:r>
                        <a:rPr lang="en-US" sz="2400" b="1" dirty="0">
                          <a:solidFill>
                            <a:schemeClr val="bg1"/>
                          </a:solidFill>
                        </a:rPr>
                        <a:t>               Data Libraries : </a:t>
                      </a:r>
                      <a:r>
                        <a:rPr lang="en-IN" sz="2400" b="1" dirty="0">
                          <a:solidFill>
                            <a:schemeClr val="bg1"/>
                          </a:solidFill>
                        </a:rPr>
                        <a:t>Pandas, </a:t>
                      </a:r>
                    </a:p>
                    <a:p>
                      <a:r>
                        <a:rPr lang="en-IN" sz="2400" b="1" dirty="0">
                          <a:solidFill>
                            <a:schemeClr val="bg1"/>
                          </a:solidFill>
                        </a:rPr>
                        <a:t>               NumPy, Scikit-learn</a:t>
                      </a:r>
                    </a:p>
                  </a:txBody>
                  <a:tcPr/>
                </a:tc>
                <a:extLst>
                  <a:ext uri="{0D108BD9-81ED-4DB2-BD59-A6C34878D82A}">
                    <a16:rowId xmlns:a16="http://schemas.microsoft.com/office/drawing/2014/main" val="734764263"/>
                  </a:ext>
                </a:extLst>
              </a:tr>
              <a:tr h="1076445">
                <a:tc>
                  <a:txBody>
                    <a:bodyPr/>
                    <a:lstStyle/>
                    <a:p>
                      <a:r>
                        <a:rPr lang="en-US" sz="2400" b="1" dirty="0">
                          <a:solidFill>
                            <a:schemeClr val="bg1"/>
                          </a:solidFill>
                        </a:rPr>
                        <a:t>               Machine Learning </a:t>
                      </a:r>
                    </a:p>
                    <a:p>
                      <a:r>
                        <a:rPr lang="en-US" sz="2400" b="1" dirty="0">
                          <a:solidFill>
                            <a:schemeClr val="bg1"/>
                          </a:solidFill>
                        </a:rPr>
                        <a:t>               Library : XGBoost</a:t>
                      </a:r>
                      <a:endParaRPr lang="en-IN" sz="2400" b="1" dirty="0">
                        <a:solidFill>
                          <a:schemeClr val="bg1"/>
                        </a:solidFill>
                      </a:endParaRPr>
                    </a:p>
                  </a:txBody>
                  <a:tcPr/>
                </a:tc>
                <a:extLst>
                  <a:ext uri="{0D108BD9-81ED-4DB2-BD59-A6C34878D82A}">
                    <a16:rowId xmlns:a16="http://schemas.microsoft.com/office/drawing/2014/main" val="1808762045"/>
                  </a:ext>
                </a:extLst>
              </a:tr>
              <a:tr h="973817">
                <a:tc>
                  <a:txBody>
                    <a:bodyPr/>
                    <a:lstStyle/>
                    <a:p>
                      <a:r>
                        <a:rPr lang="en-US" sz="2400" b="1" dirty="0">
                          <a:solidFill>
                            <a:schemeClr val="bg1"/>
                          </a:solidFill>
                        </a:rPr>
                        <a:t>               Visualization : Plotly, </a:t>
                      </a:r>
                    </a:p>
                    <a:p>
                      <a:r>
                        <a:rPr lang="en-US" sz="2400" b="1" dirty="0">
                          <a:solidFill>
                            <a:schemeClr val="bg1"/>
                          </a:solidFill>
                        </a:rPr>
                        <a:t>               Streamlit</a:t>
                      </a:r>
                      <a:endParaRPr lang="en-IN" sz="2400" b="1" dirty="0">
                        <a:solidFill>
                          <a:schemeClr val="bg1"/>
                        </a:solidFill>
                      </a:endParaRPr>
                    </a:p>
                  </a:txBody>
                  <a:tcPr/>
                </a:tc>
                <a:extLst>
                  <a:ext uri="{0D108BD9-81ED-4DB2-BD59-A6C34878D82A}">
                    <a16:rowId xmlns:a16="http://schemas.microsoft.com/office/drawing/2014/main" val="2753532352"/>
                  </a:ext>
                </a:extLst>
              </a:tr>
              <a:tr h="1045503">
                <a:tc>
                  <a:txBody>
                    <a:bodyPr/>
                    <a:lstStyle/>
                    <a:p>
                      <a:r>
                        <a:rPr lang="en-US" sz="2400" b="1" dirty="0">
                          <a:solidFill>
                            <a:schemeClr val="bg1"/>
                          </a:solidFill>
                        </a:rPr>
                        <a:t>               Deployment: Cloud , </a:t>
                      </a:r>
                    </a:p>
                    <a:p>
                      <a:r>
                        <a:rPr lang="en-US" sz="2400" b="1" dirty="0">
                          <a:solidFill>
                            <a:schemeClr val="bg1"/>
                          </a:solidFill>
                        </a:rPr>
                        <a:t>               Docker, Streamlit Web </a:t>
                      </a:r>
                      <a:endParaRPr lang="en-IN" sz="2400" b="1" dirty="0">
                        <a:solidFill>
                          <a:schemeClr val="bg1"/>
                        </a:solidFill>
                      </a:endParaRPr>
                    </a:p>
                  </a:txBody>
                  <a:tcPr/>
                </a:tc>
                <a:extLst>
                  <a:ext uri="{0D108BD9-81ED-4DB2-BD59-A6C34878D82A}">
                    <a16:rowId xmlns:a16="http://schemas.microsoft.com/office/drawing/2014/main" val="542230989"/>
                  </a:ext>
                </a:extLst>
              </a:tr>
              <a:tr h="733816">
                <a:tc>
                  <a:txBody>
                    <a:bodyPr/>
                    <a:lstStyle/>
                    <a:p>
                      <a:r>
                        <a:rPr lang="en-US" sz="2400" b="1" dirty="0">
                          <a:solidFill>
                            <a:schemeClr val="bg1"/>
                          </a:solidFill>
                        </a:rPr>
                        <a:t>               Data Formats : CSV, Joblib</a:t>
                      </a:r>
                      <a:endParaRPr lang="en-IN" sz="2400" b="1" dirty="0">
                        <a:solidFill>
                          <a:schemeClr val="bg1"/>
                        </a:solidFill>
                      </a:endParaRPr>
                    </a:p>
                  </a:txBody>
                  <a:tcPr/>
                </a:tc>
                <a:extLst>
                  <a:ext uri="{0D108BD9-81ED-4DB2-BD59-A6C34878D82A}">
                    <a16:rowId xmlns:a16="http://schemas.microsoft.com/office/drawing/2014/main" val="1203505796"/>
                  </a:ext>
                </a:extLst>
              </a:tr>
            </a:tbl>
          </a:graphicData>
        </a:graphic>
      </p:graphicFrame>
      <p:pic>
        <p:nvPicPr>
          <p:cNvPr id="13" name="Graphic 12" descr="Books with solid fill">
            <a:extLst>
              <a:ext uri="{FF2B5EF4-FFF2-40B4-BE49-F238E27FC236}">
                <a16:creationId xmlns:a16="http://schemas.microsoft.com/office/drawing/2014/main" id="{1FB47179-746D-5F52-8ACA-088B3BA1A6FF}"/>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451975" y="1798320"/>
            <a:ext cx="791901" cy="791901"/>
          </a:xfrm>
          <a:prstGeom prst="rect">
            <a:avLst/>
          </a:prstGeom>
        </p:spPr>
      </p:pic>
      <p:pic>
        <p:nvPicPr>
          <p:cNvPr id="15" name="Graphic 14" descr="Robot with solid fill">
            <a:extLst>
              <a:ext uri="{FF2B5EF4-FFF2-40B4-BE49-F238E27FC236}">
                <a16:creationId xmlns:a16="http://schemas.microsoft.com/office/drawing/2014/main" id="{7E7359B4-826C-EDFF-6D0C-C1442D8D7A07}"/>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7390725" y="2906161"/>
            <a:ext cx="914400" cy="914400"/>
          </a:xfrm>
          <a:prstGeom prst="rect">
            <a:avLst/>
          </a:prstGeom>
        </p:spPr>
      </p:pic>
      <p:pic>
        <p:nvPicPr>
          <p:cNvPr id="17" name="Graphic 16" descr="Bar chart with solid fill">
            <a:extLst>
              <a:ext uri="{FF2B5EF4-FFF2-40B4-BE49-F238E27FC236}">
                <a16:creationId xmlns:a16="http://schemas.microsoft.com/office/drawing/2014/main" id="{1A3358E1-3536-B0B0-5D39-196FAAFDA64F}"/>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7390725" y="3990853"/>
            <a:ext cx="791901" cy="791901"/>
          </a:xfrm>
          <a:prstGeom prst="rect">
            <a:avLst/>
          </a:prstGeom>
        </p:spPr>
      </p:pic>
      <p:pic>
        <p:nvPicPr>
          <p:cNvPr id="21" name="Graphic 20" descr="Cloud Computing with solid fill">
            <a:extLst>
              <a:ext uri="{FF2B5EF4-FFF2-40B4-BE49-F238E27FC236}">
                <a16:creationId xmlns:a16="http://schemas.microsoft.com/office/drawing/2014/main" id="{DA32F844-B18F-1806-4127-9CDCF659B06F}"/>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7390725" y="4998430"/>
            <a:ext cx="791901" cy="791901"/>
          </a:xfrm>
          <a:prstGeom prst="rect">
            <a:avLst/>
          </a:prstGeom>
        </p:spPr>
      </p:pic>
      <p:pic>
        <p:nvPicPr>
          <p:cNvPr id="23" name="Graphic 22" descr="Database with solid fill">
            <a:extLst>
              <a:ext uri="{FF2B5EF4-FFF2-40B4-BE49-F238E27FC236}">
                <a16:creationId xmlns:a16="http://schemas.microsoft.com/office/drawing/2014/main" id="{6CDE078E-2CDC-B6EE-27D1-5942CEDA07EA}"/>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7451975" y="5989945"/>
            <a:ext cx="599665" cy="599665"/>
          </a:xfrm>
          <a:prstGeom prst="rect">
            <a:avLst/>
          </a:prstGeom>
        </p:spPr>
      </p:pic>
    </p:spTree>
    <p:extLst>
      <p:ext uri="{BB962C8B-B14F-4D97-AF65-F5344CB8AC3E}">
        <p14:creationId xmlns:p14="http://schemas.microsoft.com/office/powerpoint/2010/main" val="425093328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tx1"/>
            </a:gs>
            <a:gs pos="35000">
              <a:schemeClr val="tx1">
                <a:lumMod val="85000"/>
                <a:lumOff val="15000"/>
              </a:schemeClr>
            </a:gs>
            <a:gs pos="73000">
              <a:schemeClr val="tx1">
                <a:lumMod val="85000"/>
                <a:lumOff val="15000"/>
              </a:schemeClr>
            </a:gs>
            <a:gs pos="100000">
              <a:schemeClr val="tx1">
                <a:lumMod val="100000"/>
              </a:schemeClr>
            </a:gs>
          </a:gsLst>
          <a:path path="shape">
            <a:fillToRect l="50000" t="50000" r="50000" b="50000"/>
          </a:path>
          <a:tileRect/>
        </a:gradFill>
        <a:effectLst/>
      </p:bgPr>
    </p:bg>
    <p:spTree>
      <p:nvGrpSpPr>
        <p:cNvPr id="1" name=""/>
        <p:cNvGrpSpPr/>
        <p:nvPr/>
      </p:nvGrpSpPr>
      <p:grpSpPr>
        <a:xfrm>
          <a:off x="0" y="0"/>
          <a:ext cx="0" cy="0"/>
          <a:chOff x="0" y="0"/>
          <a:chExt cx="0" cy="0"/>
        </a:xfrm>
      </p:grpSpPr>
      <p:sp>
        <p:nvSpPr>
          <p:cNvPr id="5" name="Oval 4">
            <a:extLst>
              <a:ext uri="{FF2B5EF4-FFF2-40B4-BE49-F238E27FC236}">
                <a16:creationId xmlns:a16="http://schemas.microsoft.com/office/drawing/2014/main" id="{45A7656A-9F81-9008-DEA2-66F9C20ED310}"/>
              </a:ext>
            </a:extLst>
          </p:cNvPr>
          <p:cNvSpPr/>
          <p:nvPr/>
        </p:nvSpPr>
        <p:spPr>
          <a:xfrm>
            <a:off x="370390" y="688694"/>
            <a:ext cx="4930815" cy="4560425"/>
          </a:xfrm>
          <a:prstGeom prst="ellipse">
            <a:avLst/>
          </a:prstGeom>
          <a:effectLst>
            <a:outerShdw blurRad="317500" dist="203200" dir="5100000" sx="104000" sy="104000" algn="l" rotWithShape="0">
              <a:schemeClr val="bg2">
                <a:alpha val="31000"/>
              </a:schemeClr>
            </a:outerShdw>
            <a:softEdge rad="127000"/>
          </a:effectLst>
        </p:spPr>
        <p:style>
          <a:lnRef idx="1">
            <a:schemeClr val="dk1"/>
          </a:lnRef>
          <a:fillRef idx="2">
            <a:schemeClr val="dk1"/>
          </a:fillRef>
          <a:effectRef idx="1">
            <a:schemeClr val="dk1"/>
          </a:effectRef>
          <a:fontRef idx="minor">
            <a:schemeClr val="dk1"/>
          </a:fontRef>
        </p:style>
        <p:txBody>
          <a:bodyPr rtlCol="0" anchor="ctr"/>
          <a:lstStyle/>
          <a:p>
            <a:pPr algn="ctr"/>
            <a:r>
              <a:rPr lang="en-US" sz="4000" b="1" dirty="0">
                <a:ln w="10160">
                  <a:solidFill>
                    <a:schemeClr val="accent5"/>
                  </a:solidFill>
                  <a:prstDash val="solid"/>
                </a:ln>
                <a:solidFill>
                  <a:srgbClr val="FFFFFF"/>
                </a:solidFill>
                <a:effectLst>
                  <a:glow rad="254000">
                    <a:schemeClr val="accent3">
                      <a:satMod val="175000"/>
                      <a:alpha val="40000"/>
                    </a:schemeClr>
                  </a:glow>
                  <a:outerShdw blurRad="101600" dist="38100" dir="8100000" algn="tr" rotWithShape="0">
                    <a:prstClr val="black">
                      <a:alpha val="40000"/>
                    </a:prstClr>
                  </a:outerShdw>
                </a:effectLst>
              </a:rPr>
              <a:t>Design Considerations</a:t>
            </a:r>
            <a:endParaRPr lang="en-IN" sz="4000" b="1" dirty="0">
              <a:ln w="10160">
                <a:solidFill>
                  <a:schemeClr val="accent5"/>
                </a:solidFill>
                <a:prstDash val="solid"/>
              </a:ln>
              <a:solidFill>
                <a:srgbClr val="FFFFFF"/>
              </a:solidFill>
              <a:effectLst>
                <a:glow rad="254000">
                  <a:schemeClr val="accent3">
                    <a:satMod val="175000"/>
                    <a:alpha val="40000"/>
                  </a:schemeClr>
                </a:glow>
                <a:outerShdw blurRad="101600" dist="38100" dir="8100000" algn="tr" rotWithShape="0">
                  <a:prstClr val="black">
                    <a:alpha val="40000"/>
                  </a:prstClr>
                </a:outerShdw>
              </a:effectLst>
            </a:endParaRPr>
          </a:p>
        </p:txBody>
      </p:sp>
      <p:sp>
        <p:nvSpPr>
          <p:cNvPr id="6" name="Oval 5">
            <a:extLst>
              <a:ext uri="{FF2B5EF4-FFF2-40B4-BE49-F238E27FC236}">
                <a16:creationId xmlns:a16="http://schemas.microsoft.com/office/drawing/2014/main" id="{3B06ED0D-498A-60E2-6C13-E3EA304D72EA}"/>
              </a:ext>
            </a:extLst>
          </p:cNvPr>
          <p:cNvSpPr/>
          <p:nvPr/>
        </p:nvSpPr>
        <p:spPr>
          <a:xfrm>
            <a:off x="3379809" y="3622876"/>
            <a:ext cx="3310358" cy="2720051"/>
          </a:xfrm>
          <a:prstGeom prst="ellipse">
            <a:avLst/>
          </a:prstGeom>
          <a:blipFill>
            <a:blip r:embed="rId2">
              <a:extLst>
                <a:ext uri="{837473B0-CC2E-450A-ABE3-18F120FF3D39}">
                  <a1611:picAttrSrcUrl xmlns:a1611="http://schemas.microsoft.com/office/drawing/2016/11/main" r:id="rId3"/>
                </a:ext>
              </a:extLst>
            </a:blip>
            <a:stretch>
              <a:fillRect/>
            </a:stretch>
          </a:blipFill>
          <a:effectLst>
            <a:outerShdw blurRad="50800" dist="38100" algn="l" rotWithShape="0">
              <a:schemeClr val="bg1">
                <a:alpha val="40000"/>
              </a:schemeClr>
            </a:outerShdw>
            <a:softEdge rad="127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graphicFrame>
        <p:nvGraphicFramePr>
          <p:cNvPr id="7" name="Table 6">
            <a:extLst>
              <a:ext uri="{FF2B5EF4-FFF2-40B4-BE49-F238E27FC236}">
                <a16:creationId xmlns:a16="http://schemas.microsoft.com/office/drawing/2014/main" id="{5FE5F3E7-89F9-4F22-1144-F0422031E0A0}"/>
              </a:ext>
            </a:extLst>
          </p:cNvPr>
          <p:cNvGraphicFramePr>
            <a:graphicFrameLocks noGrp="1"/>
          </p:cNvGraphicFramePr>
          <p:nvPr>
            <p:extLst>
              <p:ext uri="{D42A27DB-BD31-4B8C-83A1-F6EECF244321}">
                <p14:modId xmlns:p14="http://schemas.microsoft.com/office/powerpoint/2010/main" val="2100432718"/>
              </p:ext>
            </p:extLst>
          </p:nvPr>
        </p:nvGraphicFramePr>
        <p:xfrm>
          <a:off x="5693458" y="688694"/>
          <a:ext cx="6128152" cy="4925028"/>
        </p:xfrm>
        <a:graphic>
          <a:graphicData uri="http://schemas.openxmlformats.org/drawingml/2006/table">
            <a:tbl>
              <a:tblPr firstRow="1" bandRow="1">
                <a:tableStyleId>{8799B23B-EC83-4686-B30A-512413B5E67A}</a:tableStyleId>
              </a:tblPr>
              <a:tblGrid>
                <a:gridCol w="6128152">
                  <a:extLst>
                    <a:ext uri="{9D8B030D-6E8A-4147-A177-3AD203B41FA5}">
                      <a16:colId xmlns:a16="http://schemas.microsoft.com/office/drawing/2014/main" val="3917147319"/>
                    </a:ext>
                  </a:extLst>
                </a:gridCol>
              </a:tblGrid>
              <a:tr h="1231257">
                <a:tc>
                  <a:txBody>
                    <a:bodyPr/>
                    <a:lstStyle/>
                    <a:p>
                      <a:r>
                        <a:rPr lang="en-US" sz="2800" b="1" dirty="0">
                          <a:solidFill>
                            <a:schemeClr val="bg1"/>
                          </a:solidFill>
                        </a:rPr>
                        <a:t>              Modular structure enhances </a:t>
                      </a:r>
                    </a:p>
                    <a:p>
                      <a:r>
                        <a:rPr lang="en-US" sz="2800" b="1" dirty="0">
                          <a:solidFill>
                            <a:schemeClr val="bg1"/>
                          </a:solidFill>
                        </a:rPr>
                        <a:t>              maintainability</a:t>
                      </a:r>
                      <a:endParaRPr lang="en-IN" sz="2800" b="1" dirty="0">
                        <a:solidFill>
                          <a:schemeClr val="bg1"/>
                        </a:solidFill>
                      </a:endParaRPr>
                    </a:p>
                  </a:txBody>
                  <a:tcPr>
                    <a:lnL w="12700" cmpd="sng">
                      <a:noFill/>
                    </a:lnL>
                    <a:lnR w="12700" cmpd="sng">
                      <a:noFill/>
                    </a:lnR>
                    <a:lnT w="12700" cmpd="sng">
                      <a:noFill/>
                    </a:lnT>
                    <a:lnB w="25400" cmpd="sng">
                      <a:noFill/>
                    </a:lnB>
                    <a:lnTlToBr w="12700" cmpd="sng">
                      <a:noFill/>
                      <a:prstDash val="solid"/>
                    </a:lnTlToBr>
                    <a:lnBlToTr w="12700" cmpd="sng">
                      <a:noFill/>
                      <a:prstDash val="solid"/>
                    </a:lnBlToTr>
                  </a:tcPr>
                </a:tc>
                <a:extLst>
                  <a:ext uri="{0D108BD9-81ED-4DB2-BD59-A6C34878D82A}">
                    <a16:rowId xmlns:a16="http://schemas.microsoft.com/office/drawing/2014/main" val="327004905"/>
                  </a:ext>
                </a:extLst>
              </a:tr>
              <a:tr h="1231257">
                <a:tc>
                  <a:txBody>
                    <a:bodyPr/>
                    <a:lstStyle/>
                    <a:p>
                      <a:r>
                        <a:rPr lang="en-US" sz="2800" b="1" dirty="0">
                          <a:solidFill>
                            <a:schemeClr val="bg1"/>
                          </a:solidFill>
                        </a:rPr>
                        <a:t>              Fault tolerance ensures system </a:t>
                      </a:r>
                    </a:p>
                    <a:p>
                      <a:r>
                        <a:rPr lang="en-US" sz="2800" b="1" dirty="0">
                          <a:solidFill>
                            <a:schemeClr val="bg1"/>
                          </a:solidFill>
                        </a:rPr>
                        <a:t>              reliability</a:t>
                      </a:r>
                      <a:endParaRPr lang="en-IN" sz="2800" b="1" dirty="0">
                        <a:solidFill>
                          <a:schemeClr val="bg1"/>
                        </a:solidFill>
                      </a:endParaRPr>
                    </a:p>
                  </a:txBody>
                  <a:tcPr>
                    <a:lnL w="12700" cmpd="sng">
                      <a:noFill/>
                    </a:lnL>
                    <a:lnR w="12700" cmpd="sng">
                      <a:noFill/>
                    </a:lnR>
                    <a:lnT w="254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3975161"/>
                  </a:ext>
                </a:extLst>
              </a:tr>
              <a:tr h="1231257">
                <a:tc>
                  <a:txBody>
                    <a:bodyPr/>
                    <a:lstStyle/>
                    <a:p>
                      <a:r>
                        <a:rPr lang="en-US" sz="2800" b="1" dirty="0">
                          <a:solidFill>
                            <a:schemeClr val="bg1"/>
                          </a:solidFill>
                        </a:rPr>
                        <a:t>              Secure data handling is crucial</a:t>
                      </a:r>
                      <a:endParaRPr lang="en-IN" sz="2800" b="1" dirty="0">
                        <a:solidFill>
                          <a:schemeClr val="bg1"/>
                        </a:solidFill>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456035918"/>
                  </a:ext>
                </a:extLst>
              </a:tr>
              <a:tr h="1231257">
                <a:tc>
                  <a:txBody>
                    <a:bodyPr/>
                    <a:lstStyle/>
                    <a:p>
                      <a:r>
                        <a:rPr lang="en-US" sz="2800" b="1" dirty="0">
                          <a:solidFill>
                            <a:schemeClr val="bg1"/>
                          </a:solidFill>
                        </a:rPr>
                        <a:t>              Extendable to Apis for flexibility</a:t>
                      </a:r>
                      <a:endParaRPr lang="en-IN" sz="2800" b="1" dirty="0">
                        <a:solidFill>
                          <a:schemeClr val="bg1"/>
                        </a:solidFill>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579037847"/>
                  </a:ext>
                </a:extLst>
              </a:tr>
            </a:tbl>
          </a:graphicData>
        </a:graphic>
      </p:graphicFrame>
      <p:pic>
        <p:nvPicPr>
          <p:cNvPr id="9" name="Graphic 8" descr="List with solid fill">
            <a:extLst>
              <a:ext uri="{FF2B5EF4-FFF2-40B4-BE49-F238E27FC236}">
                <a16:creationId xmlns:a16="http://schemas.microsoft.com/office/drawing/2014/main" id="{2734C1A8-E0EB-EDB5-9F66-416E8B937C03}"/>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5858719" y="787078"/>
            <a:ext cx="914400" cy="914400"/>
          </a:xfrm>
          <a:prstGeom prst="rect">
            <a:avLst/>
          </a:prstGeom>
        </p:spPr>
      </p:pic>
      <p:pic>
        <p:nvPicPr>
          <p:cNvPr id="11" name="Graphic 10" descr="Checkmark with solid fill">
            <a:extLst>
              <a:ext uri="{FF2B5EF4-FFF2-40B4-BE49-F238E27FC236}">
                <a16:creationId xmlns:a16="http://schemas.microsoft.com/office/drawing/2014/main" id="{8FBB1F0E-C08D-0C03-D357-415284D3B8BA}"/>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5775767" y="2054506"/>
            <a:ext cx="914400" cy="914400"/>
          </a:xfrm>
          <a:prstGeom prst="rect">
            <a:avLst/>
          </a:prstGeom>
        </p:spPr>
      </p:pic>
      <p:pic>
        <p:nvPicPr>
          <p:cNvPr id="13" name="Graphic 12" descr="Lock with solid fill">
            <a:extLst>
              <a:ext uri="{FF2B5EF4-FFF2-40B4-BE49-F238E27FC236}">
                <a16:creationId xmlns:a16="http://schemas.microsoft.com/office/drawing/2014/main" id="{369256AE-857C-3436-6036-BBA71FB91309}"/>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5712749" y="3321934"/>
            <a:ext cx="914400" cy="914400"/>
          </a:xfrm>
          <a:prstGeom prst="rect">
            <a:avLst/>
          </a:prstGeom>
        </p:spPr>
      </p:pic>
      <p:pic>
        <p:nvPicPr>
          <p:cNvPr id="15" name="Graphic 14" descr="Teacher with solid fill">
            <a:extLst>
              <a:ext uri="{FF2B5EF4-FFF2-40B4-BE49-F238E27FC236}">
                <a16:creationId xmlns:a16="http://schemas.microsoft.com/office/drawing/2014/main" id="{9B916421-FC37-BFE8-2ED7-5A1415C1416C}"/>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5775767" y="4485660"/>
            <a:ext cx="914400" cy="914400"/>
          </a:xfrm>
          <a:prstGeom prst="rect">
            <a:avLst/>
          </a:prstGeom>
        </p:spPr>
      </p:pic>
    </p:spTree>
    <p:extLst>
      <p:ext uri="{BB962C8B-B14F-4D97-AF65-F5344CB8AC3E}">
        <p14:creationId xmlns:p14="http://schemas.microsoft.com/office/powerpoint/2010/main" val="369058832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bg>
      <p:bgPr>
        <a:gradFill>
          <a:gsLst>
            <a:gs pos="0">
              <a:schemeClr val="tx1"/>
            </a:gs>
            <a:gs pos="35000">
              <a:schemeClr val="tx1">
                <a:lumMod val="85000"/>
                <a:lumOff val="15000"/>
              </a:schemeClr>
            </a:gs>
            <a:gs pos="73000">
              <a:schemeClr val="tx1">
                <a:lumMod val="85000"/>
                <a:lumOff val="15000"/>
              </a:schemeClr>
            </a:gs>
            <a:gs pos="100000">
              <a:schemeClr val="tx1">
                <a:lumMod val="100000"/>
              </a:schemeClr>
            </a:gs>
          </a:gsLst>
          <a:path path="shape">
            <a:fillToRect l="50000" t="50000" r="50000" b="50000"/>
          </a:path>
        </a:gradFill>
        <a:effectLst/>
      </p:bgPr>
    </p:bg>
    <p:spTree>
      <p:nvGrpSpPr>
        <p:cNvPr id="1" name=""/>
        <p:cNvGrpSpPr/>
        <p:nvPr/>
      </p:nvGrpSpPr>
      <p:grpSpPr>
        <a:xfrm>
          <a:off x="0" y="0"/>
          <a:ext cx="0" cy="0"/>
          <a:chOff x="0" y="0"/>
          <a:chExt cx="0" cy="0"/>
        </a:xfrm>
      </p:grpSpPr>
      <p:graphicFrame>
        <p:nvGraphicFramePr>
          <p:cNvPr id="5" name="Table 4">
            <a:extLst>
              <a:ext uri="{FF2B5EF4-FFF2-40B4-BE49-F238E27FC236}">
                <a16:creationId xmlns:a16="http://schemas.microsoft.com/office/drawing/2014/main" id="{A0343285-0AEE-644B-4D89-952D17EAAFF3}"/>
              </a:ext>
            </a:extLst>
          </p:cNvPr>
          <p:cNvGraphicFramePr>
            <a:graphicFrameLocks noGrp="1"/>
          </p:cNvGraphicFramePr>
          <p:nvPr>
            <p:extLst>
              <p:ext uri="{D42A27DB-BD31-4B8C-83A1-F6EECF244321}">
                <p14:modId xmlns:p14="http://schemas.microsoft.com/office/powerpoint/2010/main" val="2445139836"/>
              </p:ext>
            </p:extLst>
          </p:nvPr>
        </p:nvGraphicFramePr>
        <p:xfrm>
          <a:off x="-3" y="0"/>
          <a:ext cx="6794340" cy="6858000"/>
        </p:xfrm>
        <a:graphic>
          <a:graphicData uri="http://schemas.openxmlformats.org/drawingml/2006/table">
            <a:tbl>
              <a:tblPr firstRow="1" bandRow="1">
                <a:tableStyleId>{5C22544A-7EE6-4342-B048-85BDC9FD1C3A}</a:tableStyleId>
              </a:tblPr>
              <a:tblGrid>
                <a:gridCol w="679434">
                  <a:extLst>
                    <a:ext uri="{9D8B030D-6E8A-4147-A177-3AD203B41FA5}">
                      <a16:colId xmlns:a16="http://schemas.microsoft.com/office/drawing/2014/main" val="2453784276"/>
                    </a:ext>
                  </a:extLst>
                </a:gridCol>
                <a:gridCol w="679434">
                  <a:extLst>
                    <a:ext uri="{9D8B030D-6E8A-4147-A177-3AD203B41FA5}">
                      <a16:colId xmlns:a16="http://schemas.microsoft.com/office/drawing/2014/main" val="456611411"/>
                    </a:ext>
                  </a:extLst>
                </a:gridCol>
                <a:gridCol w="679434">
                  <a:extLst>
                    <a:ext uri="{9D8B030D-6E8A-4147-A177-3AD203B41FA5}">
                      <a16:colId xmlns:a16="http://schemas.microsoft.com/office/drawing/2014/main" val="1973396894"/>
                    </a:ext>
                  </a:extLst>
                </a:gridCol>
                <a:gridCol w="679434">
                  <a:extLst>
                    <a:ext uri="{9D8B030D-6E8A-4147-A177-3AD203B41FA5}">
                      <a16:colId xmlns:a16="http://schemas.microsoft.com/office/drawing/2014/main" val="3737590058"/>
                    </a:ext>
                  </a:extLst>
                </a:gridCol>
                <a:gridCol w="679434">
                  <a:extLst>
                    <a:ext uri="{9D8B030D-6E8A-4147-A177-3AD203B41FA5}">
                      <a16:colId xmlns:a16="http://schemas.microsoft.com/office/drawing/2014/main" val="3269293629"/>
                    </a:ext>
                  </a:extLst>
                </a:gridCol>
                <a:gridCol w="679434">
                  <a:extLst>
                    <a:ext uri="{9D8B030D-6E8A-4147-A177-3AD203B41FA5}">
                      <a16:colId xmlns:a16="http://schemas.microsoft.com/office/drawing/2014/main" val="2020560135"/>
                    </a:ext>
                  </a:extLst>
                </a:gridCol>
                <a:gridCol w="679434">
                  <a:extLst>
                    <a:ext uri="{9D8B030D-6E8A-4147-A177-3AD203B41FA5}">
                      <a16:colId xmlns:a16="http://schemas.microsoft.com/office/drawing/2014/main" val="3236904917"/>
                    </a:ext>
                  </a:extLst>
                </a:gridCol>
                <a:gridCol w="679434">
                  <a:extLst>
                    <a:ext uri="{9D8B030D-6E8A-4147-A177-3AD203B41FA5}">
                      <a16:colId xmlns:a16="http://schemas.microsoft.com/office/drawing/2014/main" val="3142974482"/>
                    </a:ext>
                  </a:extLst>
                </a:gridCol>
                <a:gridCol w="679434">
                  <a:extLst>
                    <a:ext uri="{9D8B030D-6E8A-4147-A177-3AD203B41FA5}">
                      <a16:colId xmlns:a16="http://schemas.microsoft.com/office/drawing/2014/main" val="2046240654"/>
                    </a:ext>
                  </a:extLst>
                </a:gridCol>
                <a:gridCol w="679434">
                  <a:extLst>
                    <a:ext uri="{9D8B030D-6E8A-4147-A177-3AD203B41FA5}">
                      <a16:colId xmlns:a16="http://schemas.microsoft.com/office/drawing/2014/main" val="2465399114"/>
                    </a:ext>
                  </a:extLst>
                </a:gridCol>
              </a:tblGrid>
              <a:tr h="3429000">
                <a:tc>
                  <a:txBody>
                    <a:bodyPr/>
                    <a:lstStyle/>
                    <a:p>
                      <a:endParaRPr lang="en-IN"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blipFill dpi="0" rotWithShape="1">
                      <a:blip r:embed="rId2">
                        <a:alphaModFix amt="90000"/>
                      </a:blip>
                      <a:srcRect/>
                      <a:tile tx="0" ty="0" sx="100000" sy="100000" flip="none" algn="tl"/>
                    </a:blipFill>
                  </a:tcPr>
                </a:tc>
                <a:tc>
                  <a:txBody>
                    <a:bodyPr/>
                    <a:lstStyle/>
                    <a:p>
                      <a:endParaRPr lang="en-IN"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blipFill dpi="0" rotWithShape="1">
                      <a:blip r:embed="rId2">
                        <a:alphaModFix amt="80000"/>
                      </a:blip>
                      <a:srcRect/>
                      <a:tile tx="0" ty="0" sx="100000" sy="100000" flip="none" algn="tl"/>
                    </a:blipFill>
                  </a:tcPr>
                </a:tc>
                <a:tc>
                  <a:txBody>
                    <a:bodyPr/>
                    <a:lstStyle/>
                    <a:p>
                      <a:endParaRPr lang="en-IN"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blipFill dpi="0" rotWithShape="1">
                      <a:blip r:embed="rId2">
                        <a:alphaModFix amt="70000"/>
                      </a:blip>
                      <a:srcRect/>
                      <a:tile tx="0" ty="0" sx="100000" sy="100000" flip="none" algn="tl"/>
                    </a:blipFill>
                  </a:tcPr>
                </a:tc>
                <a:tc>
                  <a:txBody>
                    <a:bodyPr/>
                    <a:lstStyle/>
                    <a:p>
                      <a:endParaRPr lang="en-IN"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blipFill dpi="0" rotWithShape="1">
                      <a:blip r:embed="rId2">
                        <a:alphaModFix amt="60000"/>
                      </a:blip>
                      <a:srcRect/>
                      <a:tile tx="0" ty="0" sx="100000" sy="100000" flip="none" algn="tl"/>
                    </a:blipFill>
                  </a:tcPr>
                </a:tc>
                <a:tc>
                  <a:txBody>
                    <a:bodyPr/>
                    <a:lstStyle/>
                    <a:p>
                      <a:endParaRPr lang="en-IN"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blipFill dpi="0" rotWithShape="1">
                      <a:blip r:embed="rId2">
                        <a:alphaModFix amt="50000"/>
                      </a:blip>
                      <a:srcRect/>
                      <a:tile tx="0" ty="0" sx="100000" sy="100000" flip="none" algn="tl"/>
                    </a:blipFill>
                  </a:tcPr>
                </a:tc>
                <a:tc>
                  <a:txBody>
                    <a:bodyPr/>
                    <a:lstStyle/>
                    <a:p>
                      <a:endParaRPr lang="en-IN"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blipFill dpi="0" rotWithShape="1">
                      <a:blip r:embed="rId2">
                        <a:alphaModFix amt="40000"/>
                      </a:blip>
                      <a:srcRect/>
                      <a:tile tx="0" ty="0" sx="100000" sy="100000" flip="none" algn="tl"/>
                    </a:blipFill>
                  </a:tcPr>
                </a:tc>
                <a:tc>
                  <a:txBody>
                    <a:bodyPr/>
                    <a:lstStyle/>
                    <a:p>
                      <a:endParaRPr lang="en-IN"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blipFill dpi="0" rotWithShape="1">
                      <a:blip r:embed="rId2">
                        <a:alphaModFix amt="30000"/>
                      </a:blip>
                      <a:srcRect/>
                      <a:tile tx="0" ty="0" sx="100000" sy="100000" flip="none" algn="tl"/>
                    </a:blipFill>
                  </a:tcPr>
                </a:tc>
                <a:tc>
                  <a:txBody>
                    <a:bodyPr/>
                    <a:lstStyle/>
                    <a:p>
                      <a:endParaRPr lang="en-IN"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blipFill dpi="0" rotWithShape="1">
                      <a:blip r:embed="rId2">
                        <a:alphaModFix amt="30000"/>
                      </a:blip>
                      <a:srcRect/>
                      <a:tile tx="0" ty="0" sx="100000" sy="100000" flip="none" algn="tl"/>
                    </a:blipFill>
                  </a:tcPr>
                </a:tc>
                <a:tc>
                  <a:txBody>
                    <a:bodyPr/>
                    <a:lstStyle/>
                    <a:p>
                      <a:endParaRPr lang="en-IN"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blipFill dpi="0" rotWithShape="1">
                      <a:blip r:embed="rId2">
                        <a:alphaModFix amt="20000"/>
                      </a:blip>
                      <a:srcRect/>
                      <a:tile tx="0" ty="0" sx="100000" sy="100000" flip="none" algn="tl"/>
                    </a:blipFill>
                  </a:tcPr>
                </a:tc>
                <a:tc>
                  <a:txBody>
                    <a:bodyPr/>
                    <a:lstStyle/>
                    <a:p>
                      <a:endParaRPr lang="en-IN"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blipFill dpi="0" rotWithShape="1">
                      <a:blip r:embed="rId2">
                        <a:alphaModFix amt="0"/>
                      </a:blip>
                      <a:srcRect/>
                      <a:tile tx="0" ty="0" sx="100000" sy="100000" flip="none" algn="tl"/>
                    </a:blipFill>
                  </a:tcPr>
                </a:tc>
                <a:extLst>
                  <a:ext uri="{0D108BD9-81ED-4DB2-BD59-A6C34878D82A}">
                    <a16:rowId xmlns:a16="http://schemas.microsoft.com/office/drawing/2014/main" val="572908438"/>
                  </a:ext>
                </a:extLst>
              </a:tr>
              <a:tr h="3429000">
                <a:tc>
                  <a:txBody>
                    <a:bodyPr/>
                    <a:lstStyle/>
                    <a:p>
                      <a:endParaRPr lang="en-IN" dirty="0"/>
                    </a:p>
                  </a:txBody>
                  <a:tcPr>
                    <a:lnL w="12700" cmpd="sng">
                      <a:noFill/>
                    </a:lnL>
                    <a:lnR w="12700" cmpd="sng">
                      <a:noFill/>
                    </a:lnR>
                    <a:lnT w="38100" cmpd="sng">
                      <a:noFill/>
                    </a:lnT>
                    <a:lnB w="12700" cmpd="sng">
                      <a:noFill/>
                    </a:lnB>
                    <a:lnTlToBr w="12700" cmpd="sng">
                      <a:noFill/>
                      <a:prstDash val="solid"/>
                    </a:lnTlToBr>
                    <a:lnBlToTr w="12700" cmpd="sng">
                      <a:noFill/>
                      <a:prstDash val="solid"/>
                    </a:lnBlToTr>
                    <a:blipFill dpi="0" rotWithShape="1">
                      <a:blip r:embed="rId2">
                        <a:alphaModFix amt="90000"/>
                      </a:blip>
                      <a:srcRect/>
                      <a:tile tx="0" ty="0" sx="100000" sy="100000" flip="none" algn="tl"/>
                    </a:blipFill>
                  </a:tcPr>
                </a:tc>
                <a:tc>
                  <a:txBody>
                    <a:bodyPr/>
                    <a:lstStyle/>
                    <a:p>
                      <a:endParaRPr lang="en-IN" dirty="0"/>
                    </a:p>
                  </a:txBody>
                  <a:tcPr>
                    <a:lnL w="12700" cmpd="sng">
                      <a:noFill/>
                    </a:lnL>
                    <a:lnR w="12700" cmpd="sng">
                      <a:noFill/>
                    </a:lnR>
                    <a:lnT w="38100" cmpd="sng">
                      <a:noFill/>
                    </a:lnT>
                    <a:lnB w="12700" cmpd="sng">
                      <a:noFill/>
                    </a:lnB>
                    <a:lnTlToBr w="12700" cmpd="sng">
                      <a:noFill/>
                      <a:prstDash val="solid"/>
                    </a:lnTlToBr>
                    <a:lnBlToTr w="12700" cmpd="sng">
                      <a:noFill/>
                      <a:prstDash val="solid"/>
                    </a:lnBlToTr>
                    <a:blipFill dpi="0" rotWithShape="1">
                      <a:blip r:embed="rId2">
                        <a:alphaModFix amt="80000"/>
                      </a:blip>
                      <a:srcRect/>
                      <a:tile tx="0" ty="0" sx="100000" sy="100000" flip="none" algn="tl"/>
                    </a:blipFill>
                  </a:tcPr>
                </a:tc>
                <a:tc>
                  <a:txBody>
                    <a:bodyPr/>
                    <a:lstStyle/>
                    <a:p>
                      <a:endParaRPr lang="en-IN" dirty="0"/>
                    </a:p>
                  </a:txBody>
                  <a:tcPr>
                    <a:lnL w="12700" cmpd="sng">
                      <a:noFill/>
                    </a:lnL>
                    <a:lnR w="12700" cmpd="sng">
                      <a:noFill/>
                    </a:lnR>
                    <a:lnT w="38100" cmpd="sng">
                      <a:noFill/>
                    </a:lnT>
                    <a:lnB w="12700" cmpd="sng">
                      <a:noFill/>
                    </a:lnB>
                    <a:lnTlToBr w="12700" cmpd="sng">
                      <a:noFill/>
                      <a:prstDash val="solid"/>
                    </a:lnTlToBr>
                    <a:lnBlToTr w="12700" cmpd="sng">
                      <a:noFill/>
                      <a:prstDash val="solid"/>
                    </a:lnBlToTr>
                    <a:blipFill dpi="0" rotWithShape="1">
                      <a:blip r:embed="rId2">
                        <a:alphaModFix amt="70000"/>
                      </a:blip>
                      <a:srcRect/>
                      <a:tile tx="0" ty="0" sx="100000" sy="100000" flip="none" algn="tl"/>
                    </a:blipFill>
                  </a:tcPr>
                </a:tc>
                <a:tc>
                  <a:txBody>
                    <a:bodyPr/>
                    <a:lstStyle/>
                    <a:p>
                      <a:endParaRPr lang="en-IN" dirty="0"/>
                    </a:p>
                  </a:txBody>
                  <a:tcPr>
                    <a:lnL w="12700" cmpd="sng">
                      <a:noFill/>
                    </a:lnL>
                    <a:lnR w="12700" cmpd="sng">
                      <a:noFill/>
                    </a:lnR>
                    <a:lnT w="38100" cmpd="sng">
                      <a:noFill/>
                    </a:lnT>
                    <a:lnB w="12700" cmpd="sng">
                      <a:noFill/>
                    </a:lnB>
                    <a:lnTlToBr w="12700" cmpd="sng">
                      <a:noFill/>
                      <a:prstDash val="solid"/>
                    </a:lnTlToBr>
                    <a:lnBlToTr w="12700" cmpd="sng">
                      <a:noFill/>
                      <a:prstDash val="solid"/>
                    </a:lnBlToTr>
                    <a:blipFill dpi="0" rotWithShape="1">
                      <a:blip r:embed="rId2">
                        <a:alphaModFix amt="60000"/>
                      </a:blip>
                      <a:srcRect/>
                      <a:tile tx="0" ty="0" sx="100000" sy="100000" flip="none" algn="tl"/>
                    </a:blipFill>
                  </a:tcPr>
                </a:tc>
                <a:tc>
                  <a:txBody>
                    <a:bodyPr/>
                    <a:lstStyle/>
                    <a:p>
                      <a:endParaRPr lang="en-IN" dirty="0"/>
                    </a:p>
                  </a:txBody>
                  <a:tcPr>
                    <a:lnL w="12700" cmpd="sng">
                      <a:noFill/>
                    </a:lnL>
                    <a:lnR w="12700" cmpd="sng">
                      <a:noFill/>
                    </a:lnR>
                    <a:lnT w="38100" cmpd="sng">
                      <a:noFill/>
                    </a:lnT>
                    <a:lnB w="12700" cmpd="sng">
                      <a:noFill/>
                    </a:lnB>
                    <a:lnTlToBr w="12700" cmpd="sng">
                      <a:noFill/>
                      <a:prstDash val="solid"/>
                    </a:lnTlToBr>
                    <a:lnBlToTr w="12700" cmpd="sng">
                      <a:noFill/>
                      <a:prstDash val="solid"/>
                    </a:lnBlToTr>
                    <a:blipFill dpi="0" rotWithShape="1">
                      <a:blip r:embed="rId2">
                        <a:alphaModFix amt="50000"/>
                      </a:blip>
                      <a:srcRect/>
                      <a:tile tx="0" ty="0" sx="100000" sy="100000" flip="none" algn="tl"/>
                    </a:blipFill>
                  </a:tcPr>
                </a:tc>
                <a:tc>
                  <a:txBody>
                    <a:bodyPr/>
                    <a:lstStyle/>
                    <a:p>
                      <a:endParaRPr lang="en-IN" dirty="0"/>
                    </a:p>
                  </a:txBody>
                  <a:tcPr>
                    <a:lnL w="12700" cmpd="sng">
                      <a:noFill/>
                    </a:lnL>
                    <a:lnR w="12700" cmpd="sng">
                      <a:noFill/>
                    </a:lnR>
                    <a:lnT w="38100" cmpd="sng">
                      <a:noFill/>
                    </a:lnT>
                    <a:lnB w="12700" cmpd="sng">
                      <a:noFill/>
                    </a:lnB>
                    <a:lnTlToBr w="12700" cmpd="sng">
                      <a:noFill/>
                      <a:prstDash val="solid"/>
                    </a:lnTlToBr>
                    <a:lnBlToTr w="12700" cmpd="sng">
                      <a:noFill/>
                      <a:prstDash val="solid"/>
                    </a:lnBlToTr>
                    <a:blipFill dpi="0" rotWithShape="1">
                      <a:blip r:embed="rId2">
                        <a:alphaModFix amt="40000"/>
                      </a:blip>
                      <a:srcRect/>
                      <a:tile tx="0" ty="0" sx="100000" sy="100000" flip="none" algn="tl"/>
                    </a:blipFill>
                  </a:tcPr>
                </a:tc>
                <a:tc>
                  <a:txBody>
                    <a:bodyPr/>
                    <a:lstStyle/>
                    <a:p>
                      <a:endParaRPr lang="en-IN" dirty="0"/>
                    </a:p>
                  </a:txBody>
                  <a:tcPr>
                    <a:lnL w="12700" cmpd="sng">
                      <a:noFill/>
                    </a:lnL>
                    <a:lnR w="12700" cmpd="sng">
                      <a:noFill/>
                    </a:lnR>
                    <a:lnT w="38100" cmpd="sng">
                      <a:noFill/>
                    </a:lnT>
                    <a:lnB w="12700" cmpd="sng">
                      <a:noFill/>
                    </a:lnB>
                    <a:lnTlToBr w="12700" cmpd="sng">
                      <a:noFill/>
                      <a:prstDash val="solid"/>
                    </a:lnTlToBr>
                    <a:lnBlToTr w="12700" cmpd="sng">
                      <a:noFill/>
                      <a:prstDash val="solid"/>
                    </a:lnBlToTr>
                    <a:blipFill dpi="0" rotWithShape="1">
                      <a:blip r:embed="rId2">
                        <a:alphaModFix amt="30000"/>
                      </a:blip>
                      <a:srcRect/>
                      <a:tile tx="0" ty="0" sx="100000" sy="100000" flip="none" algn="tl"/>
                    </a:blipFill>
                  </a:tcPr>
                </a:tc>
                <a:tc>
                  <a:txBody>
                    <a:bodyPr/>
                    <a:lstStyle/>
                    <a:p>
                      <a:endParaRPr lang="en-IN" dirty="0"/>
                    </a:p>
                  </a:txBody>
                  <a:tcPr>
                    <a:lnL w="12700" cmpd="sng">
                      <a:noFill/>
                    </a:lnL>
                    <a:lnR w="12700" cmpd="sng">
                      <a:noFill/>
                    </a:lnR>
                    <a:lnT w="38100" cmpd="sng">
                      <a:noFill/>
                    </a:lnT>
                    <a:lnB w="12700" cmpd="sng">
                      <a:noFill/>
                    </a:lnB>
                    <a:lnTlToBr w="12700" cmpd="sng">
                      <a:noFill/>
                      <a:prstDash val="solid"/>
                    </a:lnTlToBr>
                    <a:lnBlToTr w="12700" cmpd="sng">
                      <a:noFill/>
                      <a:prstDash val="solid"/>
                    </a:lnBlToTr>
                    <a:blipFill dpi="0" rotWithShape="1">
                      <a:blip r:embed="rId2">
                        <a:alphaModFix amt="30000"/>
                      </a:blip>
                      <a:srcRect/>
                      <a:tile tx="0" ty="0" sx="100000" sy="100000" flip="none" algn="tl"/>
                    </a:blipFill>
                  </a:tcPr>
                </a:tc>
                <a:tc>
                  <a:txBody>
                    <a:bodyPr/>
                    <a:lstStyle/>
                    <a:p>
                      <a:endParaRPr lang="en-IN" dirty="0"/>
                    </a:p>
                  </a:txBody>
                  <a:tcPr>
                    <a:lnL w="12700" cmpd="sng">
                      <a:noFill/>
                    </a:lnL>
                    <a:lnR w="12700" cmpd="sng">
                      <a:noFill/>
                    </a:lnR>
                    <a:lnT w="38100" cmpd="sng">
                      <a:noFill/>
                    </a:lnT>
                    <a:lnB w="12700" cmpd="sng">
                      <a:noFill/>
                    </a:lnB>
                    <a:lnTlToBr w="12700" cmpd="sng">
                      <a:noFill/>
                      <a:prstDash val="solid"/>
                    </a:lnTlToBr>
                    <a:lnBlToTr w="12700" cmpd="sng">
                      <a:noFill/>
                      <a:prstDash val="solid"/>
                    </a:lnBlToTr>
                    <a:blipFill dpi="0" rotWithShape="1">
                      <a:blip r:embed="rId2">
                        <a:alphaModFix amt="20000"/>
                      </a:blip>
                      <a:srcRect/>
                      <a:tile tx="0" ty="0" sx="100000" sy="100000" flip="none" algn="tl"/>
                    </a:blipFill>
                  </a:tcPr>
                </a:tc>
                <a:tc>
                  <a:txBody>
                    <a:bodyPr/>
                    <a:lstStyle/>
                    <a:p>
                      <a:endParaRPr lang="en-IN" dirty="0"/>
                    </a:p>
                  </a:txBody>
                  <a:tcPr>
                    <a:lnL w="12700" cmpd="sng">
                      <a:noFill/>
                    </a:lnL>
                    <a:lnR w="12700" cmpd="sng">
                      <a:noFill/>
                    </a:lnR>
                    <a:lnT w="38100" cmpd="sng">
                      <a:noFill/>
                    </a:lnT>
                    <a:lnB w="12700" cmpd="sng">
                      <a:noFill/>
                    </a:lnB>
                    <a:lnTlToBr w="12700" cmpd="sng">
                      <a:noFill/>
                      <a:prstDash val="solid"/>
                    </a:lnTlToBr>
                    <a:lnBlToTr w="12700" cmpd="sng">
                      <a:noFill/>
                      <a:prstDash val="solid"/>
                    </a:lnBlToTr>
                    <a:blipFill dpi="0" rotWithShape="1">
                      <a:blip r:embed="rId2">
                        <a:alphaModFix amt="0"/>
                      </a:blip>
                      <a:srcRect/>
                      <a:tile tx="0" ty="0" sx="100000" sy="100000" flip="none" algn="tl"/>
                    </a:blipFill>
                  </a:tcPr>
                </a:tc>
                <a:extLst>
                  <a:ext uri="{0D108BD9-81ED-4DB2-BD59-A6C34878D82A}">
                    <a16:rowId xmlns:a16="http://schemas.microsoft.com/office/drawing/2014/main" val="3588624468"/>
                  </a:ext>
                </a:extLst>
              </a:tr>
            </a:tbl>
          </a:graphicData>
        </a:graphic>
      </p:graphicFrame>
      <p:sp>
        <p:nvSpPr>
          <p:cNvPr id="6" name="Rectangle 5">
            <a:extLst>
              <a:ext uri="{FF2B5EF4-FFF2-40B4-BE49-F238E27FC236}">
                <a16:creationId xmlns:a16="http://schemas.microsoft.com/office/drawing/2014/main" id="{DA819A45-3CF2-F692-8EB4-21D10CBA8525}"/>
              </a:ext>
            </a:extLst>
          </p:cNvPr>
          <p:cNvSpPr/>
          <p:nvPr/>
        </p:nvSpPr>
        <p:spPr>
          <a:xfrm>
            <a:off x="6794337" y="1859339"/>
            <a:ext cx="4751494" cy="3139321"/>
          </a:xfrm>
          <a:prstGeom prst="rect">
            <a:avLst/>
          </a:prstGeom>
          <a:gradFill flip="none" rotWithShape="1">
            <a:path path="circle">
              <a:fillToRect l="100000" t="100000"/>
            </a:path>
            <a:tileRect r="-100000" b="-100000"/>
          </a:gradFill>
          <a:effectLst>
            <a:glow rad="139700">
              <a:schemeClr val="accent3">
                <a:satMod val="175000"/>
                <a:alpha val="40000"/>
              </a:schemeClr>
            </a:glow>
            <a:outerShdw blurRad="165100" dir="18900000" sx="104000" sy="104000" algn="bl" rotWithShape="0">
              <a:schemeClr val="bg2">
                <a:alpha val="40000"/>
              </a:schemeClr>
            </a:outerShdw>
            <a:softEdge rad="127000"/>
          </a:effectLst>
        </p:spPr>
        <p:style>
          <a:lnRef idx="1">
            <a:schemeClr val="dk1"/>
          </a:lnRef>
          <a:fillRef idx="2">
            <a:schemeClr val="dk1"/>
          </a:fillRef>
          <a:effectRef idx="1">
            <a:schemeClr val="dk1"/>
          </a:effectRef>
          <a:fontRef idx="minor">
            <a:schemeClr val="dk1"/>
          </a:fontRef>
        </p:style>
        <p:txBody>
          <a:bodyPr wrap="none" lIns="91440" tIns="45720" rIns="91440" bIns="45720">
            <a:spAutoFit/>
          </a:bodyPr>
          <a:lstStyle/>
          <a:p>
            <a:r>
              <a:rPr lang="en-US" sz="6600" b="1" cap="none" spc="0" dirty="0">
                <a:ln w="10160">
                  <a:solidFill>
                    <a:schemeClr val="accent5"/>
                  </a:solidFill>
                  <a:prstDash val="solid"/>
                </a:ln>
                <a:solidFill>
                  <a:srgbClr val="FFFFFF"/>
                </a:solidFill>
                <a:effectLst>
                  <a:outerShdw blurRad="38100" dist="22860" dir="5400000" algn="tl" rotWithShape="0">
                    <a:srgbClr val="000000">
                      <a:alpha val="30000"/>
                    </a:srgbClr>
                  </a:outerShdw>
                </a:effectLst>
              </a:rPr>
              <a:t>Module </a:t>
            </a:r>
          </a:p>
          <a:p>
            <a:r>
              <a:rPr lang="en-US" sz="6600" b="1" cap="none" spc="0" dirty="0">
                <a:ln w="10160">
                  <a:solidFill>
                    <a:schemeClr val="accent5"/>
                  </a:solidFill>
                  <a:prstDash val="solid"/>
                </a:ln>
                <a:solidFill>
                  <a:srgbClr val="FFFFFF"/>
                </a:solidFill>
                <a:effectLst>
                  <a:outerShdw blurRad="38100" dist="22860" dir="5400000" algn="tl" rotWithShape="0">
                    <a:srgbClr val="000000">
                      <a:alpha val="30000"/>
                    </a:srgbClr>
                  </a:outerShdw>
                </a:effectLst>
              </a:rPr>
              <a:t>Walkthrough</a:t>
            </a:r>
          </a:p>
          <a:p>
            <a:r>
              <a:rPr lang="en-US" sz="6600" b="1" dirty="0">
                <a:ln w="10160">
                  <a:solidFill>
                    <a:schemeClr val="accent5"/>
                  </a:solidFill>
                  <a:prstDash val="solid"/>
                </a:ln>
                <a:solidFill>
                  <a:srgbClr val="FFFFFF"/>
                </a:solidFill>
                <a:effectLst>
                  <a:outerShdw blurRad="38100" dist="22860" dir="5400000" algn="tl" rotWithShape="0">
                    <a:srgbClr val="000000">
                      <a:alpha val="30000"/>
                    </a:srgbClr>
                  </a:outerShdw>
                </a:effectLst>
              </a:rPr>
              <a:t>Overview</a:t>
            </a:r>
            <a:endParaRPr lang="en-US" sz="6600" b="1" cap="none" spc="0" dirty="0">
              <a:ln w="10160">
                <a:solidFill>
                  <a:schemeClr val="accent5"/>
                </a:solidFill>
                <a:prstDash val="solid"/>
              </a:ln>
              <a:solidFill>
                <a:srgbClr val="FFFFFF"/>
              </a:solidFill>
              <a:effectLst>
                <a:outerShdw blurRad="38100" dist="22860" dir="5400000" algn="tl" rotWithShape="0">
                  <a:srgbClr val="000000">
                    <a:alpha val="30000"/>
                  </a:srgbClr>
                </a:outerShdw>
              </a:effectLst>
            </a:endParaRPr>
          </a:p>
        </p:txBody>
      </p:sp>
    </p:spTree>
    <p:extLst>
      <p:ext uri="{BB962C8B-B14F-4D97-AF65-F5344CB8AC3E}">
        <p14:creationId xmlns:p14="http://schemas.microsoft.com/office/powerpoint/2010/main" val="48348743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bg>
      <p:bgPr>
        <a:pattFill prst="dotDmnd">
          <a:fgClr>
            <a:schemeClr val="accent3">
              <a:lumMod val="75000"/>
            </a:schemeClr>
          </a:fgClr>
          <a:bgClr>
            <a:schemeClr val="tx1"/>
          </a:bgClr>
        </a:pattFill>
        <a:effectLst/>
      </p:bgPr>
    </p:bg>
    <p:spTree>
      <p:nvGrpSpPr>
        <p:cNvPr id="1" name="">
          <a:extLst>
            <a:ext uri="{FF2B5EF4-FFF2-40B4-BE49-F238E27FC236}">
              <a16:creationId xmlns:a16="http://schemas.microsoft.com/office/drawing/2014/main" id="{5DECF361-EDEB-0657-B841-9D94364A6281}"/>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8E390C25-6A5E-EAA4-14AC-7B039A5CE25D}"/>
              </a:ext>
            </a:extLst>
          </p:cNvPr>
          <p:cNvSpPr txBox="1"/>
          <p:nvPr/>
        </p:nvSpPr>
        <p:spPr>
          <a:xfrm>
            <a:off x="373284" y="2681386"/>
            <a:ext cx="6094070" cy="3539430"/>
          </a:xfrm>
          <a:prstGeom prst="rect">
            <a:avLst/>
          </a:prstGeom>
          <a:noFill/>
        </p:spPr>
        <p:txBody>
          <a:bodyPr wrap="square">
            <a:spAutoFit/>
          </a:bodyPr>
          <a:lstStyle/>
          <a:p>
            <a:r>
              <a:rPr lang="en-IN" sz="2800" dirty="0">
                <a:solidFill>
                  <a:schemeClr val="bg1"/>
                </a:solidFill>
              </a:rPr>
              <a:t>The model training process involves using a historical dataset to build a robust machine learning model. This includes data preprocessing, feature engineering, and the training of the model using the XGBoost algorithm to accurately predict fraudulent transactions.</a:t>
            </a:r>
          </a:p>
        </p:txBody>
      </p:sp>
      <p:sp>
        <p:nvSpPr>
          <p:cNvPr id="4" name="Rectangle 3">
            <a:extLst>
              <a:ext uri="{FF2B5EF4-FFF2-40B4-BE49-F238E27FC236}">
                <a16:creationId xmlns:a16="http://schemas.microsoft.com/office/drawing/2014/main" id="{8BA89CDD-2854-4254-FA60-20D0000A4084}"/>
              </a:ext>
            </a:extLst>
          </p:cNvPr>
          <p:cNvSpPr/>
          <p:nvPr/>
        </p:nvSpPr>
        <p:spPr>
          <a:xfrm>
            <a:off x="373284" y="637184"/>
            <a:ext cx="7358605" cy="1754326"/>
          </a:xfrm>
          <a:prstGeom prst="rect">
            <a:avLst/>
          </a:prstGeom>
          <a:noFill/>
        </p:spPr>
        <p:txBody>
          <a:bodyPr wrap="square" lIns="91440" tIns="45720" rIns="91440" bIns="45720">
            <a:spAutoFit/>
          </a:bodyPr>
          <a:lstStyle/>
          <a:p>
            <a:r>
              <a:rPr lang="en-IN" sz="5400" b="1" cap="none" spc="50" dirty="0">
                <a:ln w="9525" cmpd="sng">
                  <a:solidFill>
                    <a:schemeClr val="accent1"/>
                  </a:solidFill>
                  <a:prstDash val="solid"/>
                </a:ln>
                <a:solidFill>
                  <a:srgbClr val="70AD47">
                    <a:tint val="1000"/>
                  </a:srgbClr>
                </a:solidFill>
                <a:effectLst>
                  <a:glow rad="38100">
                    <a:schemeClr val="accent1">
                      <a:alpha val="40000"/>
                    </a:schemeClr>
                  </a:glow>
                </a:effectLst>
              </a:rPr>
              <a:t>Model Training –</a:t>
            </a:r>
          </a:p>
          <a:p>
            <a:r>
              <a:rPr lang="en-IN" sz="5400" b="1" cap="none" spc="50" dirty="0">
                <a:ln w="9525" cmpd="sng">
                  <a:solidFill>
                    <a:schemeClr val="accent1"/>
                  </a:solidFill>
                  <a:prstDash val="solid"/>
                </a:ln>
                <a:solidFill>
                  <a:srgbClr val="70AD47">
                    <a:tint val="1000"/>
                  </a:srgbClr>
                </a:solidFill>
                <a:effectLst>
                  <a:glow rad="38100">
                    <a:schemeClr val="accent1">
                      <a:alpha val="40000"/>
                    </a:schemeClr>
                  </a:glow>
                </a:effectLst>
              </a:rPr>
              <a:t>Leverage Historical Data</a:t>
            </a:r>
          </a:p>
        </p:txBody>
      </p:sp>
      <p:graphicFrame>
        <p:nvGraphicFramePr>
          <p:cNvPr id="5" name="Table 4">
            <a:extLst>
              <a:ext uri="{FF2B5EF4-FFF2-40B4-BE49-F238E27FC236}">
                <a16:creationId xmlns:a16="http://schemas.microsoft.com/office/drawing/2014/main" id="{56053C8A-2DE3-36E9-133A-2A526AA6A337}"/>
              </a:ext>
            </a:extLst>
          </p:cNvPr>
          <p:cNvGraphicFramePr>
            <a:graphicFrameLocks noGrp="1"/>
          </p:cNvGraphicFramePr>
          <p:nvPr>
            <p:extLst>
              <p:ext uri="{D42A27DB-BD31-4B8C-83A1-F6EECF244321}">
                <p14:modId xmlns:p14="http://schemas.microsoft.com/office/powerpoint/2010/main" val="2604975371"/>
              </p:ext>
            </p:extLst>
          </p:nvPr>
        </p:nvGraphicFramePr>
        <p:xfrm>
          <a:off x="5301205" y="0"/>
          <a:ext cx="6879384" cy="6858000"/>
        </p:xfrm>
        <a:graphic>
          <a:graphicData uri="http://schemas.openxmlformats.org/drawingml/2006/table">
            <a:tbl>
              <a:tblPr firstRow="1" bandRow="1">
                <a:tableStyleId>{5C22544A-7EE6-4342-B048-85BDC9FD1C3A}</a:tableStyleId>
              </a:tblPr>
              <a:tblGrid>
                <a:gridCol w="1146564">
                  <a:extLst>
                    <a:ext uri="{9D8B030D-6E8A-4147-A177-3AD203B41FA5}">
                      <a16:colId xmlns:a16="http://schemas.microsoft.com/office/drawing/2014/main" val="2040868295"/>
                    </a:ext>
                  </a:extLst>
                </a:gridCol>
                <a:gridCol w="1146564">
                  <a:extLst>
                    <a:ext uri="{9D8B030D-6E8A-4147-A177-3AD203B41FA5}">
                      <a16:colId xmlns:a16="http://schemas.microsoft.com/office/drawing/2014/main" val="2344989513"/>
                    </a:ext>
                  </a:extLst>
                </a:gridCol>
                <a:gridCol w="1146564">
                  <a:extLst>
                    <a:ext uri="{9D8B030D-6E8A-4147-A177-3AD203B41FA5}">
                      <a16:colId xmlns:a16="http://schemas.microsoft.com/office/drawing/2014/main" val="2020229009"/>
                    </a:ext>
                  </a:extLst>
                </a:gridCol>
                <a:gridCol w="1146564">
                  <a:extLst>
                    <a:ext uri="{9D8B030D-6E8A-4147-A177-3AD203B41FA5}">
                      <a16:colId xmlns:a16="http://schemas.microsoft.com/office/drawing/2014/main" val="3303258309"/>
                    </a:ext>
                  </a:extLst>
                </a:gridCol>
                <a:gridCol w="1146564">
                  <a:extLst>
                    <a:ext uri="{9D8B030D-6E8A-4147-A177-3AD203B41FA5}">
                      <a16:colId xmlns:a16="http://schemas.microsoft.com/office/drawing/2014/main" val="499129858"/>
                    </a:ext>
                  </a:extLst>
                </a:gridCol>
                <a:gridCol w="1146564">
                  <a:extLst>
                    <a:ext uri="{9D8B030D-6E8A-4147-A177-3AD203B41FA5}">
                      <a16:colId xmlns:a16="http://schemas.microsoft.com/office/drawing/2014/main" val="99658918"/>
                    </a:ext>
                  </a:extLst>
                </a:gridCol>
              </a:tblGrid>
              <a:tr h="1143000">
                <a:tc>
                  <a:txBody>
                    <a:bodyPr/>
                    <a:lstStyle/>
                    <a:p>
                      <a:endParaRPr lang="en-IN"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blipFill dpi="0" rotWithShape="1">
                      <a:blip r:embed="rId3">
                        <a:alphaModFix amt="5000"/>
                      </a:blip>
                      <a:srcRect/>
                      <a:tile tx="0" ty="0" sx="100000" sy="100000" flip="none" algn="br"/>
                    </a:blipFill>
                  </a:tcPr>
                </a:tc>
                <a:tc>
                  <a:txBody>
                    <a:bodyPr/>
                    <a:lstStyle/>
                    <a:p>
                      <a:endParaRPr lang="en-IN"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blipFill dpi="0" rotWithShape="1">
                      <a:blip r:embed="rId3">
                        <a:alphaModFix amt="15000"/>
                      </a:blip>
                      <a:srcRect/>
                      <a:tile tx="0" ty="0" sx="100000" sy="100000" flip="none" algn="br"/>
                    </a:blipFill>
                  </a:tcPr>
                </a:tc>
                <a:tc>
                  <a:txBody>
                    <a:bodyPr/>
                    <a:lstStyle/>
                    <a:p>
                      <a:endParaRPr lang="en-IN"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blipFill dpi="0" rotWithShape="1">
                      <a:blip r:embed="rId3">
                        <a:alphaModFix amt="40000"/>
                      </a:blip>
                      <a:srcRect/>
                      <a:tile tx="0" ty="0" sx="100000" sy="100000" flip="none" algn="br"/>
                    </a:blipFill>
                  </a:tcPr>
                </a:tc>
                <a:tc>
                  <a:txBody>
                    <a:bodyPr/>
                    <a:lstStyle/>
                    <a:p>
                      <a:endParaRPr lang="en-IN"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blipFill dpi="0" rotWithShape="1">
                      <a:blip r:embed="rId3">
                        <a:alphaModFix amt="50000"/>
                      </a:blip>
                      <a:srcRect/>
                      <a:tile tx="0" ty="0" sx="100000" sy="100000" flip="none" algn="br"/>
                    </a:blipFill>
                  </a:tcPr>
                </a:tc>
                <a:tc>
                  <a:txBody>
                    <a:bodyPr/>
                    <a:lstStyle/>
                    <a:p>
                      <a:endParaRPr lang="en-IN"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blipFill dpi="0" rotWithShape="1">
                      <a:blip r:embed="rId3">
                        <a:alphaModFix amt="65000"/>
                      </a:blip>
                      <a:srcRect/>
                      <a:tile tx="0" ty="0" sx="100000" sy="100000" flip="none" algn="br"/>
                    </a:blipFill>
                  </a:tcPr>
                </a:tc>
                <a:tc>
                  <a:txBody>
                    <a:bodyPr/>
                    <a:lstStyle/>
                    <a:p>
                      <a:endParaRPr lang="en-IN"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blipFill dpi="0" rotWithShape="1">
                      <a:blip r:embed="rId3">
                        <a:alphaModFix amt="90000"/>
                      </a:blip>
                      <a:srcRect/>
                      <a:tile tx="0" ty="0" sx="100000" sy="100000" flip="none" algn="br"/>
                    </a:blipFill>
                  </a:tcPr>
                </a:tc>
                <a:extLst>
                  <a:ext uri="{0D108BD9-81ED-4DB2-BD59-A6C34878D82A}">
                    <a16:rowId xmlns:a16="http://schemas.microsoft.com/office/drawing/2014/main" val="3818203928"/>
                  </a:ext>
                </a:extLst>
              </a:tr>
              <a:tr h="1143000">
                <a:tc>
                  <a:txBody>
                    <a:bodyPr/>
                    <a:lstStyle/>
                    <a:p>
                      <a:endParaRPr lang="en-IN" dirty="0"/>
                    </a:p>
                  </a:txBody>
                  <a:tcPr>
                    <a:lnL w="12700" cmpd="sng">
                      <a:noFill/>
                    </a:lnL>
                    <a:lnR w="12700" cmpd="sng">
                      <a:noFill/>
                    </a:lnR>
                    <a:lnT w="38100" cmpd="sng">
                      <a:noFill/>
                    </a:lnT>
                    <a:lnB w="12700" cmpd="sng">
                      <a:noFill/>
                    </a:lnB>
                    <a:lnTlToBr w="12700" cmpd="sng">
                      <a:noFill/>
                      <a:prstDash val="solid"/>
                    </a:lnTlToBr>
                    <a:lnBlToTr w="12700" cmpd="sng">
                      <a:noFill/>
                      <a:prstDash val="solid"/>
                    </a:lnBlToTr>
                    <a:blipFill dpi="0" rotWithShape="1">
                      <a:blip r:embed="rId3">
                        <a:alphaModFix amt="5000"/>
                      </a:blip>
                      <a:srcRect/>
                      <a:tile tx="0" ty="0" sx="100000" sy="100000" flip="none" algn="br"/>
                    </a:blipFill>
                  </a:tcPr>
                </a:tc>
                <a:tc>
                  <a:txBody>
                    <a:bodyPr/>
                    <a:lstStyle/>
                    <a:p>
                      <a:endParaRPr lang="en-IN" dirty="0"/>
                    </a:p>
                  </a:txBody>
                  <a:tcPr>
                    <a:lnL w="12700" cmpd="sng">
                      <a:noFill/>
                    </a:lnL>
                    <a:lnR w="12700" cmpd="sng">
                      <a:noFill/>
                    </a:lnR>
                    <a:lnT w="38100" cmpd="sng">
                      <a:noFill/>
                    </a:lnT>
                    <a:lnB w="12700" cmpd="sng">
                      <a:noFill/>
                    </a:lnB>
                    <a:lnTlToBr w="12700" cmpd="sng">
                      <a:noFill/>
                      <a:prstDash val="solid"/>
                    </a:lnTlToBr>
                    <a:lnBlToTr w="12700" cmpd="sng">
                      <a:noFill/>
                      <a:prstDash val="solid"/>
                    </a:lnBlToTr>
                    <a:blipFill dpi="0" rotWithShape="1">
                      <a:blip r:embed="rId3">
                        <a:alphaModFix amt="15000"/>
                      </a:blip>
                      <a:srcRect/>
                      <a:tile tx="0" ty="0" sx="100000" sy="100000" flip="none" algn="br"/>
                    </a:blipFill>
                  </a:tcPr>
                </a:tc>
                <a:tc>
                  <a:txBody>
                    <a:bodyPr/>
                    <a:lstStyle/>
                    <a:p>
                      <a:endParaRPr lang="en-IN" dirty="0"/>
                    </a:p>
                  </a:txBody>
                  <a:tcPr>
                    <a:lnL w="12700" cmpd="sng">
                      <a:noFill/>
                    </a:lnL>
                    <a:lnR w="12700" cmpd="sng">
                      <a:noFill/>
                    </a:lnR>
                    <a:lnT w="38100" cmpd="sng">
                      <a:noFill/>
                    </a:lnT>
                    <a:lnB w="12700" cmpd="sng">
                      <a:noFill/>
                    </a:lnB>
                    <a:lnTlToBr w="12700" cmpd="sng">
                      <a:noFill/>
                      <a:prstDash val="solid"/>
                    </a:lnTlToBr>
                    <a:lnBlToTr w="12700" cmpd="sng">
                      <a:noFill/>
                      <a:prstDash val="solid"/>
                    </a:lnBlToTr>
                    <a:blipFill dpi="0" rotWithShape="1">
                      <a:blip r:embed="rId3">
                        <a:alphaModFix amt="40000"/>
                      </a:blip>
                      <a:srcRect/>
                      <a:tile tx="0" ty="0" sx="100000" sy="100000" flip="none" algn="br"/>
                    </a:blipFill>
                  </a:tcPr>
                </a:tc>
                <a:tc>
                  <a:txBody>
                    <a:bodyPr/>
                    <a:lstStyle/>
                    <a:p>
                      <a:endParaRPr lang="en-IN" dirty="0"/>
                    </a:p>
                  </a:txBody>
                  <a:tcPr>
                    <a:lnL w="12700" cmpd="sng">
                      <a:noFill/>
                    </a:lnL>
                    <a:lnR w="12700" cmpd="sng">
                      <a:noFill/>
                    </a:lnR>
                    <a:lnT w="38100" cmpd="sng">
                      <a:noFill/>
                    </a:lnT>
                    <a:lnB w="12700" cmpd="sng">
                      <a:noFill/>
                    </a:lnB>
                    <a:lnTlToBr w="12700" cmpd="sng">
                      <a:noFill/>
                      <a:prstDash val="solid"/>
                    </a:lnTlToBr>
                    <a:lnBlToTr w="12700" cmpd="sng">
                      <a:noFill/>
                      <a:prstDash val="solid"/>
                    </a:lnBlToTr>
                    <a:blipFill dpi="0" rotWithShape="1">
                      <a:blip r:embed="rId3">
                        <a:alphaModFix amt="50000"/>
                      </a:blip>
                      <a:srcRect/>
                      <a:tile tx="0" ty="0" sx="100000" sy="100000" flip="none" algn="br"/>
                    </a:blipFill>
                  </a:tcPr>
                </a:tc>
                <a:tc>
                  <a:txBody>
                    <a:bodyPr/>
                    <a:lstStyle/>
                    <a:p>
                      <a:endParaRPr lang="en-IN" dirty="0"/>
                    </a:p>
                  </a:txBody>
                  <a:tcPr>
                    <a:lnL w="12700" cmpd="sng">
                      <a:noFill/>
                    </a:lnL>
                    <a:lnR w="12700" cmpd="sng">
                      <a:noFill/>
                    </a:lnR>
                    <a:lnT w="38100" cmpd="sng">
                      <a:noFill/>
                    </a:lnT>
                    <a:lnB w="12700" cmpd="sng">
                      <a:noFill/>
                    </a:lnB>
                    <a:lnTlToBr w="12700" cmpd="sng">
                      <a:noFill/>
                      <a:prstDash val="solid"/>
                    </a:lnTlToBr>
                    <a:lnBlToTr w="12700" cmpd="sng">
                      <a:noFill/>
                      <a:prstDash val="solid"/>
                    </a:lnBlToTr>
                    <a:blipFill dpi="0" rotWithShape="1">
                      <a:blip r:embed="rId3">
                        <a:alphaModFix amt="65000"/>
                      </a:blip>
                      <a:srcRect/>
                      <a:tile tx="0" ty="0" sx="100000" sy="100000" flip="none" algn="br"/>
                    </a:blipFill>
                  </a:tcPr>
                </a:tc>
                <a:tc>
                  <a:txBody>
                    <a:bodyPr/>
                    <a:lstStyle/>
                    <a:p>
                      <a:endParaRPr lang="en-IN" dirty="0"/>
                    </a:p>
                  </a:txBody>
                  <a:tcPr>
                    <a:lnL w="12700" cmpd="sng">
                      <a:noFill/>
                    </a:lnL>
                    <a:lnR w="12700" cmpd="sng">
                      <a:noFill/>
                    </a:lnR>
                    <a:lnT w="38100" cmpd="sng">
                      <a:noFill/>
                    </a:lnT>
                    <a:lnB w="12700" cmpd="sng">
                      <a:noFill/>
                    </a:lnB>
                    <a:lnTlToBr w="12700" cmpd="sng">
                      <a:noFill/>
                      <a:prstDash val="solid"/>
                    </a:lnTlToBr>
                    <a:lnBlToTr w="12700" cmpd="sng">
                      <a:noFill/>
                      <a:prstDash val="solid"/>
                    </a:lnBlToTr>
                    <a:blipFill dpi="0" rotWithShape="1">
                      <a:blip r:embed="rId3">
                        <a:alphaModFix amt="90000"/>
                      </a:blip>
                      <a:srcRect/>
                      <a:tile tx="0" ty="0" sx="100000" sy="100000" flip="none" algn="br"/>
                    </a:blipFill>
                  </a:tcPr>
                </a:tc>
                <a:extLst>
                  <a:ext uri="{0D108BD9-81ED-4DB2-BD59-A6C34878D82A}">
                    <a16:rowId xmlns:a16="http://schemas.microsoft.com/office/drawing/2014/main" val="2990680857"/>
                  </a:ext>
                </a:extLst>
              </a:tr>
              <a:tr h="1143000">
                <a:tc>
                  <a:txBody>
                    <a:bodyPr/>
                    <a:lstStyle/>
                    <a:p>
                      <a:endParaRPr lang="en-IN"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blipFill dpi="0" rotWithShape="1">
                      <a:blip r:embed="rId3">
                        <a:alphaModFix amt="5000"/>
                      </a:blip>
                      <a:srcRect/>
                      <a:tile tx="0" ty="0" sx="100000" sy="100000" flip="none" algn="br"/>
                    </a:blipFill>
                  </a:tcPr>
                </a:tc>
                <a:tc>
                  <a:txBody>
                    <a:bodyPr/>
                    <a:lstStyle/>
                    <a:p>
                      <a:endParaRPr lang="en-IN"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blipFill dpi="0" rotWithShape="1">
                      <a:blip r:embed="rId3">
                        <a:alphaModFix amt="15000"/>
                      </a:blip>
                      <a:srcRect/>
                      <a:tile tx="0" ty="0" sx="100000" sy="100000" flip="none" algn="br"/>
                    </a:blipFill>
                  </a:tcPr>
                </a:tc>
                <a:tc>
                  <a:txBody>
                    <a:bodyPr/>
                    <a:lstStyle/>
                    <a:p>
                      <a:endParaRPr lang="en-IN"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blipFill dpi="0" rotWithShape="1">
                      <a:blip r:embed="rId3">
                        <a:alphaModFix amt="40000"/>
                      </a:blip>
                      <a:srcRect/>
                      <a:tile tx="0" ty="0" sx="100000" sy="100000" flip="none" algn="br"/>
                    </a:blipFill>
                  </a:tcPr>
                </a:tc>
                <a:tc>
                  <a:txBody>
                    <a:bodyPr/>
                    <a:lstStyle/>
                    <a:p>
                      <a:endParaRPr lang="en-IN"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blipFill dpi="0" rotWithShape="1">
                      <a:blip r:embed="rId3">
                        <a:alphaModFix amt="50000"/>
                      </a:blip>
                      <a:srcRect/>
                      <a:tile tx="0" ty="0" sx="100000" sy="100000" flip="none" algn="br"/>
                    </a:blipFill>
                  </a:tcPr>
                </a:tc>
                <a:tc>
                  <a:txBody>
                    <a:bodyPr/>
                    <a:lstStyle/>
                    <a:p>
                      <a:endParaRPr lang="en-IN"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blipFill dpi="0" rotWithShape="1">
                      <a:blip r:embed="rId3">
                        <a:alphaModFix amt="65000"/>
                      </a:blip>
                      <a:srcRect/>
                      <a:tile tx="0" ty="0" sx="100000" sy="100000" flip="none" algn="br"/>
                    </a:blipFill>
                  </a:tcPr>
                </a:tc>
                <a:tc>
                  <a:txBody>
                    <a:bodyPr/>
                    <a:lstStyle/>
                    <a:p>
                      <a:endParaRPr lang="en-IN"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blipFill dpi="0" rotWithShape="1">
                      <a:blip r:embed="rId3">
                        <a:alphaModFix amt="90000"/>
                      </a:blip>
                      <a:srcRect/>
                      <a:tile tx="0" ty="0" sx="100000" sy="100000" flip="none" algn="br"/>
                    </a:blipFill>
                  </a:tcPr>
                </a:tc>
                <a:extLst>
                  <a:ext uri="{0D108BD9-81ED-4DB2-BD59-A6C34878D82A}">
                    <a16:rowId xmlns:a16="http://schemas.microsoft.com/office/drawing/2014/main" val="3143794758"/>
                  </a:ext>
                </a:extLst>
              </a:tr>
              <a:tr h="1143000">
                <a:tc>
                  <a:txBody>
                    <a:bodyPr/>
                    <a:lstStyle/>
                    <a:p>
                      <a:endParaRPr lang="en-IN"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blipFill dpi="0" rotWithShape="1">
                      <a:blip r:embed="rId3">
                        <a:alphaModFix amt="5000"/>
                      </a:blip>
                      <a:srcRect/>
                      <a:tile tx="0" ty="0" sx="100000" sy="100000" flip="none" algn="br"/>
                    </a:blipFill>
                  </a:tcPr>
                </a:tc>
                <a:tc>
                  <a:txBody>
                    <a:bodyPr/>
                    <a:lstStyle/>
                    <a:p>
                      <a:endParaRPr lang="en-IN"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blipFill dpi="0" rotWithShape="1">
                      <a:blip r:embed="rId3">
                        <a:alphaModFix amt="15000"/>
                      </a:blip>
                      <a:srcRect/>
                      <a:tile tx="0" ty="0" sx="100000" sy="100000" flip="none" algn="br"/>
                    </a:blipFill>
                  </a:tcPr>
                </a:tc>
                <a:tc>
                  <a:txBody>
                    <a:bodyPr/>
                    <a:lstStyle/>
                    <a:p>
                      <a:endParaRPr lang="en-IN"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blipFill dpi="0" rotWithShape="1">
                      <a:blip r:embed="rId3">
                        <a:alphaModFix amt="40000"/>
                      </a:blip>
                      <a:srcRect/>
                      <a:tile tx="0" ty="0" sx="100000" sy="100000" flip="none" algn="br"/>
                    </a:blipFill>
                  </a:tcPr>
                </a:tc>
                <a:tc>
                  <a:txBody>
                    <a:bodyPr/>
                    <a:lstStyle/>
                    <a:p>
                      <a:endParaRPr lang="en-IN"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blipFill dpi="0" rotWithShape="1">
                      <a:blip r:embed="rId3">
                        <a:alphaModFix amt="50000"/>
                      </a:blip>
                      <a:srcRect/>
                      <a:tile tx="0" ty="0" sx="100000" sy="100000" flip="none" algn="br"/>
                    </a:blipFill>
                  </a:tcPr>
                </a:tc>
                <a:tc>
                  <a:txBody>
                    <a:bodyPr/>
                    <a:lstStyle/>
                    <a:p>
                      <a:endParaRPr lang="en-IN"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blipFill dpi="0" rotWithShape="1">
                      <a:blip r:embed="rId3">
                        <a:alphaModFix amt="65000"/>
                      </a:blip>
                      <a:srcRect/>
                      <a:tile tx="0" ty="0" sx="100000" sy="100000" flip="none" algn="br"/>
                    </a:blipFill>
                  </a:tcPr>
                </a:tc>
                <a:tc>
                  <a:txBody>
                    <a:bodyPr/>
                    <a:lstStyle/>
                    <a:p>
                      <a:endParaRPr lang="en-IN"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blipFill dpi="0" rotWithShape="1">
                      <a:blip r:embed="rId3">
                        <a:alphaModFix amt="90000"/>
                      </a:blip>
                      <a:srcRect/>
                      <a:tile tx="0" ty="0" sx="100000" sy="100000" flip="none" algn="br"/>
                    </a:blipFill>
                  </a:tcPr>
                </a:tc>
                <a:extLst>
                  <a:ext uri="{0D108BD9-81ED-4DB2-BD59-A6C34878D82A}">
                    <a16:rowId xmlns:a16="http://schemas.microsoft.com/office/drawing/2014/main" val="2259810147"/>
                  </a:ext>
                </a:extLst>
              </a:tr>
              <a:tr h="1143000">
                <a:tc>
                  <a:txBody>
                    <a:bodyPr/>
                    <a:lstStyle/>
                    <a:p>
                      <a:endParaRPr lang="en-IN"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blipFill dpi="0" rotWithShape="1">
                      <a:blip r:embed="rId3">
                        <a:alphaModFix amt="5000"/>
                      </a:blip>
                      <a:srcRect/>
                      <a:tile tx="0" ty="0" sx="100000" sy="100000" flip="none" algn="br"/>
                    </a:blipFill>
                  </a:tcPr>
                </a:tc>
                <a:tc>
                  <a:txBody>
                    <a:bodyPr/>
                    <a:lstStyle/>
                    <a:p>
                      <a:endParaRPr lang="en-IN"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blipFill dpi="0" rotWithShape="1">
                      <a:blip r:embed="rId3">
                        <a:alphaModFix amt="15000"/>
                      </a:blip>
                      <a:srcRect/>
                      <a:tile tx="0" ty="0" sx="100000" sy="100000" flip="none" algn="br"/>
                    </a:blipFill>
                  </a:tcPr>
                </a:tc>
                <a:tc>
                  <a:txBody>
                    <a:bodyPr/>
                    <a:lstStyle/>
                    <a:p>
                      <a:endParaRPr lang="en-IN"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blipFill dpi="0" rotWithShape="1">
                      <a:blip r:embed="rId3">
                        <a:alphaModFix amt="40000"/>
                      </a:blip>
                      <a:srcRect/>
                      <a:tile tx="0" ty="0" sx="100000" sy="100000" flip="none" algn="br"/>
                    </a:blipFill>
                  </a:tcPr>
                </a:tc>
                <a:tc>
                  <a:txBody>
                    <a:bodyPr/>
                    <a:lstStyle/>
                    <a:p>
                      <a:endParaRPr lang="en-IN"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blipFill dpi="0" rotWithShape="1">
                      <a:blip r:embed="rId3">
                        <a:alphaModFix amt="50000"/>
                      </a:blip>
                      <a:srcRect/>
                      <a:tile tx="0" ty="0" sx="100000" sy="100000" flip="none" algn="br"/>
                    </a:blipFill>
                  </a:tcPr>
                </a:tc>
                <a:tc>
                  <a:txBody>
                    <a:bodyPr/>
                    <a:lstStyle/>
                    <a:p>
                      <a:endParaRPr lang="en-IN"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blipFill dpi="0" rotWithShape="1">
                      <a:blip r:embed="rId3">
                        <a:alphaModFix amt="65000"/>
                      </a:blip>
                      <a:srcRect/>
                      <a:tile tx="0" ty="0" sx="100000" sy="100000" flip="none" algn="br"/>
                    </a:blipFill>
                  </a:tcPr>
                </a:tc>
                <a:tc>
                  <a:txBody>
                    <a:bodyPr/>
                    <a:lstStyle/>
                    <a:p>
                      <a:endParaRPr lang="en-IN"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blipFill dpi="0" rotWithShape="1">
                      <a:blip r:embed="rId3">
                        <a:alphaModFix amt="90000"/>
                      </a:blip>
                      <a:srcRect/>
                      <a:tile tx="0" ty="0" sx="100000" sy="100000" flip="none" algn="br"/>
                    </a:blipFill>
                  </a:tcPr>
                </a:tc>
                <a:extLst>
                  <a:ext uri="{0D108BD9-81ED-4DB2-BD59-A6C34878D82A}">
                    <a16:rowId xmlns:a16="http://schemas.microsoft.com/office/drawing/2014/main" val="1220745490"/>
                  </a:ext>
                </a:extLst>
              </a:tr>
              <a:tr h="1143000">
                <a:tc>
                  <a:txBody>
                    <a:bodyPr/>
                    <a:lstStyle/>
                    <a:p>
                      <a:endParaRPr lang="en-IN"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blipFill dpi="0" rotWithShape="1">
                      <a:blip r:embed="rId3">
                        <a:alphaModFix amt="5000"/>
                      </a:blip>
                      <a:srcRect/>
                      <a:tile tx="0" ty="0" sx="100000" sy="100000" flip="none" algn="br"/>
                    </a:blipFill>
                  </a:tcPr>
                </a:tc>
                <a:tc>
                  <a:txBody>
                    <a:bodyPr/>
                    <a:lstStyle/>
                    <a:p>
                      <a:endParaRPr lang="en-IN"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blipFill dpi="0" rotWithShape="1">
                      <a:blip r:embed="rId3">
                        <a:alphaModFix amt="15000"/>
                      </a:blip>
                      <a:srcRect/>
                      <a:tile tx="0" ty="0" sx="100000" sy="100000" flip="none" algn="br"/>
                    </a:blipFill>
                  </a:tcPr>
                </a:tc>
                <a:tc>
                  <a:txBody>
                    <a:bodyPr/>
                    <a:lstStyle/>
                    <a:p>
                      <a:endParaRPr lang="en-IN"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blipFill dpi="0" rotWithShape="1">
                      <a:blip r:embed="rId3">
                        <a:alphaModFix amt="40000"/>
                      </a:blip>
                      <a:srcRect/>
                      <a:tile tx="0" ty="0" sx="100000" sy="100000" flip="none" algn="br"/>
                    </a:blipFill>
                  </a:tcPr>
                </a:tc>
                <a:tc>
                  <a:txBody>
                    <a:bodyPr/>
                    <a:lstStyle/>
                    <a:p>
                      <a:endParaRPr lang="en-IN"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blipFill dpi="0" rotWithShape="1">
                      <a:blip r:embed="rId3">
                        <a:alphaModFix amt="50000"/>
                      </a:blip>
                      <a:srcRect/>
                      <a:tile tx="0" ty="0" sx="100000" sy="100000" flip="none" algn="br"/>
                    </a:blipFill>
                  </a:tcPr>
                </a:tc>
                <a:tc>
                  <a:txBody>
                    <a:bodyPr/>
                    <a:lstStyle/>
                    <a:p>
                      <a:endParaRPr lang="en-IN"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blipFill dpi="0" rotWithShape="1">
                      <a:blip r:embed="rId3">
                        <a:alphaModFix amt="65000"/>
                      </a:blip>
                      <a:srcRect/>
                      <a:tile tx="0" ty="0" sx="100000" sy="100000" flip="none" algn="br"/>
                    </a:blipFill>
                  </a:tcPr>
                </a:tc>
                <a:tc>
                  <a:txBody>
                    <a:bodyPr/>
                    <a:lstStyle/>
                    <a:p>
                      <a:endParaRPr lang="en-IN"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blipFill dpi="0" rotWithShape="1">
                      <a:blip r:embed="rId3">
                        <a:alphaModFix amt="90000"/>
                      </a:blip>
                      <a:srcRect/>
                      <a:tile tx="0" ty="0" sx="100000" sy="100000" flip="none" algn="br"/>
                    </a:blipFill>
                  </a:tcPr>
                </a:tc>
                <a:extLst>
                  <a:ext uri="{0D108BD9-81ED-4DB2-BD59-A6C34878D82A}">
                    <a16:rowId xmlns:a16="http://schemas.microsoft.com/office/drawing/2014/main" val="2704782851"/>
                  </a:ext>
                </a:extLst>
              </a:tr>
            </a:tbl>
          </a:graphicData>
        </a:graphic>
      </p:graphicFrame>
    </p:spTree>
    <p:extLst>
      <p:ext uri="{BB962C8B-B14F-4D97-AF65-F5344CB8AC3E}">
        <p14:creationId xmlns:p14="http://schemas.microsoft.com/office/powerpoint/2010/main" val="185711105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bg>
      <p:bgPr>
        <a:pattFill prst="dotDmnd">
          <a:fgClr>
            <a:schemeClr val="accent3">
              <a:lumMod val="75000"/>
            </a:schemeClr>
          </a:fgClr>
          <a:bgClr>
            <a:schemeClr val="tx1"/>
          </a:bgClr>
        </a:pattFill>
        <a:effectLst/>
      </p:bgPr>
    </p:bg>
    <p:spTree>
      <p:nvGrpSpPr>
        <p:cNvPr id="1" name="">
          <a:extLst>
            <a:ext uri="{FF2B5EF4-FFF2-40B4-BE49-F238E27FC236}">
              <a16:creationId xmlns:a16="http://schemas.microsoft.com/office/drawing/2014/main" id="{CB9EA82F-143A-DB9D-CC0A-0005B560FE12}"/>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5A1ECB62-2AD3-4383-059C-57A8970ADEE0}"/>
              </a:ext>
            </a:extLst>
          </p:cNvPr>
          <p:cNvSpPr txBox="1"/>
          <p:nvPr/>
        </p:nvSpPr>
        <p:spPr>
          <a:xfrm>
            <a:off x="257045" y="3252819"/>
            <a:ext cx="6155330" cy="2677656"/>
          </a:xfrm>
          <a:prstGeom prst="rect">
            <a:avLst/>
          </a:prstGeom>
          <a:noFill/>
        </p:spPr>
        <p:txBody>
          <a:bodyPr wrap="square">
            <a:spAutoFit/>
          </a:bodyPr>
          <a:lstStyle/>
          <a:p>
            <a:r>
              <a:rPr lang="en-IN" sz="2800" dirty="0">
                <a:solidFill>
                  <a:schemeClr val="bg1"/>
                </a:solidFill>
              </a:rPr>
              <a:t>Real-time scoring applies the trained model to live transaction data, enabling immediate fraud detection. This involves ingesting new data, predicting fraud probabilities, and classifying transactions as legitimate or fraudulent in real-time.</a:t>
            </a:r>
          </a:p>
        </p:txBody>
      </p:sp>
      <p:sp>
        <p:nvSpPr>
          <p:cNvPr id="4" name="Rectangle 3">
            <a:extLst>
              <a:ext uri="{FF2B5EF4-FFF2-40B4-BE49-F238E27FC236}">
                <a16:creationId xmlns:a16="http://schemas.microsoft.com/office/drawing/2014/main" id="{1ABF2115-2CCD-2115-D5D5-22987E77F854}"/>
              </a:ext>
            </a:extLst>
          </p:cNvPr>
          <p:cNvSpPr/>
          <p:nvPr/>
        </p:nvSpPr>
        <p:spPr>
          <a:xfrm>
            <a:off x="257045" y="273958"/>
            <a:ext cx="7081303" cy="2585323"/>
          </a:xfrm>
          <a:prstGeom prst="rect">
            <a:avLst/>
          </a:prstGeom>
          <a:noFill/>
        </p:spPr>
        <p:txBody>
          <a:bodyPr wrap="square" lIns="91440" tIns="45720" rIns="91440" bIns="45720">
            <a:spAutoFit/>
          </a:bodyPr>
          <a:lstStyle/>
          <a:p>
            <a:r>
              <a:rPr lang="en-IN" sz="5400" b="1" cap="none" spc="0" dirty="0">
                <a:ln w="10160">
                  <a:solidFill>
                    <a:schemeClr val="accent5"/>
                  </a:solidFill>
                  <a:prstDash val="solid"/>
                </a:ln>
                <a:solidFill>
                  <a:srgbClr val="FFFFFF"/>
                </a:solidFill>
                <a:effectLst>
                  <a:outerShdw blurRad="38100" dist="22860" dir="5400000" algn="tl" rotWithShape="0">
                    <a:srgbClr val="000000">
                      <a:alpha val="30000"/>
                    </a:srgbClr>
                  </a:outerShdw>
                </a:effectLst>
              </a:rPr>
              <a:t>Real-Time Scoring -Immediate Fraud Detection</a:t>
            </a:r>
          </a:p>
        </p:txBody>
      </p:sp>
      <p:graphicFrame>
        <p:nvGraphicFramePr>
          <p:cNvPr id="5" name="Table 4">
            <a:extLst>
              <a:ext uri="{FF2B5EF4-FFF2-40B4-BE49-F238E27FC236}">
                <a16:creationId xmlns:a16="http://schemas.microsoft.com/office/drawing/2014/main" id="{9E38D241-FFF9-21E0-BD58-E5FA1817215B}"/>
              </a:ext>
            </a:extLst>
          </p:cNvPr>
          <p:cNvGraphicFramePr>
            <a:graphicFrameLocks noGrp="1"/>
          </p:cNvGraphicFramePr>
          <p:nvPr>
            <p:extLst>
              <p:ext uri="{D42A27DB-BD31-4B8C-83A1-F6EECF244321}">
                <p14:modId xmlns:p14="http://schemas.microsoft.com/office/powerpoint/2010/main" val="3699423550"/>
              </p:ext>
            </p:extLst>
          </p:nvPr>
        </p:nvGraphicFramePr>
        <p:xfrm>
          <a:off x="5729468" y="0"/>
          <a:ext cx="6462540" cy="6858000"/>
        </p:xfrm>
        <a:graphic>
          <a:graphicData uri="http://schemas.openxmlformats.org/drawingml/2006/table">
            <a:tbl>
              <a:tblPr firstRow="1" bandRow="1">
                <a:tableStyleId>{5C22544A-7EE6-4342-B048-85BDC9FD1C3A}</a:tableStyleId>
              </a:tblPr>
              <a:tblGrid>
                <a:gridCol w="646254">
                  <a:extLst>
                    <a:ext uri="{9D8B030D-6E8A-4147-A177-3AD203B41FA5}">
                      <a16:colId xmlns:a16="http://schemas.microsoft.com/office/drawing/2014/main" val="1087616584"/>
                    </a:ext>
                  </a:extLst>
                </a:gridCol>
                <a:gridCol w="646254">
                  <a:extLst>
                    <a:ext uri="{9D8B030D-6E8A-4147-A177-3AD203B41FA5}">
                      <a16:colId xmlns:a16="http://schemas.microsoft.com/office/drawing/2014/main" val="3060437840"/>
                    </a:ext>
                  </a:extLst>
                </a:gridCol>
                <a:gridCol w="646254">
                  <a:extLst>
                    <a:ext uri="{9D8B030D-6E8A-4147-A177-3AD203B41FA5}">
                      <a16:colId xmlns:a16="http://schemas.microsoft.com/office/drawing/2014/main" val="723372338"/>
                    </a:ext>
                  </a:extLst>
                </a:gridCol>
                <a:gridCol w="646254">
                  <a:extLst>
                    <a:ext uri="{9D8B030D-6E8A-4147-A177-3AD203B41FA5}">
                      <a16:colId xmlns:a16="http://schemas.microsoft.com/office/drawing/2014/main" val="2660568934"/>
                    </a:ext>
                  </a:extLst>
                </a:gridCol>
                <a:gridCol w="646254">
                  <a:extLst>
                    <a:ext uri="{9D8B030D-6E8A-4147-A177-3AD203B41FA5}">
                      <a16:colId xmlns:a16="http://schemas.microsoft.com/office/drawing/2014/main" val="2719168086"/>
                    </a:ext>
                  </a:extLst>
                </a:gridCol>
                <a:gridCol w="646254">
                  <a:extLst>
                    <a:ext uri="{9D8B030D-6E8A-4147-A177-3AD203B41FA5}">
                      <a16:colId xmlns:a16="http://schemas.microsoft.com/office/drawing/2014/main" val="1006354505"/>
                    </a:ext>
                  </a:extLst>
                </a:gridCol>
                <a:gridCol w="646254">
                  <a:extLst>
                    <a:ext uri="{9D8B030D-6E8A-4147-A177-3AD203B41FA5}">
                      <a16:colId xmlns:a16="http://schemas.microsoft.com/office/drawing/2014/main" val="237131960"/>
                    </a:ext>
                  </a:extLst>
                </a:gridCol>
                <a:gridCol w="646254">
                  <a:extLst>
                    <a:ext uri="{9D8B030D-6E8A-4147-A177-3AD203B41FA5}">
                      <a16:colId xmlns:a16="http://schemas.microsoft.com/office/drawing/2014/main" val="2581479143"/>
                    </a:ext>
                  </a:extLst>
                </a:gridCol>
                <a:gridCol w="646254">
                  <a:extLst>
                    <a:ext uri="{9D8B030D-6E8A-4147-A177-3AD203B41FA5}">
                      <a16:colId xmlns:a16="http://schemas.microsoft.com/office/drawing/2014/main" val="711322701"/>
                    </a:ext>
                  </a:extLst>
                </a:gridCol>
                <a:gridCol w="646254">
                  <a:extLst>
                    <a:ext uri="{9D8B030D-6E8A-4147-A177-3AD203B41FA5}">
                      <a16:colId xmlns:a16="http://schemas.microsoft.com/office/drawing/2014/main" val="3531301138"/>
                    </a:ext>
                  </a:extLst>
                </a:gridCol>
              </a:tblGrid>
              <a:tr h="6858000">
                <a:tc>
                  <a:txBody>
                    <a:bodyPr/>
                    <a:lstStyle/>
                    <a:p>
                      <a:endParaRPr lang="en-IN"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blipFill dpi="0" rotWithShape="1">
                      <a:blip r:embed="rId2">
                        <a:alphaModFix amt="0"/>
                      </a:blip>
                      <a:srcRect/>
                      <a:tile tx="0" ty="0" sx="100000" sy="100000" flip="none" algn="br"/>
                    </a:blipFill>
                  </a:tcPr>
                </a:tc>
                <a:tc>
                  <a:txBody>
                    <a:bodyPr/>
                    <a:lstStyle/>
                    <a:p>
                      <a:endParaRPr lang="en-IN"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blipFill dpi="0" rotWithShape="1">
                      <a:blip r:embed="rId2">
                        <a:alphaModFix amt="10000"/>
                      </a:blip>
                      <a:srcRect/>
                      <a:tile tx="0" ty="0" sx="100000" sy="100000" flip="none" algn="br"/>
                    </a:blipFill>
                  </a:tcPr>
                </a:tc>
                <a:tc>
                  <a:txBody>
                    <a:bodyPr/>
                    <a:lstStyle/>
                    <a:p>
                      <a:endParaRPr lang="en-IN"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blipFill dpi="0" rotWithShape="1">
                      <a:blip r:embed="rId2">
                        <a:alphaModFix amt="20000"/>
                      </a:blip>
                      <a:srcRect/>
                      <a:tile tx="0" ty="0" sx="100000" sy="100000" flip="none" algn="br"/>
                    </a:blipFill>
                  </a:tcPr>
                </a:tc>
                <a:tc>
                  <a:txBody>
                    <a:bodyPr/>
                    <a:lstStyle/>
                    <a:p>
                      <a:endParaRPr lang="en-IN"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blipFill dpi="0" rotWithShape="1">
                      <a:blip r:embed="rId2">
                        <a:alphaModFix amt="30000"/>
                      </a:blip>
                      <a:srcRect/>
                      <a:tile tx="0" ty="0" sx="100000" sy="100000" flip="none" algn="br"/>
                    </a:blipFill>
                  </a:tcPr>
                </a:tc>
                <a:tc>
                  <a:txBody>
                    <a:bodyPr/>
                    <a:lstStyle/>
                    <a:p>
                      <a:endParaRPr lang="en-IN"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blipFill dpi="0" rotWithShape="1">
                      <a:blip r:embed="rId2">
                        <a:alphaModFix amt="40000"/>
                      </a:blip>
                      <a:srcRect/>
                      <a:tile tx="0" ty="0" sx="100000" sy="100000" flip="none" algn="br"/>
                    </a:blipFill>
                  </a:tcPr>
                </a:tc>
                <a:tc>
                  <a:txBody>
                    <a:bodyPr/>
                    <a:lstStyle/>
                    <a:p>
                      <a:endParaRPr lang="en-IN"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blipFill dpi="0" rotWithShape="1">
                      <a:blip r:embed="rId2">
                        <a:alphaModFix amt="50000"/>
                      </a:blip>
                      <a:srcRect/>
                      <a:tile tx="0" ty="0" sx="100000" sy="100000" flip="none" algn="br"/>
                    </a:blipFill>
                  </a:tcPr>
                </a:tc>
                <a:tc>
                  <a:txBody>
                    <a:bodyPr/>
                    <a:lstStyle/>
                    <a:p>
                      <a:endParaRPr lang="en-IN"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blipFill dpi="0" rotWithShape="1">
                      <a:blip r:embed="rId2">
                        <a:alphaModFix amt="60000"/>
                      </a:blip>
                      <a:srcRect/>
                      <a:tile tx="0" ty="0" sx="100000" sy="100000" flip="none" algn="br"/>
                    </a:blipFill>
                  </a:tcPr>
                </a:tc>
                <a:tc>
                  <a:txBody>
                    <a:bodyPr/>
                    <a:lstStyle/>
                    <a:p>
                      <a:endParaRPr lang="en-IN"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blipFill dpi="0" rotWithShape="1">
                      <a:blip r:embed="rId2">
                        <a:alphaModFix amt="70000"/>
                      </a:blip>
                      <a:srcRect/>
                      <a:tile tx="0" ty="0" sx="100000" sy="100000" flip="none" algn="br"/>
                    </a:blipFill>
                  </a:tcPr>
                </a:tc>
                <a:tc>
                  <a:txBody>
                    <a:bodyPr/>
                    <a:lstStyle/>
                    <a:p>
                      <a:endParaRPr lang="en-IN"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blipFill dpi="0" rotWithShape="1">
                      <a:blip r:embed="rId2">
                        <a:alphaModFix amt="80000"/>
                      </a:blip>
                      <a:srcRect/>
                      <a:tile tx="0" ty="0" sx="100000" sy="100000" flip="none" algn="br"/>
                    </a:blipFill>
                  </a:tcPr>
                </a:tc>
                <a:tc>
                  <a:txBody>
                    <a:bodyPr/>
                    <a:lstStyle/>
                    <a:p>
                      <a:endParaRPr lang="en-IN"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blipFill dpi="0" rotWithShape="1">
                      <a:blip r:embed="rId2">
                        <a:alphaModFix amt="90000"/>
                      </a:blip>
                      <a:srcRect/>
                      <a:tile tx="0" ty="0" sx="100000" sy="100000" flip="none" algn="br"/>
                    </a:blipFill>
                  </a:tcPr>
                </a:tc>
                <a:extLst>
                  <a:ext uri="{0D108BD9-81ED-4DB2-BD59-A6C34878D82A}">
                    <a16:rowId xmlns:a16="http://schemas.microsoft.com/office/drawing/2014/main" val="3130039375"/>
                  </a:ext>
                </a:extLst>
              </a:tr>
            </a:tbl>
          </a:graphicData>
        </a:graphic>
      </p:graphicFrame>
    </p:spTree>
    <p:extLst>
      <p:ext uri="{BB962C8B-B14F-4D97-AF65-F5344CB8AC3E}">
        <p14:creationId xmlns:p14="http://schemas.microsoft.com/office/powerpoint/2010/main" val="138213212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bg>
      <p:bgPr>
        <a:pattFill prst="dotDmnd">
          <a:fgClr>
            <a:schemeClr val="accent3">
              <a:lumMod val="75000"/>
            </a:schemeClr>
          </a:fgClr>
          <a:bgClr>
            <a:schemeClr val="tx1"/>
          </a:bgClr>
        </a:pattFill>
        <a:effectLst/>
      </p:bgPr>
    </p:bg>
    <p:spTree>
      <p:nvGrpSpPr>
        <p:cNvPr id="1" name="">
          <a:extLst>
            <a:ext uri="{FF2B5EF4-FFF2-40B4-BE49-F238E27FC236}">
              <a16:creationId xmlns:a16="http://schemas.microsoft.com/office/drawing/2014/main" id="{0C8A026B-262E-9A77-D866-CA99CF7CB3DC}"/>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6DBFF018-1FC3-CB00-0314-70CE891D5C14}"/>
              </a:ext>
            </a:extLst>
          </p:cNvPr>
          <p:cNvSpPr txBox="1"/>
          <p:nvPr/>
        </p:nvSpPr>
        <p:spPr>
          <a:xfrm>
            <a:off x="535329" y="2392287"/>
            <a:ext cx="6094070" cy="3539430"/>
          </a:xfrm>
          <a:prstGeom prst="rect">
            <a:avLst/>
          </a:prstGeom>
          <a:noFill/>
        </p:spPr>
        <p:txBody>
          <a:bodyPr wrap="square">
            <a:spAutoFit/>
          </a:bodyPr>
          <a:lstStyle/>
          <a:p>
            <a:r>
              <a:rPr lang="en-IN" sz="3200" dirty="0">
                <a:solidFill>
                  <a:schemeClr val="bg1"/>
                </a:solidFill>
              </a:rPr>
              <a:t>The visualization dashboard provides an interactive and user-friendly interface for monitoring fraud activities. It displays live metrics, alerts, and analytics, allowing users to quickly assess and respond to potential fraud cases.</a:t>
            </a:r>
          </a:p>
        </p:txBody>
      </p:sp>
      <p:sp>
        <p:nvSpPr>
          <p:cNvPr id="4" name="Rectangle 3">
            <a:extLst>
              <a:ext uri="{FF2B5EF4-FFF2-40B4-BE49-F238E27FC236}">
                <a16:creationId xmlns:a16="http://schemas.microsoft.com/office/drawing/2014/main" id="{AA5EDF3D-69B5-E7F9-66A7-3121F53E5168}"/>
              </a:ext>
            </a:extLst>
          </p:cNvPr>
          <p:cNvSpPr/>
          <p:nvPr/>
        </p:nvSpPr>
        <p:spPr>
          <a:xfrm>
            <a:off x="300942" y="293583"/>
            <a:ext cx="7477246" cy="1754326"/>
          </a:xfrm>
          <a:prstGeom prst="rect">
            <a:avLst/>
          </a:prstGeom>
          <a:noFill/>
        </p:spPr>
        <p:txBody>
          <a:bodyPr wrap="square" lIns="91440" tIns="45720" rIns="91440" bIns="45720">
            <a:spAutoFit/>
          </a:bodyPr>
          <a:lstStyle/>
          <a:p>
            <a:pPr algn="ctr"/>
            <a:r>
              <a:rPr lang="en-IN" sz="5400" b="1" cap="none" spc="0" dirty="0">
                <a:ln w="10160">
                  <a:solidFill>
                    <a:schemeClr val="accent5"/>
                  </a:solidFill>
                  <a:prstDash val="solid"/>
                </a:ln>
                <a:solidFill>
                  <a:srgbClr val="FFFFFF"/>
                </a:solidFill>
                <a:effectLst>
                  <a:outerShdw blurRad="38100" dist="22860" dir="5400000" algn="tl" rotWithShape="0">
                    <a:srgbClr val="000000">
                      <a:alpha val="30000"/>
                    </a:srgbClr>
                  </a:outerShdw>
                </a:effectLst>
              </a:rPr>
              <a:t>Visualization Dashboard-Interactive Monitoring</a:t>
            </a:r>
          </a:p>
        </p:txBody>
      </p:sp>
      <p:graphicFrame>
        <p:nvGraphicFramePr>
          <p:cNvPr id="6" name="Table 5">
            <a:extLst>
              <a:ext uri="{FF2B5EF4-FFF2-40B4-BE49-F238E27FC236}">
                <a16:creationId xmlns:a16="http://schemas.microsoft.com/office/drawing/2014/main" id="{8F14FB8B-BC33-E6F8-3CCE-535EC12E5ACF}"/>
              </a:ext>
            </a:extLst>
          </p:cNvPr>
          <p:cNvGraphicFramePr>
            <a:graphicFrameLocks noGrp="1"/>
          </p:cNvGraphicFramePr>
          <p:nvPr>
            <p:extLst>
              <p:ext uri="{D42A27DB-BD31-4B8C-83A1-F6EECF244321}">
                <p14:modId xmlns:p14="http://schemas.microsoft.com/office/powerpoint/2010/main" val="245539915"/>
              </p:ext>
            </p:extLst>
          </p:nvPr>
        </p:nvGraphicFramePr>
        <p:xfrm>
          <a:off x="6096000" y="0"/>
          <a:ext cx="6094070" cy="6858000"/>
        </p:xfrm>
        <a:graphic>
          <a:graphicData uri="http://schemas.openxmlformats.org/drawingml/2006/table">
            <a:tbl>
              <a:tblPr firstRow="1" bandRow="1">
                <a:tableStyleId>{5C22544A-7EE6-4342-B048-85BDC9FD1C3A}</a:tableStyleId>
              </a:tblPr>
              <a:tblGrid>
                <a:gridCol w="609407">
                  <a:extLst>
                    <a:ext uri="{9D8B030D-6E8A-4147-A177-3AD203B41FA5}">
                      <a16:colId xmlns:a16="http://schemas.microsoft.com/office/drawing/2014/main" val="3019688866"/>
                    </a:ext>
                  </a:extLst>
                </a:gridCol>
                <a:gridCol w="609407">
                  <a:extLst>
                    <a:ext uri="{9D8B030D-6E8A-4147-A177-3AD203B41FA5}">
                      <a16:colId xmlns:a16="http://schemas.microsoft.com/office/drawing/2014/main" val="49698876"/>
                    </a:ext>
                  </a:extLst>
                </a:gridCol>
                <a:gridCol w="609407">
                  <a:extLst>
                    <a:ext uri="{9D8B030D-6E8A-4147-A177-3AD203B41FA5}">
                      <a16:colId xmlns:a16="http://schemas.microsoft.com/office/drawing/2014/main" val="1092397628"/>
                    </a:ext>
                  </a:extLst>
                </a:gridCol>
                <a:gridCol w="609407">
                  <a:extLst>
                    <a:ext uri="{9D8B030D-6E8A-4147-A177-3AD203B41FA5}">
                      <a16:colId xmlns:a16="http://schemas.microsoft.com/office/drawing/2014/main" val="158073311"/>
                    </a:ext>
                  </a:extLst>
                </a:gridCol>
                <a:gridCol w="609407">
                  <a:extLst>
                    <a:ext uri="{9D8B030D-6E8A-4147-A177-3AD203B41FA5}">
                      <a16:colId xmlns:a16="http://schemas.microsoft.com/office/drawing/2014/main" val="3138253482"/>
                    </a:ext>
                  </a:extLst>
                </a:gridCol>
                <a:gridCol w="609407">
                  <a:extLst>
                    <a:ext uri="{9D8B030D-6E8A-4147-A177-3AD203B41FA5}">
                      <a16:colId xmlns:a16="http://schemas.microsoft.com/office/drawing/2014/main" val="3331683248"/>
                    </a:ext>
                  </a:extLst>
                </a:gridCol>
                <a:gridCol w="609407">
                  <a:extLst>
                    <a:ext uri="{9D8B030D-6E8A-4147-A177-3AD203B41FA5}">
                      <a16:colId xmlns:a16="http://schemas.microsoft.com/office/drawing/2014/main" val="3654468146"/>
                    </a:ext>
                  </a:extLst>
                </a:gridCol>
                <a:gridCol w="609407">
                  <a:extLst>
                    <a:ext uri="{9D8B030D-6E8A-4147-A177-3AD203B41FA5}">
                      <a16:colId xmlns:a16="http://schemas.microsoft.com/office/drawing/2014/main" val="2295823919"/>
                    </a:ext>
                  </a:extLst>
                </a:gridCol>
                <a:gridCol w="609407">
                  <a:extLst>
                    <a:ext uri="{9D8B030D-6E8A-4147-A177-3AD203B41FA5}">
                      <a16:colId xmlns:a16="http://schemas.microsoft.com/office/drawing/2014/main" val="2597744107"/>
                    </a:ext>
                  </a:extLst>
                </a:gridCol>
                <a:gridCol w="609407">
                  <a:extLst>
                    <a:ext uri="{9D8B030D-6E8A-4147-A177-3AD203B41FA5}">
                      <a16:colId xmlns:a16="http://schemas.microsoft.com/office/drawing/2014/main" val="2166127819"/>
                    </a:ext>
                  </a:extLst>
                </a:gridCol>
              </a:tblGrid>
              <a:tr h="3429000">
                <a:tc>
                  <a:txBody>
                    <a:bodyPr/>
                    <a:lstStyle/>
                    <a:p>
                      <a:endParaRPr lang="en-IN"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blipFill dpi="0" rotWithShape="1">
                      <a:blip r:embed="rId2">
                        <a:alphaModFix amt="5000"/>
                      </a:blip>
                      <a:srcRect/>
                      <a:tile tx="38100" ty="539750" sx="47000" sy="69000" flip="none" algn="ctr"/>
                    </a:blipFill>
                  </a:tcPr>
                </a:tc>
                <a:tc>
                  <a:txBody>
                    <a:bodyPr/>
                    <a:lstStyle/>
                    <a:p>
                      <a:endParaRPr lang="en-IN"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blipFill dpi="0" rotWithShape="1">
                      <a:blip r:embed="rId2">
                        <a:alphaModFix amt="10000"/>
                      </a:blip>
                      <a:srcRect/>
                      <a:tile tx="38100" ty="539750" sx="47000" sy="69000" flip="none" algn="ctr"/>
                    </a:blipFill>
                  </a:tcPr>
                </a:tc>
                <a:tc>
                  <a:txBody>
                    <a:bodyPr/>
                    <a:lstStyle/>
                    <a:p>
                      <a:endParaRPr lang="en-IN"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blipFill dpi="0" rotWithShape="1">
                      <a:blip r:embed="rId2">
                        <a:alphaModFix amt="20000"/>
                      </a:blip>
                      <a:srcRect/>
                      <a:tile tx="38100" ty="539750" sx="47000" sy="69000" flip="none" algn="ctr"/>
                    </a:blipFill>
                  </a:tcPr>
                </a:tc>
                <a:tc>
                  <a:txBody>
                    <a:bodyPr/>
                    <a:lstStyle/>
                    <a:p>
                      <a:endParaRPr lang="en-IN"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blipFill dpi="0" rotWithShape="1">
                      <a:blip r:embed="rId2">
                        <a:alphaModFix amt="30000"/>
                      </a:blip>
                      <a:srcRect/>
                      <a:tile tx="38100" ty="539750" sx="47000" sy="69000" flip="none" algn="ctr"/>
                    </a:blipFill>
                  </a:tcPr>
                </a:tc>
                <a:tc>
                  <a:txBody>
                    <a:bodyPr/>
                    <a:lstStyle/>
                    <a:p>
                      <a:endParaRPr lang="en-IN"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blipFill dpi="0" rotWithShape="1">
                      <a:blip r:embed="rId2">
                        <a:alphaModFix amt="40000"/>
                      </a:blip>
                      <a:srcRect/>
                      <a:tile tx="38100" ty="539750" sx="47000" sy="69000" flip="none" algn="ctr"/>
                    </a:blipFill>
                  </a:tcPr>
                </a:tc>
                <a:tc>
                  <a:txBody>
                    <a:bodyPr/>
                    <a:lstStyle/>
                    <a:p>
                      <a:endParaRPr lang="en-IN"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blipFill dpi="0" rotWithShape="1">
                      <a:blip r:embed="rId2">
                        <a:alphaModFix amt="50000"/>
                      </a:blip>
                      <a:srcRect/>
                      <a:tile tx="38100" ty="539750" sx="47000" sy="69000" flip="none" algn="ctr"/>
                    </a:blipFill>
                  </a:tcPr>
                </a:tc>
                <a:tc>
                  <a:txBody>
                    <a:bodyPr/>
                    <a:lstStyle/>
                    <a:p>
                      <a:endParaRPr lang="en-IN"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blipFill dpi="0" rotWithShape="1">
                      <a:blip r:embed="rId2">
                        <a:alphaModFix amt="60000"/>
                      </a:blip>
                      <a:srcRect/>
                      <a:tile tx="38100" ty="539750" sx="47000" sy="69000" flip="none" algn="ctr"/>
                    </a:blipFill>
                  </a:tcPr>
                </a:tc>
                <a:tc>
                  <a:txBody>
                    <a:bodyPr/>
                    <a:lstStyle/>
                    <a:p>
                      <a:endParaRPr lang="en-IN"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blipFill dpi="0" rotWithShape="1">
                      <a:blip r:embed="rId2">
                        <a:alphaModFix amt="70000"/>
                      </a:blip>
                      <a:srcRect/>
                      <a:tile tx="38100" ty="539750" sx="47000" sy="69000" flip="none" algn="ctr"/>
                    </a:blipFill>
                  </a:tcPr>
                </a:tc>
                <a:tc>
                  <a:txBody>
                    <a:bodyPr/>
                    <a:lstStyle/>
                    <a:p>
                      <a:endParaRPr lang="en-IN"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blipFill dpi="0" rotWithShape="1">
                      <a:blip r:embed="rId2">
                        <a:alphaModFix amt="80000"/>
                      </a:blip>
                      <a:srcRect/>
                      <a:tile tx="38100" ty="539750" sx="47000" sy="69000" flip="none" algn="ctr"/>
                    </a:blipFill>
                  </a:tcPr>
                </a:tc>
                <a:tc>
                  <a:txBody>
                    <a:bodyPr/>
                    <a:lstStyle/>
                    <a:p>
                      <a:endParaRPr lang="en-IN"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blipFill dpi="0" rotWithShape="1">
                      <a:blip r:embed="rId2">
                        <a:alphaModFix amt="90000"/>
                      </a:blip>
                      <a:srcRect/>
                      <a:tile tx="38100" ty="539750" sx="47000" sy="69000" flip="none" algn="ctr"/>
                    </a:blipFill>
                  </a:tcPr>
                </a:tc>
                <a:extLst>
                  <a:ext uri="{0D108BD9-81ED-4DB2-BD59-A6C34878D82A}">
                    <a16:rowId xmlns:a16="http://schemas.microsoft.com/office/drawing/2014/main" val="2895665871"/>
                  </a:ext>
                </a:extLst>
              </a:tr>
              <a:tr h="3429000">
                <a:tc>
                  <a:txBody>
                    <a:bodyPr/>
                    <a:lstStyle/>
                    <a:p>
                      <a:endParaRPr lang="en-IN" dirty="0"/>
                    </a:p>
                  </a:txBody>
                  <a:tcPr>
                    <a:lnL w="12700" cmpd="sng">
                      <a:noFill/>
                    </a:lnL>
                    <a:lnR w="12700" cmpd="sng">
                      <a:noFill/>
                    </a:lnR>
                    <a:lnT w="38100" cmpd="sng">
                      <a:noFill/>
                    </a:lnT>
                    <a:lnB w="12700" cmpd="sng">
                      <a:noFill/>
                    </a:lnB>
                    <a:lnTlToBr w="12700" cmpd="sng">
                      <a:noFill/>
                      <a:prstDash val="solid"/>
                    </a:lnTlToBr>
                    <a:lnBlToTr w="12700" cmpd="sng">
                      <a:noFill/>
                      <a:prstDash val="solid"/>
                    </a:lnBlToTr>
                    <a:blipFill dpi="0" rotWithShape="1">
                      <a:blip r:embed="rId2">
                        <a:alphaModFix amt="5000"/>
                      </a:blip>
                      <a:srcRect/>
                      <a:tile tx="38100" ty="539750" sx="47000" sy="69000" flip="none" algn="ctr"/>
                    </a:blipFill>
                  </a:tcPr>
                </a:tc>
                <a:tc>
                  <a:txBody>
                    <a:bodyPr/>
                    <a:lstStyle/>
                    <a:p>
                      <a:endParaRPr lang="en-IN" dirty="0"/>
                    </a:p>
                  </a:txBody>
                  <a:tcPr>
                    <a:lnL w="12700" cmpd="sng">
                      <a:noFill/>
                    </a:lnL>
                    <a:lnR w="12700" cmpd="sng">
                      <a:noFill/>
                    </a:lnR>
                    <a:lnT w="38100" cmpd="sng">
                      <a:noFill/>
                    </a:lnT>
                    <a:lnB w="12700" cmpd="sng">
                      <a:noFill/>
                    </a:lnB>
                    <a:lnTlToBr w="12700" cmpd="sng">
                      <a:noFill/>
                      <a:prstDash val="solid"/>
                    </a:lnTlToBr>
                    <a:lnBlToTr w="12700" cmpd="sng">
                      <a:noFill/>
                      <a:prstDash val="solid"/>
                    </a:lnBlToTr>
                    <a:blipFill dpi="0" rotWithShape="1">
                      <a:blip r:embed="rId2">
                        <a:alphaModFix amt="10000"/>
                      </a:blip>
                      <a:srcRect/>
                      <a:tile tx="38100" ty="539750" sx="47000" sy="69000" flip="none" algn="ctr"/>
                    </a:blipFill>
                  </a:tcPr>
                </a:tc>
                <a:tc>
                  <a:txBody>
                    <a:bodyPr/>
                    <a:lstStyle/>
                    <a:p>
                      <a:endParaRPr lang="en-IN" dirty="0"/>
                    </a:p>
                  </a:txBody>
                  <a:tcPr>
                    <a:lnL w="12700" cmpd="sng">
                      <a:noFill/>
                    </a:lnL>
                    <a:lnR w="12700" cmpd="sng">
                      <a:noFill/>
                    </a:lnR>
                    <a:lnT w="38100" cmpd="sng">
                      <a:noFill/>
                    </a:lnT>
                    <a:lnB w="12700" cmpd="sng">
                      <a:noFill/>
                    </a:lnB>
                    <a:lnTlToBr w="12700" cmpd="sng">
                      <a:noFill/>
                      <a:prstDash val="solid"/>
                    </a:lnTlToBr>
                    <a:lnBlToTr w="12700" cmpd="sng">
                      <a:noFill/>
                      <a:prstDash val="solid"/>
                    </a:lnBlToTr>
                    <a:blipFill dpi="0" rotWithShape="1">
                      <a:blip r:embed="rId2">
                        <a:alphaModFix amt="20000"/>
                      </a:blip>
                      <a:srcRect/>
                      <a:tile tx="38100" ty="539750" sx="47000" sy="69000" flip="none" algn="ctr"/>
                    </a:blipFill>
                  </a:tcPr>
                </a:tc>
                <a:tc>
                  <a:txBody>
                    <a:bodyPr/>
                    <a:lstStyle/>
                    <a:p>
                      <a:endParaRPr lang="en-IN" dirty="0"/>
                    </a:p>
                  </a:txBody>
                  <a:tcPr>
                    <a:lnL w="12700" cmpd="sng">
                      <a:noFill/>
                    </a:lnL>
                    <a:lnR w="12700" cmpd="sng">
                      <a:noFill/>
                    </a:lnR>
                    <a:lnT w="38100" cmpd="sng">
                      <a:noFill/>
                    </a:lnT>
                    <a:lnB w="12700" cmpd="sng">
                      <a:noFill/>
                    </a:lnB>
                    <a:lnTlToBr w="12700" cmpd="sng">
                      <a:noFill/>
                      <a:prstDash val="solid"/>
                    </a:lnTlToBr>
                    <a:lnBlToTr w="12700" cmpd="sng">
                      <a:noFill/>
                      <a:prstDash val="solid"/>
                    </a:lnBlToTr>
                    <a:blipFill dpi="0" rotWithShape="1">
                      <a:blip r:embed="rId2">
                        <a:alphaModFix amt="30000"/>
                      </a:blip>
                      <a:srcRect/>
                      <a:tile tx="38100" ty="539750" sx="47000" sy="69000" flip="none" algn="ctr"/>
                    </a:blipFill>
                  </a:tcPr>
                </a:tc>
                <a:tc>
                  <a:txBody>
                    <a:bodyPr/>
                    <a:lstStyle/>
                    <a:p>
                      <a:endParaRPr lang="en-IN" dirty="0"/>
                    </a:p>
                  </a:txBody>
                  <a:tcPr>
                    <a:lnL w="12700" cmpd="sng">
                      <a:noFill/>
                    </a:lnL>
                    <a:lnR w="12700" cmpd="sng">
                      <a:noFill/>
                    </a:lnR>
                    <a:lnT w="38100" cmpd="sng">
                      <a:noFill/>
                    </a:lnT>
                    <a:lnB w="12700" cmpd="sng">
                      <a:noFill/>
                    </a:lnB>
                    <a:lnTlToBr w="12700" cmpd="sng">
                      <a:noFill/>
                      <a:prstDash val="solid"/>
                    </a:lnTlToBr>
                    <a:lnBlToTr w="12700" cmpd="sng">
                      <a:noFill/>
                      <a:prstDash val="solid"/>
                    </a:lnBlToTr>
                    <a:blipFill dpi="0" rotWithShape="1">
                      <a:blip r:embed="rId2">
                        <a:alphaModFix amt="40000"/>
                      </a:blip>
                      <a:srcRect/>
                      <a:tile tx="38100" ty="539750" sx="47000" sy="69000" flip="none" algn="ctr"/>
                    </a:blipFill>
                  </a:tcPr>
                </a:tc>
                <a:tc>
                  <a:txBody>
                    <a:bodyPr/>
                    <a:lstStyle/>
                    <a:p>
                      <a:endParaRPr lang="en-IN" dirty="0"/>
                    </a:p>
                  </a:txBody>
                  <a:tcPr>
                    <a:lnL w="12700" cmpd="sng">
                      <a:noFill/>
                    </a:lnL>
                    <a:lnR w="12700" cmpd="sng">
                      <a:noFill/>
                    </a:lnR>
                    <a:lnT w="38100" cmpd="sng">
                      <a:noFill/>
                    </a:lnT>
                    <a:lnB w="12700" cmpd="sng">
                      <a:noFill/>
                    </a:lnB>
                    <a:lnTlToBr w="12700" cmpd="sng">
                      <a:noFill/>
                      <a:prstDash val="solid"/>
                    </a:lnTlToBr>
                    <a:lnBlToTr w="12700" cmpd="sng">
                      <a:noFill/>
                      <a:prstDash val="solid"/>
                    </a:lnBlToTr>
                    <a:blipFill dpi="0" rotWithShape="1">
                      <a:blip r:embed="rId2">
                        <a:alphaModFix amt="50000"/>
                      </a:blip>
                      <a:srcRect/>
                      <a:tile tx="38100" ty="539750" sx="47000" sy="69000" flip="none" algn="ctr"/>
                    </a:blipFill>
                  </a:tcPr>
                </a:tc>
                <a:tc>
                  <a:txBody>
                    <a:bodyPr/>
                    <a:lstStyle/>
                    <a:p>
                      <a:endParaRPr lang="en-IN" dirty="0"/>
                    </a:p>
                  </a:txBody>
                  <a:tcPr>
                    <a:lnL w="12700" cmpd="sng">
                      <a:noFill/>
                    </a:lnL>
                    <a:lnR w="12700" cmpd="sng">
                      <a:noFill/>
                    </a:lnR>
                    <a:lnT w="38100" cmpd="sng">
                      <a:noFill/>
                    </a:lnT>
                    <a:lnB w="12700" cmpd="sng">
                      <a:noFill/>
                    </a:lnB>
                    <a:lnTlToBr w="12700" cmpd="sng">
                      <a:noFill/>
                      <a:prstDash val="solid"/>
                    </a:lnTlToBr>
                    <a:lnBlToTr w="12700" cmpd="sng">
                      <a:noFill/>
                      <a:prstDash val="solid"/>
                    </a:lnBlToTr>
                    <a:blipFill dpi="0" rotWithShape="1">
                      <a:blip r:embed="rId2">
                        <a:alphaModFix amt="60000"/>
                      </a:blip>
                      <a:srcRect/>
                      <a:tile tx="38100" ty="539750" sx="47000" sy="69000" flip="none" algn="ctr"/>
                    </a:blipFill>
                  </a:tcPr>
                </a:tc>
                <a:tc>
                  <a:txBody>
                    <a:bodyPr/>
                    <a:lstStyle/>
                    <a:p>
                      <a:endParaRPr lang="en-IN" dirty="0"/>
                    </a:p>
                  </a:txBody>
                  <a:tcPr>
                    <a:lnL w="12700" cmpd="sng">
                      <a:noFill/>
                    </a:lnL>
                    <a:lnR w="12700" cmpd="sng">
                      <a:noFill/>
                    </a:lnR>
                    <a:lnT w="38100" cmpd="sng">
                      <a:noFill/>
                    </a:lnT>
                    <a:lnB w="12700" cmpd="sng">
                      <a:noFill/>
                    </a:lnB>
                    <a:lnTlToBr w="12700" cmpd="sng">
                      <a:noFill/>
                      <a:prstDash val="solid"/>
                    </a:lnTlToBr>
                    <a:lnBlToTr w="12700" cmpd="sng">
                      <a:noFill/>
                      <a:prstDash val="solid"/>
                    </a:lnBlToTr>
                    <a:blipFill dpi="0" rotWithShape="1">
                      <a:blip r:embed="rId2">
                        <a:alphaModFix amt="70000"/>
                      </a:blip>
                      <a:srcRect/>
                      <a:tile tx="38100" ty="539750" sx="47000" sy="69000" flip="none" algn="ctr"/>
                    </a:blipFill>
                  </a:tcPr>
                </a:tc>
                <a:tc>
                  <a:txBody>
                    <a:bodyPr/>
                    <a:lstStyle/>
                    <a:p>
                      <a:endParaRPr lang="en-IN" dirty="0"/>
                    </a:p>
                  </a:txBody>
                  <a:tcPr>
                    <a:lnL w="12700" cmpd="sng">
                      <a:noFill/>
                    </a:lnL>
                    <a:lnR w="12700" cmpd="sng">
                      <a:noFill/>
                    </a:lnR>
                    <a:lnT w="38100" cmpd="sng">
                      <a:noFill/>
                    </a:lnT>
                    <a:lnB w="12700" cmpd="sng">
                      <a:noFill/>
                    </a:lnB>
                    <a:lnTlToBr w="12700" cmpd="sng">
                      <a:noFill/>
                      <a:prstDash val="solid"/>
                    </a:lnTlToBr>
                    <a:lnBlToTr w="12700" cmpd="sng">
                      <a:noFill/>
                      <a:prstDash val="solid"/>
                    </a:lnBlToTr>
                    <a:blipFill dpi="0" rotWithShape="1">
                      <a:blip r:embed="rId2">
                        <a:alphaModFix amt="80000"/>
                      </a:blip>
                      <a:srcRect/>
                      <a:tile tx="38100" ty="539750" sx="47000" sy="69000" flip="none" algn="ctr"/>
                    </a:blipFill>
                  </a:tcPr>
                </a:tc>
                <a:tc>
                  <a:txBody>
                    <a:bodyPr/>
                    <a:lstStyle/>
                    <a:p>
                      <a:endParaRPr lang="en-IN" dirty="0"/>
                    </a:p>
                  </a:txBody>
                  <a:tcPr>
                    <a:lnL w="12700" cmpd="sng">
                      <a:noFill/>
                    </a:lnL>
                    <a:lnR w="12700" cmpd="sng">
                      <a:noFill/>
                    </a:lnR>
                    <a:lnT w="38100" cmpd="sng">
                      <a:noFill/>
                    </a:lnT>
                    <a:lnB w="12700" cmpd="sng">
                      <a:noFill/>
                    </a:lnB>
                    <a:lnTlToBr w="12700" cmpd="sng">
                      <a:noFill/>
                      <a:prstDash val="solid"/>
                    </a:lnTlToBr>
                    <a:lnBlToTr w="12700" cmpd="sng">
                      <a:noFill/>
                      <a:prstDash val="solid"/>
                    </a:lnBlToTr>
                    <a:blipFill dpi="0" rotWithShape="1">
                      <a:blip r:embed="rId2"/>
                      <a:srcRect/>
                      <a:tile tx="38100" ty="539750" sx="47000" sy="69000" flip="none" algn="ctr"/>
                    </a:blipFill>
                  </a:tcPr>
                </a:tc>
                <a:extLst>
                  <a:ext uri="{0D108BD9-81ED-4DB2-BD59-A6C34878D82A}">
                    <a16:rowId xmlns:a16="http://schemas.microsoft.com/office/drawing/2014/main" val="3607380481"/>
                  </a:ext>
                </a:extLst>
              </a:tr>
            </a:tbl>
          </a:graphicData>
        </a:graphic>
      </p:graphicFrame>
    </p:spTree>
    <p:extLst>
      <p:ext uri="{BB962C8B-B14F-4D97-AF65-F5344CB8AC3E}">
        <p14:creationId xmlns:p14="http://schemas.microsoft.com/office/powerpoint/2010/main" val="208311768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tx1"/>
            </a:gs>
            <a:gs pos="73000">
              <a:schemeClr val="tx1">
                <a:lumMod val="85000"/>
                <a:lumOff val="15000"/>
              </a:schemeClr>
            </a:gs>
            <a:gs pos="35000">
              <a:schemeClr val="tx1">
                <a:lumMod val="85000"/>
                <a:lumOff val="15000"/>
              </a:schemeClr>
            </a:gs>
            <a:gs pos="100000">
              <a:schemeClr val="tx1"/>
            </a:gs>
          </a:gsLst>
          <a:path path="rect">
            <a:fillToRect l="100000" t="100000"/>
          </a:path>
          <a:tileRect r="-100000" b="-100000"/>
        </a:gra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5F1A4907-9D79-906C-CBBD-908B3F0077F3}"/>
              </a:ext>
            </a:extLst>
          </p:cNvPr>
          <p:cNvPicPr>
            <a:picLocks noChangeAspect="1"/>
          </p:cNvPicPr>
          <p:nvPr/>
        </p:nvPicPr>
        <p:blipFill>
          <a:blip r:embed="rId2"/>
          <a:stretch>
            <a:fillRect/>
          </a:stretch>
        </p:blipFill>
        <p:spPr>
          <a:xfrm>
            <a:off x="1863524" y="0"/>
            <a:ext cx="6597570" cy="6858000"/>
          </a:xfrm>
          <a:prstGeom prst="rect">
            <a:avLst/>
          </a:prstGeom>
          <a:effectLst>
            <a:softEdge rad="317500"/>
          </a:effectLst>
        </p:spPr>
      </p:pic>
      <p:sp>
        <p:nvSpPr>
          <p:cNvPr id="6" name="Rectangle: Diagonal Corners Rounded 5">
            <a:extLst>
              <a:ext uri="{FF2B5EF4-FFF2-40B4-BE49-F238E27FC236}">
                <a16:creationId xmlns:a16="http://schemas.microsoft.com/office/drawing/2014/main" id="{F6F2982E-22EC-AA77-9A03-F596F4989111}"/>
              </a:ext>
            </a:extLst>
          </p:cNvPr>
          <p:cNvSpPr/>
          <p:nvPr/>
        </p:nvSpPr>
        <p:spPr>
          <a:xfrm>
            <a:off x="7048983" y="2662178"/>
            <a:ext cx="4259483" cy="2824222"/>
          </a:xfrm>
          <a:prstGeom prst="round2DiagRect">
            <a:avLst/>
          </a:prstGeom>
          <a:effectLst>
            <a:outerShdw blurRad="203200" dist="63500" dir="19200000" sx="102000" sy="102000" algn="bl" rotWithShape="0">
              <a:schemeClr val="bg2">
                <a:alpha val="40000"/>
              </a:schemeClr>
            </a:outerShdw>
            <a:softEdge rad="63500"/>
          </a:effectLst>
        </p:spPr>
        <p:style>
          <a:lnRef idx="1">
            <a:schemeClr val="dk1"/>
          </a:lnRef>
          <a:fillRef idx="2">
            <a:schemeClr val="dk1"/>
          </a:fillRef>
          <a:effectRef idx="1">
            <a:schemeClr val="dk1"/>
          </a:effectRef>
          <a:fontRef idx="minor">
            <a:schemeClr val="dk1"/>
          </a:fontRef>
        </p:style>
        <p:txBody>
          <a:bodyPr rtlCol="0" anchor="ctr"/>
          <a:lstStyle/>
          <a:p>
            <a:pPr algn="ctr"/>
            <a:r>
              <a:rPr lang="en-IN" sz="5400" b="1" spc="50" dirty="0">
                <a:ln w="9525" cmpd="sng">
                  <a:solidFill>
                    <a:schemeClr val="accent1"/>
                  </a:solidFill>
                  <a:prstDash val="solid"/>
                </a:ln>
                <a:solidFill>
                  <a:srgbClr val="70AD47">
                    <a:tint val="1000"/>
                  </a:srgbClr>
                </a:solidFill>
                <a:effectLst>
                  <a:glow rad="38100">
                    <a:schemeClr val="accent1">
                      <a:alpha val="40000"/>
                    </a:schemeClr>
                  </a:glow>
                </a:effectLst>
              </a:rPr>
              <a:t>Model Training and Evaluation</a:t>
            </a:r>
          </a:p>
        </p:txBody>
      </p:sp>
      <mc:AlternateContent xmlns:mc="http://schemas.openxmlformats.org/markup-compatibility/2006" xmlns:pslz="http://schemas.microsoft.com/office/powerpoint/2016/slidezoom">
        <mc:Choice Requires="pslz">
          <p:graphicFrame>
            <p:nvGraphicFramePr>
              <p:cNvPr id="3" name="Slide Zoom 2">
                <a:extLst>
                  <a:ext uri="{FF2B5EF4-FFF2-40B4-BE49-F238E27FC236}">
                    <a16:creationId xmlns:a16="http://schemas.microsoft.com/office/drawing/2014/main" id="{98B2DAAC-5663-2B2B-765E-B6EA8BFE4AD4}"/>
                  </a:ext>
                </a:extLst>
              </p:cNvPr>
              <p:cNvGraphicFramePr>
                <a:graphicFrameLocks noChangeAspect="1"/>
              </p:cNvGraphicFramePr>
              <p:nvPr>
                <p:extLst>
                  <p:ext uri="{D42A27DB-BD31-4B8C-83A1-F6EECF244321}">
                    <p14:modId xmlns:p14="http://schemas.microsoft.com/office/powerpoint/2010/main" val="715352550"/>
                  </p:ext>
                </p:extLst>
              </p:nvPr>
            </p:nvGraphicFramePr>
            <p:xfrm>
              <a:off x="803718" y="688077"/>
              <a:ext cx="1893905" cy="1065322"/>
            </p:xfrm>
            <a:graphic>
              <a:graphicData uri="http://schemas.microsoft.com/office/powerpoint/2016/slidezoom">
                <pslz:sldZm>
                  <pslz:sldZmObj sldId="289" cId="3541640369">
                    <pslz:zmPr id="{69D72A05-EFB1-4928-A5BA-E844C8DB95ED}" returnToParent="0" transitionDur="1000">
                      <p166:blipFill xmlns:p166="http://schemas.microsoft.com/office/powerpoint/2016/6/main">
                        <a:blip r:embed="rId3"/>
                        <a:stretch>
                          <a:fillRect/>
                        </a:stretch>
                      </p166:blipFill>
                      <p166:spPr xmlns:p166="http://schemas.microsoft.com/office/powerpoint/2016/6/main">
                        <a:xfrm>
                          <a:off x="0" y="0"/>
                          <a:ext cx="1893905" cy="1065322"/>
                        </a:xfrm>
                        <a:prstGeom prst="rect">
                          <a:avLst/>
                        </a:prstGeom>
                        <a:ln w="3175">
                          <a:solidFill>
                            <a:prstClr val="ltGray"/>
                          </a:solidFill>
                        </a:ln>
                      </p166:spPr>
                    </pslz:zmPr>
                  </pslz:sldZmObj>
                </pslz:sldZm>
              </a:graphicData>
            </a:graphic>
          </p:graphicFrame>
        </mc:Choice>
        <mc:Fallback xmlns="">
          <p:pic>
            <p:nvPicPr>
              <p:cNvPr id="3" name="Slide Zoom 2">
                <a:extLst>
                  <a:ext uri="{FF2B5EF4-FFF2-40B4-BE49-F238E27FC236}">
                    <a16:creationId xmlns:a16="http://schemas.microsoft.com/office/drawing/2014/main" id="{98B2DAAC-5663-2B2B-765E-B6EA8BFE4AD4}"/>
                  </a:ext>
                </a:extLst>
              </p:cNvPr>
              <p:cNvPicPr>
                <a:picLocks noGrp="1" noRot="1" noChangeAspect="1" noMove="1" noResize="1" noEditPoints="1" noAdjustHandles="1" noChangeArrowheads="1" noChangeShapeType="1"/>
              </p:cNvPicPr>
              <p:nvPr/>
            </p:nvPicPr>
            <p:blipFill>
              <a:blip r:embed="rId4"/>
              <a:stretch>
                <a:fillRect/>
              </a:stretch>
            </p:blipFill>
            <p:spPr>
              <a:xfrm>
                <a:off x="803718" y="688077"/>
                <a:ext cx="1893905" cy="1065322"/>
              </a:xfrm>
              <a:prstGeom prst="rect">
                <a:avLst/>
              </a:prstGeom>
              <a:ln w="3175">
                <a:solidFill>
                  <a:prstClr val="ltGray"/>
                </a:solidFill>
              </a:ln>
            </p:spPr>
          </p:pic>
        </mc:Fallback>
      </mc:AlternateContent>
      <mc:AlternateContent xmlns:mc="http://schemas.openxmlformats.org/markup-compatibility/2006" xmlns:pslz="http://schemas.microsoft.com/office/powerpoint/2016/slidezoom">
        <mc:Choice Requires="pslz">
          <p:graphicFrame>
            <p:nvGraphicFramePr>
              <p:cNvPr id="7" name="Slide Zoom 6">
                <a:extLst>
                  <a:ext uri="{FF2B5EF4-FFF2-40B4-BE49-F238E27FC236}">
                    <a16:creationId xmlns:a16="http://schemas.microsoft.com/office/drawing/2014/main" id="{3E911F84-B3F1-DEC3-95BF-920E36D71E29}"/>
                  </a:ext>
                </a:extLst>
              </p:cNvPr>
              <p:cNvGraphicFramePr>
                <a:graphicFrameLocks noChangeAspect="1"/>
              </p:cNvGraphicFramePr>
              <p:nvPr>
                <p:extLst>
                  <p:ext uri="{D42A27DB-BD31-4B8C-83A1-F6EECF244321}">
                    <p14:modId xmlns:p14="http://schemas.microsoft.com/office/powerpoint/2010/main" val="1738810062"/>
                  </p:ext>
                </p:extLst>
              </p:nvPr>
            </p:nvGraphicFramePr>
            <p:xfrm>
              <a:off x="803718" y="2282301"/>
              <a:ext cx="1893905" cy="1065322"/>
            </p:xfrm>
            <a:graphic>
              <a:graphicData uri="http://schemas.microsoft.com/office/powerpoint/2016/slidezoom">
                <pslz:sldZm>
                  <pslz:sldZmObj sldId="291" cId="3094092618">
                    <pslz:zmPr id="{8BBF94DF-2FC0-4668-8911-BAC836FA340E}" returnToParent="0" transitionDur="1000">
                      <p166:blipFill xmlns:p166="http://schemas.microsoft.com/office/powerpoint/2016/6/main">
                        <a:blip r:embed="rId5"/>
                        <a:stretch>
                          <a:fillRect/>
                        </a:stretch>
                      </p166:blipFill>
                      <p166:spPr xmlns:p166="http://schemas.microsoft.com/office/powerpoint/2016/6/main">
                        <a:xfrm>
                          <a:off x="0" y="0"/>
                          <a:ext cx="1893905" cy="1065322"/>
                        </a:xfrm>
                        <a:prstGeom prst="rect">
                          <a:avLst/>
                        </a:prstGeom>
                        <a:ln w="3175">
                          <a:solidFill>
                            <a:prstClr val="ltGray"/>
                          </a:solidFill>
                        </a:ln>
                      </p166:spPr>
                    </pslz:zmPr>
                  </pslz:sldZmObj>
                </pslz:sldZm>
              </a:graphicData>
            </a:graphic>
          </p:graphicFrame>
        </mc:Choice>
        <mc:Fallback xmlns="">
          <p:pic>
            <p:nvPicPr>
              <p:cNvPr id="7" name="Slide Zoom 6">
                <a:extLst>
                  <a:ext uri="{FF2B5EF4-FFF2-40B4-BE49-F238E27FC236}">
                    <a16:creationId xmlns:a16="http://schemas.microsoft.com/office/drawing/2014/main" id="{3E911F84-B3F1-DEC3-95BF-920E36D71E29}"/>
                  </a:ext>
                </a:extLst>
              </p:cNvPr>
              <p:cNvPicPr>
                <a:picLocks noGrp="1" noRot="1" noChangeAspect="1" noMove="1" noResize="1" noEditPoints="1" noAdjustHandles="1" noChangeArrowheads="1" noChangeShapeType="1"/>
              </p:cNvPicPr>
              <p:nvPr/>
            </p:nvPicPr>
            <p:blipFill>
              <a:blip r:embed="rId6"/>
              <a:stretch>
                <a:fillRect/>
              </a:stretch>
            </p:blipFill>
            <p:spPr>
              <a:xfrm>
                <a:off x="803718" y="2282301"/>
                <a:ext cx="1893905" cy="1065322"/>
              </a:xfrm>
              <a:prstGeom prst="rect">
                <a:avLst/>
              </a:prstGeom>
              <a:ln w="3175">
                <a:solidFill>
                  <a:prstClr val="ltGray"/>
                </a:solidFill>
              </a:ln>
            </p:spPr>
          </p:pic>
        </mc:Fallback>
      </mc:AlternateContent>
      <mc:AlternateContent xmlns:mc="http://schemas.openxmlformats.org/markup-compatibility/2006" xmlns:pslz="http://schemas.microsoft.com/office/powerpoint/2016/slidezoom">
        <mc:Choice Requires="pslz">
          <p:graphicFrame>
            <p:nvGraphicFramePr>
              <p:cNvPr id="9" name="Slide Zoom 8">
                <a:extLst>
                  <a:ext uri="{FF2B5EF4-FFF2-40B4-BE49-F238E27FC236}">
                    <a16:creationId xmlns:a16="http://schemas.microsoft.com/office/drawing/2014/main" id="{D0BB45AD-950B-C361-479D-30D231B37BCB}"/>
                  </a:ext>
                </a:extLst>
              </p:cNvPr>
              <p:cNvGraphicFramePr>
                <a:graphicFrameLocks noChangeAspect="1"/>
              </p:cNvGraphicFramePr>
              <p:nvPr>
                <p:extLst>
                  <p:ext uri="{D42A27DB-BD31-4B8C-83A1-F6EECF244321}">
                    <p14:modId xmlns:p14="http://schemas.microsoft.com/office/powerpoint/2010/main" val="2555856383"/>
                  </p:ext>
                </p:extLst>
              </p:nvPr>
            </p:nvGraphicFramePr>
            <p:xfrm>
              <a:off x="828313" y="3876525"/>
              <a:ext cx="1893907" cy="1065323"/>
            </p:xfrm>
            <a:graphic>
              <a:graphicData uri="http://schemas.microsoft.com/office/powerpoint/2016/slidezoom">
                <pslz:sldZm>
                  <pslz:sldZmObj sldId="292" cId="2248536211">
                    <pslz:zmPr id="{DD451F8E-69F9-4BDC-85F3-AEFA9044CF7B}" returnToParent="0" transitionDur="1000">
                      <p166:blipFill xmlns:p166="http://schemas.microsoft.com/office/powerpoint/2016/6/main">
                        <a:blip r:embed="rId7"/>
                        <a:stretch>
                          <a:fillRect/>
                        </a:stretch>
                      </p166:blipFill>
                      <p166:spPr xmlns:p166="http://schemas.microsoft.com/office/powerpoint/2016/6/main">
                        <a:xfrm>
                          <a:off x="0" y="0"/>
                          <a:ext cx="1893907" cy="1065323"/>
                        </a:xfrm>
                        <a:prstGeom prst="rect">
                          <a:avLst/>
                        </a:prstGeom>
                        <a:ln w="3175">
                          <a:solidFill>
                            <a:prstClr val="ltGray"/>
                          </a:solidFill>
                        </a:ln>
                      </p166:spPr>
                    </pslz:zmPr>
                  </pslz:sldZmObj>
                </pslz:sldZm>
              </a:graphicData>
            </a:graphic>
          </p:graphicFrame>
        </mc:Choice>
        <mc:Fallback xmlns="">
          <p:pic>
            <p:nvPicPr>
              <p:cNvPr id="9" name="Slide Zoom 8">
                <a:extLst>
                  <a:ext uri="{FF2B5EF4-FFF2-40B4-BE49-F238E27FC236}">
                    <a16:creationId xmlns:a16="http://schemas.microsoft.com/office/drawing/2014/main" id="{D0BB45AD-950B-C361-479D-30D231B37BCB}"/>
                  </a:ext>
                </a:extLst>
              </p:cNvPr>
              <p:cNvPicPr>
                <a:picLocks noGrp="1" noRot="1" noChangeAspect="1" noMove="1" noResize="1" noEditPoints="1" noAdjustHandles="1" noChangeArrowheads="1" noChangeShapeType="1"/>
              </p:cNvPicPr>
              <p:nvPr/>
            </p:nvPicPr>
            <p:blipFill>
              <a:blip r:embed="rId8"/>
              <a:stretch>
                <a:fillRect/>
              </a:stretch>
            </p:blipFill>
            <p:spPr>
              <a:xfrm>
                <a:off x="828313" y="3876525"/>
                <a:ext cx="1893907" cy="1065323"/>
              </a:xfrm>
              <a:prstGeom prst="rect">
                <a:avLst/>
              </a:prstGeom>
              <a:ln w="3175">
                <a:solidFill>
                  <a:prstClr val="ltGray"/>
                </a:solidFill>
              </a:ln>
            </p:spPr>
          </p:pic>
        </mc:Fallback>
      </mc:AlternateContent>
      <mc:AlternateContent xmlns:mc="http://schemas.openxmlformats.org/markup-compatibility/2006" xmlns:pslz="http://schemas.microsoft.com/office/powerpoint/2016/slidezoom">
        <mc:Choice Requires="pslz">
          <p:graphicFrame>
            <p:nvGraphicFramePr>
              <p:cNvPr id="11" name="Slide Zoom 10">
                <a:extLst>
                  <a:ext uri="{FF2B5EF4-FFF2-40B4-BE49-F238E27FC236}">
                    <a16:creationId xmlns:a16="http://schemas.microsoft.com/office/drawing/2014/main" id="{DDB2CFB7-D6BE-CA55-745E-E2E2AD9E1695}"/>
                  </a:ext>
                </a:extLst>
              </p:cNvPr>
              <p:cNvGraphicFramePr>
                <a:graphicFrameLocks noChangeAspect="1"/>
              </p:cNvGraphicFramePr>
              <p:nvPr>
                <p:extLst>
                  <p:ext uri="{D42A27DB-BD31-4B8C-83A1-F6EECF244321}">
                    <p14:modId xmlns:p14="http://schemas.microsoft.com/office/powerpoint/2010/main" val="2735051521"/>
                  </p:ext>
                </p:extLst>
              </p:nvPr>
            </p:nvGraphicFramePr>
            <p:xfrm>
              <a:off x="836270" y="5371739"/>
              <a:ext cx="1877992" cy="1056370"/>
            </p:xfrm>
            <a:graphic>
              <a:graphicData uri="http://schemas.microsoft.com/office/powerpoint/2016/slidezoom">
                <pslz:sldZm>
                  <pslz:sldZmObj sldId="290" cId="2076091710">
                    <pslz:zmPr id="{4CB904FD-F62E-4290-9560-243AC8452D51}" returnToParent="0" transitionDur="1000">
                      <p166:blipFill xmlns:p166="http://schemas.microsoft.com/office/powerpoint/2016/6/main">
                        <a:blip r:embed="rId9"/>
                        <a:stretch>
                          <a:fillRect/>
                        </a:stretch>
                      </p166:blipFill>
                      <p166:spPr xmlns:p166="http://schemas.microsoft.com/office/powerpoint/2016/6/main">
                        <a:xfrm>
                          <a:off x="0" y="0"/>
                          <a:ext cx="1877992" cy="1056370"/>
                        </a:xfrm>
                        <a:prstGeom prst="rect">
                          <a:avLst/>
                        </a:prstGeom>
                        <a:ln w="3175">
                          <a:solidFill>
                            <a:prstClr val="ltGray"/>
                          </a:solidFill>
                        </a:ln>
                      </p166:spPr>
                    </pslz:zmPr>
                  </pslz:sldZmObj>
                </pslz:sldZm>
              </a:graphicData>
            </a:graphic>
          </p:graphicFrame>
        </mc:Choice>
        <mc:Fallback xmlns="">
          <p:pic>
            <p:nvPicPr>
              <p:cNvPr id="11" name="Slide Zoom 10">
                <a:extLst>
                  <a:ext uri="{FF2B5EF4-FFF2-40B4-BE49-F238E27FC236}">
                    <a16:creationId xmlns:a16="http://schemas.microsoft.com/office/drawing/2014/main" id="{DDB2CFB7-D6BE-CA55-745E-E2E2AD9E1695}"/>
                  </a:ext>
                </a:extLst>
              </p:cNvPr>
              <p:cNvPicPr>
                <a:picLocks noGrp="1" noRot="1" noChangeAspect="1" noMove="1" noResize="1" noEditPoints="1" noAdjustHandles="1" noChangeArrowheads="1" noChangeShapeType="1"/>
              </p:cNvPicPr>
              <p:nvPr/>
            </p:nvPicPr>
            <p:blipFill>
              <a:blip r:embed="rId10"/>
              <a:stretch>
                <a:fillRect/>
              </a:stretch>
            </p:blipFill>
            <p:spPr>
              <a:xfrm>
                <a:off x="836270" y="5371739"/>
                <a:ext cx="1877992" cy="1056370"/>
              </a:xfrm>
              <a:prstGeom prst="rect">
                <a:avLst/>
              </a:prstGeom>
              <a:ln w="3175">
                <a:solidFill>
                  <a:prstClr val="ltGray"/>
                </a:solidFill>
              </a:ln>
            </p:spPr>
          </p:pic>
        </mc:Fallback>
      </mc:AlternateContent>
    </p:spTree>
    <p:extLst>
      <p:ext uri="{BB962C8B-B14F-4D97-AF65-F5344CB8AC3E}">
        <p14:creationId xmlns:p14="http://schemas.microsoft.com/office/powerpoint/2010/main" val="311609986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bg>
      <p:bgPr>
        <a:gradFill>
          <a:gsLst>
            <a:gs pos="0">
              <a:schemeClr val="tx1"/>
            </a:gs>
            <a:gs pos="73000">
              <a:schemeClr val="tx1">
                <a:lumMod val="85000"/>
                <a:lumOff val="15000"/>
              </a:schemeClr>
            </a:gs>
            <a:gs pos="35000">
              <a:schemeClr val="tx1">
                <a:lumMod val="85000"/>
                <a:lumOff val="15000"/>
              </a:schemeClr>
            </a:gs>
            <a:gs pos="100000">
              <a:schemeClr val="tx1"/>
            </a:gs>
          </a:gsLst>
          <a:path path="rect">
            <a:fillToRect l="100000" t="100000"/>
          </a:path>
        </a:gradFill>
        <a:effectLst/>
      </p:bgPr>
    </p:bg>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09DF4F8D-A0BC-2533-FC7E-0644A70AF53A}"/>
              </a:ext>
            </a:extLst>
          </p:cNvPr>
          <p:cNvSpPr txBox="1"/>
          <p:nvPr/>
        </p:nvSpPr>
        <p:spPr>
          <a:xfrm>
            <a:off x="558479" y="2033472"/>
            <a:ext cx="6432630" cy="3539430"/>
          </a:xfrm>
          <a:prstGeom prst="rect">
            <a:avLst/>
          </a:prstGeom>
          <a:noFill/>
        </p:spPr>
        <p:txBody>
          <a:bodyPr wrap="square">
            <a:spAutoFit/>
          </a:bodyPr>
          <a:lstStyle/>
          <a:p>
            <a:r>
              <a:rPr lang="en-IN" sz="3200" dirty="0">
                <a:solidFill>
                  <a:schemeClr val="bg1"/>
                </a:solidFill>
              </a:rPr>
              <a:t>An 80-20 train-test split is utilized to ensure that 80% of the historical data is reserved for training the model while 20% is used for evaluating its performance. This approach helps ineffectively assessing the model's generalization capability.</a:t>
            </a:r>
          </a:p>
        </p:txBody>
      </p:sp>
      <p:sp>
        <p:nvSpPr>
          <p:cNvPr id="8" name="Rectangle 7">
            <a:extLst>
              <a:ext uri="{FF2B5EF4-FFF2-40B4-BE49-F238E27FC236}">
                <a16:creationId xmlns:a16="http://schemas.microsoft.com/office/drawing/2014/main" id="{7CF1A110-A7BE-0380-24CE-473190FF543D}"/>
              </a:ext>
            </a:extLst>
          </p:cNvPr>
          <p:cNvSpPr/>
          <p:nvPr/>
        </p:nvSpPr>
        <p:spPr>
          <a:xfrm>
            <a:off x="476763" y="316732"/>
            <a:ext cx="5617308" cy="923330"/>
          </a:xfrm>
          <a:prstGeom prst="rect">
            <a:avLst/>
          </a:prstGeom>
          <a:noFill/>
        </p:spPr>
        <p:txBody>
          <a:bodyPr wrap="none" lIns="91440" tIns="45720" rIns="91440" bIns="45720">
            <a:spAutoFit/>
          </a:bodyPr>
          <a:lstStyle/>
          <a:p>
            <a:pPr algn="ctr"/>
            <a:r>
              <a:rPr lang="en-IN" sz="5400" b="1" cap="none" spc="50" dirty="0">
                <a:ln w="9525" cmpd="sng">
                  <a:solidFill>
                    <a:schemeClr val="accent1"/>
                  </a:solidFill>
                  <a:prstDash val="solid"/>
                </a:ln>
                <a:solidFill>
                  <a:srgbClr val="70AD47">
                    <a:tint val="1000"/>
                  </a:srgbClr>
                </a:solidFill>
                <a:effectLst>
                  <a:glow rad="38100">
                    <a:schemeClr val="accent1">
                      <a:alpha val="40000"/>
                    </a:schemeClr>
                  </a:glow>
                </a:effectLst>
              </a:rPr>
              <a:t>Data Split Strategy</a:t>
            </a:r>
          </a:p>
        </p:txBody>
      </p:sp>
      <p:graphicFrame>
        <p:nvGraphicFramePr>
          <p:cNvPr id="3" name="Table 2">
            <a:extLst>
              <a:ext uri="{FF2B5EF4-FFF2-40B4-BE49-F238E27FC236}">
                <a16:creationId xmlns:a16="http://schemas.microsoft.com/office/drawing/2014/main" id="{A20C15BE-0FDC-CD24-3DCF-E57A872FF565}"/>
              </a:ext>
            </a:extLst>
          </p:cNvPr>
          <p:cNvGraphicFramePr>
            <a:graphicFrameLocks noGrp="1"/>
          </p:cNvGraphicFramePr>
          <p:nvPr>
            <p:extLst>
              <p:ext uri="{D42A27DB-BD31-4B8C-83A1-F6EECF244321}">
                <p14:modId xmlns:p14="http://schemas.microsoft.com/office/powerpoint/2010/main" val="1109037377"/>
              </p:ext>
            </p:extLst>
          </p:nvPr>
        </p:nvGraphicFramePr>
        <p:xfrm>
          <a:off x="5679440" y="0"/>
          <a:ext cx="6512560" cy="6858000"/>
        </p:xfrm>
        <a:graphic>
          <a:graphicData uri="http://schemas.openxmlformats.org/drawingml/2006/table">
            <a:tbl>
              <a:tblPr firstRow="1" bandRow="1">
                <a:tableStyleId>{5C22544A-7EE6-4342-B048-85BDC9FD1C3A}</a:tableStyleId>
              </a:tblPr>
              <a:tblGrid>
                <a:gridCol w="651256">
                  <a:extLst>
                    <a:ext uri="{9D8B030D-6E8A-4147-A177-3AD203B41FA5}">
                      <a16:colId xmlns:a16="http://schemas.microsoft.com/office/drawing/2014/main" val="1898190406"/>
                    </a:ext>
                  </a:extLst>
                </a:gridCol>
                <a:gridCol w="651256">
                  <a:extLst>
                    <a:ext uri="{9D8B030D-6E8A-4147-A177-3AD203B41FA5}">
                      <a16:colId xmlns:a16="http://schemas.microsoft.com/office/drawing/2014/main" val="1795356988"/>
                    </a:ext>
                  </a:extLst>
                </a:gridCol>
                <a:gridCol w="651256">
                  <a:extLst>
                    <a:ext uri="{9D8B030D-6E8A-4147-A177-3AD203B41FA5}">
                      <a16:colId xmlns:a16="http://schemas.microsoft.com/office/drawing/2014/main" val="2263965706"/>
                    </a:ext>
                  </a:extLst>
                </a:gridCol>
                <a:gridCol w="651256">
                  <a:extLst>
                    <a:ext uri="{9D8B030D-6E8A-4147-A177-3AD203B41FA5}">
                      <a16:colId xmlns:a16="http://schemas.microsoft.com/office/drawing/2014/main" val="752386175"/>
                    </a:ext>
                  </a:extLst>
                </a:gridCol>
                <a:gridCol w="651256">
                  <a:extLst>
                    <a:ext uri="{9D8B030D-6E8A-4147-A177-3AD203B41FA5}">
                      <a16:colId xmlns:a16="http://schemas.microsoft.com/office/drawing/2014/main" val="1738331643"/>
                    </a:ext>
                  </a:extLst>
                </a:gridCol>
                <a:gridCol w="651256">
                  <a:extLst>
                    <a:ext uri="{9D8B030D-6E8A-4147-A177-3AD203B41FA5}">
                      <a16:colId xmlns:a16="http://schemas.microsoft.com/office/drawing/2014/main" val="2360449659"/>
                    </a:ext>
                  </a:extLst>
                </a:gridCol>
                <a:gridCol w="651256">
                  <a:extLst>
                    <a:ext uri="{9D8B030D-6E8A-4147-A177-3AD203B41FA5}">
                      <a16:colId xmlns:a16="http://schemas.microsoft.com/office/drawing/2014/main" val="3876956188"/>
                    </a:ext>
                  </a:extLst>
                </a:gridCol>
                <a:gridCol w="651256">
                  <a:extLst>
                    <a:ext uri="{9D8B030D-6E8A-4147-A177-3AD203B41FA5}">
                      <a16:colId xmlns:a16="http://schemas.microsoft.com/office/drawing/2014/main" val="200887303"/>
                    </a:ext>
                  </a:extLst>
                </a:gridCol>
                <a:gridCol w="651256">
                  <a:extLst>
                    <a:ext uri="{9D8B030D-6E8A-4147-A177-3AD203B41FA5}">
                      <a16:colId xmlns:a16="http://schemas.microsoft.com/office/drawing/2014/main" val="2224557299"/>
                    </a:ext>
                  </a:extLst>
                </a:gridCol>
                <a:gridCol w="651256">
                  <a:extLst>
                    <a:ext uri="{9D8B030D-6E8A-4147-A177-3AD203B41FA5}">
                      <a16:colId xmlns:a16="http://schemas.microsoft.com/office/drawing/2014/main" val="2835522435"/>
                    </a:ext>
                  </a:extLst>
                </a:gridCol>
              </a:tblGrid>
              <a:tr h="6858000">
                <a:tc>
                  <a:txBody>
                    <a:bodyPr/>
                    <a:lstStyle/>
                    <a:p>
                      <a:endParaRPr lang="en-IN"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blipFill dpi="0" rotWithShape="1">
                      <a:blip r:embed="rId2">
                        <a:alphaModFix amt="0"/>
                      </a:blip>
                      <a:srcRect/>
                      <a:tile tx="1073150" ty="0" sx="100000" sy="100000" flip="none" algn="tl"/>
                    </a:blipFill>
                  </a:tcPr>
                </a:tc>
                <a:tc>
                  <a:txBody>
                    <a:bodyPr/>
                    <a:lstStyle/>
                    <a:p>
                      <a:endParaRPr lang="en-IN"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blipFill dpi="0" rotWithShape="1">
                      <a:blip r:embed="rId2">
                        <a:alphaModFix amt="10000"/>
                      </a:blip>
                      <a:srcRect/>
                      <a:tile tx="1073150" ty="0" sx="100000" sy="100000" flip="none" algn="tl"/>
                    </a:blipFill>
                  </a:tcPr>
                </a:tc>
                <a:tc>
                  <a:txBody>
                    <a:bodyPr/>
                    <a:lstStyle/>
                    <a:p>
                      <a:endParaRPr lang="en-IN"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blipFill dpi="0" rotWithShape="1">
                      <a:blip r:embed="rId2">
                        <a:alphaModFix amt="20000"/>
                      </a:blip>
                      <a:srcRect/>
                      <a:tile tx="1073150" ty="0" sx="100000" sy="100000" flip="none" algn="tl"/>
                    </a:blipFill>
                  </a:tcPr>
                </a:tc>
                <a:tc>
                  <a:txBody>
                    <a:bodyPr/>
                    <a:lstStyle/>
                    <a:p>
                      <a:endParaRPr lang="en-IN"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blipFill dpi="0" rotWithShape="1">
                      <a:blip r:embed="rId2">
                        <a:alphaModFix amt="30000"/>
                      </a:blip>
                      <a:srcRect/>
                      <a:tile tx="1073150" ty="0" sx="100000" sy="100000" flip="none" algn="tl"/>
                    </a:blipFill>
                  </a:tcPr>
                </a:tc>
                <a:tc>
                  <a:txBody>
                    <a:bodyPr/>
                    <a:lstStyle/>
                    <a:p>
                      <a:endParaRPr lang="en-IN"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blipFill dpi="0" rotWithShape="1">
                      <a:blip r:embed="rId2">
                        <a:alphaModFix amt="40000"/>
                      </a:blip>
                      <a:srcRect/>
                      <a:tile tx="1073150" ty="0" sx="100000" sy="100000" flip="none" algn="tl"/>
                    </a:blipFill>
                  </a:tcPr>
                </a:tc>
                <a:tc>
                  <a:txBody>
                    <a:bodyPr/>
                    <a:lstStyle/>
                    <a:p>
                      <a:endParaRPr lang="en-IN"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blipFill dpi="0" rotWithShape="1">
                      <a:blip r:embed="rId2">
                        <a:alphaModFix amt="50000"/>
                      </a:blip>
                      <a:srcRect/>
                      <a:tile tx="1073150" ty="0" sx="100000" sy="100000" flip="none" algn="tl"/>
                    </a:blipFill>
                  </a:tcPr>
                </a:tc>
                <a:tc>
                  <a:txBody>
                    <a:bodyPr/>
                    <a:lstStyle/>
                    <a:p>
                      <a:endParaRPr lang="en-IN"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blipFill dpi="0" rotWithShape="1">
                      <a:blip r:embed="rId2">
                        <a:alphaModFix amt="60000"/>
                      </a:blip>
                      <a:srcRect/>
                      <a:tile tx="1073150" ty="0" sx="100000" sy="100000" flip="none" algn="tl"/>
                    </a:blipFill>
                  </a:tcPr>
                </a:tc>
                <a:tc>
                  <a:txBody>
                    <a:bodyPr/>
                    <a:lstStyle/>
                    <a:p>
                      <a:endParaRPr lang="en-IN"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blipFill dpi="0" rotWithShape="1">
                      <a:blip r:embed="rId2">
                        <a:alphaModFix amt="70000"/>
                      </a:blip>
                      <a:srcRect/>
                      <a:tile tx="1073150" ty="0" sx="100000" sy="100000" flip="none" algn="tl"/>
                    </a:blipFill>
                  </a:tcPr>
                </a:tc>
                <a:tc>
                  <a:txBody>
                    <a:bodyPr/>
                    <a:lstStyle/>
                    <a:p>
                      <a:endParaRPr lang="en-IN"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blipFill dpi="0" rotWithShape="1">
                      <a:blip r:embed="rId2">
                        <a:alphaModFix amt="80000"/>
                      </a:blip>
                      <a:srcRect/>
                      <a:tile tx="1073150" ty="0" sx="100000" sy="100000" flip="none" algn="tl"/>
                    </a:blipFill>
                  </a:tcPr>
                </a:tc>
                <a:tc>
                  <a:txBody>
                    <a:bodyPr/>
                    <a:lstStyle/>
                    <a:p>
                      <a:endParaRPr lang="en-IN"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blipFill dpi="0" rotWithShape="1">
                      <a:blip r:embed="rId2">
                        <a:alphaModFix amt="90000"/>
                      </a:blip>
                      <a:srcRect/>
                      <a:tile tx="1073150" ty="0" sx="100000" sy="100000" flip="none" algn="tl"/>
                    </a:blipFill>
                  </a:tcPr>
                </a:tc>
                <a:extLst>
                  <a:ext uri="{0D108BD9-81ED-4DB2-BD59-A6C34878D82A}">
                    <a16:rowId xmlns:a16="http://schemas.microsoft.com/office/drawing/2014/main" val="3758545061"/>
                  </a:ext>
                </a:extLst>
              </a:tr>
            </a:tbl>
          </a:graphicData>
        </a:graphic>
      </p:graphicFrame>
    </p:spTree>
    <p:extLst>
      <p:ext uri="{BB962C8B-B14F-4D97-AF65-F5344CB8AC3E}">
        <p14:creationId xmlns:p14="http://schemas.microsoft.com/office/powerpoint/2010/main" val="354164036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bg>
      <p:bgPr>
        <a:gradFill>
          <a:gsLst>
            <a:gs pos="0">
              <a:schemeClr val="tx1"/>
            </a:gs>
            <a:gs pos="73000">
              <a:schemeClr val="tx1">
                <a:lumMod val="85000"/>
                <a:lumOff val="15000"/>
              </a:schemeClr>
            </a:gs>
            <a:gs pos="35000">
              <a:schemeClr val="tx1">
                <a:lumMod val="85000"/>
                <a:lumOff val="15000"/>
              </a:schemeClr>
            </a:gs>
            <a:gs pos="100000">
              <a:schemeClr val="tx1"/>
            </a:gs>
          </a:gsLst>
          <a:path path="rect">
            <a:fillToRect l="100000" t="100000"/>
          </a:path>
        </a:gradFill>
        <a:effectLst/>
      </p:bgPr>
    </p:bg>
    <p:spTree>
      <p:nvGrpSpPr>
        <p:cNvPr id="1" name="">
          <a:extLst>
            <a:ext uri="{FF2B5EF4-FFF2-40B4-BE49-F238E27FC236}">
              <a16:creationId xmlns:a16="http://schemas.microsoft.com/office/drawing/2014/main" id="{6C5913FC-F3B4-75A2-B29F-1E3E78093905}"/>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6FC3A05C-62D7-2FC6-22D3-A78BE261B704}"/>
              </a:ext>
            </a:extLst>
          </p:cNvPr>
          <p:cNvSpPr txBox="1"/>
          <p:nvPr/>
        </p:nvSpPr>
        <p:spPr>
          <a:xfrm>
            <a:off x="5171440" y="1289090"/>
            <a:ext cx="6792220" cy="5016758"/>
          </a:xfrm>
          <a:prstGeom prst="rect">
            <a:avLst/>
          </a:prstGeom>
          <a:noFill/>
        </p:spPr>
        <p:txBody>
          <a:bodyPr wrap="square">
            <a:spAutoFit/>
          </a:bodyPr>
          <a:lstStyle/>
          <a:p>
            <a:r>
              <a:rPr lang="en-IN" sz="3200" dirty="0">
                <a:solidFill>
                  <a:schemeClr val="bg1"/>
                </a:solidFill>
              </a:rPr>
              <a:t>The model is configured with specific parameters to optimize its performance during training: a learning rate of 0.1 allows for controlled updates to the model, a maximum depth of 5 prevents overfitting, 100 estimators enhance decision robustness, and the objective set to binary logistic regression aligns with our binary classification task of fraud detection.</a:t>
            </a:r>
          </a:p>
        </p:txBody>
      </p:sp>
      <p:sp>
        <p:nvSpPr>
          <p:cNvPr id="2" name="Rectangle 1">
            <a:extLst>
              <a:ext uri="{FF2B5EF4-FFF2-40B4-BE49-F238E27FC236}">
                <a16:creationId xmlns:a16="http://schemas.microsoft.com/office/drawing/2014/main" id="{6B5BF476-0C3A-5CC4-BC4B-E054A228534C}"/>
              </a:ext>
            </a:extLst>
          </p:cNvPr>
          <p:cNvSpPr/>
          <p:nvPr/>
        </p:nvSpPr>
        <p:spPr>
          <a:xfrm>
            <a:off x="5962956" y="346055"/>
            <a:ext cx="5744779" cy="923330"/>
          </a:xfrm>
          <a:prstGeom prst="rect">
            <a:avLst/>
          </a:prstGeom>
          <a:noFill/>
        </p:spPr>
        <p:txBody>
          <a:bodyPr wrap="none" lIns="91440" tIns="45720" rIns="91440" bIns="45720">
            <a:spAutoFit/>
          </a:bodyPr>
          <a:lstStyle/>
          <a:p>
            <a:pPr algn="ctr"/>
            <a:r>
              <a:rPr lang="en-IN" sz="5400" b="1" cap="none" spc="50" dirty="0">
                <a:ln w="9525" cmpd="sng">
                  <a:solidFill>
                    <a:schemeClr val="accent1"/>
                  </a:solidFill>
                  <a:prstDash val="solid"/>
                </a:ln>
                <a:solidFill>
                  <a:srgbClr val="70AD47">
                    <a:tint val="1000"/>
                  </a:srgbClr>
                </a:solidFill>
                <a:effectLst>
                  <a:glow rad="38100">
                    <a:schemeClr val="accent1">
                      <a:alpha val="40000"/>
                    </a:schemeClr>
                  </a:glow>
                </a:effectLst>
              </a:rPr>
              <a:t>Model Parameters </a:t>
            </a:r>
          </a:p>
        </p:txBody>
      </p:sp>
      <p:graphicFrame>
        <p:nvGraphicFramePr>
          <p:cNvPr id="4" name="Table 3">
            <a:extLst>
              <a:ext uri="{FF2B5EF4-FFF2-40B4-BE49-F238E27FC236}">
                <a16:creationId xmlns:a16="http://schemas.microsoft.com/office/drawing/2014/main" id="{59882B9F-9D4D-34EC-4AD1-0193BF638792}"/>
              </a:ext>
            </a:extLst>
          </p:cNvPr>
          <p:cNvGraphicFramePr>
            <a:graphicFrameLocks noGrp="1"/>
          </p:cNvGraphicFramePr>
          <p:nvPr>
            <p:extLst>
              <p:ext uri="{D42A27DB-BD31-4B8C-83A1-F6EECF244321}">
                <p14:modId xmlns:p14="http://schemas.microsoft.com/office/powerpoint/2010/main" val="2274069398"/>
              </p:ext>
            </p:extLst>
          </p:nvPr>
        </p:nvGraphicFramePr>
        <p:xfrm>
          <a:off x="0" y="0"/>
          <a:ext cx="5962960" cy="6858000"/>
        </p:xfrm>
        <a:graphic>
          <a:graphicData uri="http://schemas.openxmlformats.org/drawingml/2006/table">
            <a:tbl>
              <a:tblPr firstRow="1" bandRow="1">
                <a:tableStyleId>{5C22544A-7EE6-4342-B048-85BDC9FD1C3A}</a:tableStyleId>
              </a:tblPr>
              <a:tblGrid>
                <a:gridCol w="596296">
                  <a:extLst>
                    <a:ext uri="{9D8B030D-6E8A-4147-A177-3AD203B41FA5}">
                      <a16:colId xmlns:a16="http://schemas.microsoft.com/office/drawing/2014/main" val="949151143"/>
                    </a:ext>
                  </a:extLst>
                </a:gridCol>
                <a:gridCol w="596296">
                  <a:extLst>
                    <a:ext uri="{9D8B030D-6E8A-4147-A177-3AD203B41FA5}">
                      <a16:colId xmlns:a16="http://schemas.microsoft.com/office/drawing/2014/main" val="2857022728"/>
                    </a:ext>
                  </a:extLst>
                </a:gridCol>
                <a:gridCol w="596296">
                  <a:extLst>
                    <a:ext uri="{9D8B030D-6E8A-4147-A177-3AD203B41FA5}">
                      <a16:colId xmlns:a16="http://schemas.microsoft.com/office/drawing/2014/main" val="1489123862"/>
                    </a:ext>
                  </a:extLst>
                </a:gridCol>
                <a:gridCol w="596296">
                  <a:extLst>
                    <a:ext uri="{9D8B030D-6E8A-4147-A177-3AD203B41FA5}">
                      <a16:colId xmlns:a16="http://schemas.microsoft.com/office/drawing/2014/main" val="626975180"/>
                    </a:ext>
                  </a:extLst>
                </a:gridCol>
                <a:gridCol w="596296">
                  <a:extLst>
                    <a:ext uri="{9D8B030D-6E8A-4147-A177-3AD203B41FA5}">
                      <a16:colId xmlns:a16="http://schemas.microsoft.com/office/drawing/2014/main" val="3902065960"/>
                    </a:ext>
                  </a:extLst>
                </a:gridCol>
                <a:gridCol w="596296">
                  <a:extLst>
                    <a:ext uri="{9D8B030D-6E8A-4147-A177-3AD203B41FA5}">
                      <a16:colId xmlns:a16="http://schemas.microsoft.com/office/drawing/2014/main" val="754892354"/>
                    </a:ext>
                  </a:extLst>
                </a:gridCol>
                <a:gridCol w="596296">
                  <a:extLst>
                    <a:ext uri="{9D8B030D-6E8A-4147-A177-3AD203B41FA5}">
                      <a16:colId xmlns:a16="http://schemas.microsoft.com/office/drawing/2014/main" val="739541472"/>
                    </a:ext>
                  </a:extLst>
                </a:gridCol>
                <a:gridCol w="596296">
                  <a:extLst>
                    <a:ext uri="{9D8B030D-6E8A-4147-A177-3AD203B41FA5}">
                      <a16:colId xmlns:a16="http://schemas.microsoft.com/office/drawing/2014/main" val="1761119468"/>
                    </a:ext>
                  </a:extLst>
                </a:gridCol>
                <a:gridCol w="596296">
                  <a:extLst>
                    <a:ext uri="{9D8B030D-6E8A-4147-A177-3AD203B41FA5}">
                      <a16:colId xmlns:a16="http://schemas.microsoft.com/office/drawing/2014/main" val="3988315894"/>
                    </a:ext>
                  </a:extLst>
                </a:gridCol>
                <a:gridCol w="596296">
                  <a:extLst>
                    <a:ext uri="{9D8B030D-6E8A-4147-A177-3AD203B41FA5}">
                      <a16:colId xmlns:a16="http://schemas.microsoft.com/office/drawing/2014/main" val="4014232135"/>
                    </a:ext>
                  </a:extLst>
                </a:gridCol>
              </a:tblGrid>
              <a:tr h="6858000">
                <a:tc>
                  <a:txBody>
                    <a:bodyPr/>
                    <a:lstStyle/>
                    <a:p>
                      <a:endParaRPr lang="en-IN"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blipFill dpi="0" rotWithShape="1">
                      <a:blip r:embed="rId3">
                        <a:alphaModFix amt="90000"/>
                      </a:blip>
                      <a:srcRect/>
                      <a:tile tx="1073150" ty="0" sx="100000" sy="100000" flip="none" algn="tl"/>
                    </a:blipFill>
                  </a:tcPr>
                </a:tc>
                <a:tc>
                  <a:txBody>
                    <a:bodyPr/>
                    <a:lstStyle/>
                    <a:p>
                      <a:endParaRPr lang="en-IN"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blipFill dpi="0" rotWithShape="1">
                      <a:blip r:embed="rId3">
                        <a:alphaModFix amt="80000"/>
                      </a:blip>
                      <a:srcRect/>
                      <a:tile tx="1073150" ty="0" sx="100000" sy="100000" flip="none" algn="tl"/>
                    </a:blipFill>
                  </a:tcPr>
                </a:tc>
                <a:tc>
                  <a:txBody>
                    <a:bodyPr/>
                    <a:lstStyle/>
                    <a:p>
                      <a:endParaRPr lang="en-IN"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blipFill dpi="0" rotWithShape="1">
                      <a:blip r:embed="rId3">
                        <a:alphaModFix amt="70000"/>
                      </a:blip>
                      <a:srcRect/>
                      <a:tile tx="1073150" ty="0" sx="100000" sy="100000" flip="none" algn="tl"/>
                    </a:blipFill>
                  </a:tcPr>
                </a:tc>
                <a:tc>
                  <a:txBody>
                    <a:bodyPr/>
                    <a:lstStyle/>
                    <a:p>
                      <a:endParaRPr lang="en-IN"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blipFill dpi="0" rotWithShape="1">
                      <a:blip r:embed="rId3">
                        <a:alphaModFix amt="60000"/>
                      </a:blip>
                      <a:srcRect/>
                      <a:tile tx="1073150" ty="0" sx="100000" sy="100000" flip="none" algn="tl"/>
                    </a:blipFill>
                  </a:tcPr>
                </a:tc>
                <a:tc>
                  <a:txBody>
                    <a:bodyPr/>
                    <a:lstStyle/>
                    <a:p>
                      <a:endParaRPr lang="en-IN"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blipFill dpi="0" rotWithShape="1">
                      <a:blip r:embed="rId3">
                        <a:alphaModFix amt="50000"/>
                      </a:blip>
                      <a:srcRect/>
                      <a:tile tx="1073150" ty="0" sx="100000" sy="100000" flip="none" algn="tl"/>
                    </a:blipFill>
                  </a:tcPr>
                </a:tc>
                <a:tc>
                  <a:txBody>
                    <a:bodyPr/>
                    <a:lstStyle/>
                    <a:p>
                      <a:endParaRPr lang="en-IN"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blipFill dpi="0" rotWithShape="1">
                      <a:blip r:embed="rId3">
                        <a:alphaModFix amt="40000"/>
                      </a:blip>
                      <a:srcRect/>
                      <a:tile tx="1073150" ty="0" sx="100000" sy="100000" flip="none" algn="tl"/>
                    </a:blipFill>
                  </a:tcPr>
                </a:tc>
                <a:tc>
                  <a:txBody>
                    <a:bodyPr/>
                    <a:lstStyle/>
                    <a:p>
                      <a:endParaRPr lang="en-IN"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blipFill dpi="0" rotWithShape="1">
                      <a:blip r:embed="rId3">
                        <a:alphaModFix amt="30000"/>
                      </a:blip>
                      <a:srcRect/>
                      <a:tile tx="1073150" ty="0" sx="100000" sy="100000" flip="none" algn="tl"/>
                    </a:blipFill>
                  </a:tcPr>
                </a:tc>
                <a:tc>
                  <a:txBody>
                    <a:bodyPr/>
                    <a:lstStyle/>
                    <a:p>
                      <a:endParaRPr lang="en-IN"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blipFill dpi="0" rotWithShape="1">
                      <a:blip r:embed="rId3">
                        <a:alphaModFix amt="20000"/>
                      </a:blip>
                      <a:srcRect/>
                      <a:tile tx="1073150" ty="0" sx="100000" sy="100000" flip="none" algn="tl"/>
                    </a:blipFill>
                  </a:tcPr>
                </a:tc>
                <a:tc>
                  <a:txBody>
                    <a:bodyPr/>
                    <a:lstStyle/>
                    <a:p>
                      <a:endParaRPr lang="en-IN"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blipFill dpi="0" rotWithShape="1">
                      <a:blip r:embed="rId3">
                        <a:alphaModFix amt="10000"/>
                      </a:blip>
                      <a:srcRect/>
                      <a:tile tx="1073150" ty="0" sx="100000" sy="100000" flip="none" algn="tl"/>
                    </a:blipFill>
                  </a:tcPr>
                </a:tc>
                <a:tc>
                  <a:txBody>
                    <a:bodyPr/>
                    <a:lstStyle/>
                    <a:p>
                      <a:endParaRPr lang="en-IN"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blipFill dpi="0" rotWithShape="1">
                      <a:blip r:embed="rId3">
                        <a:alphaModFix amt="0"/>
                      </a:blip>
                      <a:srcRect/>
                      <a:tile tx="1073150" ty="0" sx="100000" sy="100000" flip="none" algn="tl"/>
                    </a:blipFill>
                  </a:tcPr>
                </a:tc>
                <a:extLst>
                  <a:ext uri="{0D108BD9-81ED-4DB2-BD59-A6C34878D82A}">
                    <a16:rowId xmlns:a16="http://schemas.microsoft.com/office/drawing/2014/main" val="1317851628"/>
                  </a:ext>
                </a:extLst>
              </a:tr>
            </a:tbl>
          </a:graphicData>
        </a:graphic>
      </p:graphicFrame>
    </p:spTree>
    <p:extLst>
      <p:ext uri="{BB962C8B-B14F-4D97-AF65-F5344CB8AC3E}">
        <p14:creationId xmlns:p14="http://schemas.microsoft.com/office/powerpoint/2010/main" val="309409261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bg>
      <p:bgPr>
        <a:gradFill>
          <a:gsLst>
            <a:gs pos="0">
              <a:schemeClr val="tx1"/>
            </a:gs>
            <a:gs pos="73000">
              <a:schemeClr val="tx1">
                <a:lumMod val="85000"/>
                <a:lumOff val="15000"/>
              </a:schemeClr>
            </a:gs>
            <a:gs pos="35000">
              <a:schemeClr val="tx1">
                <a:lumMod val="85000"/>
                <a:lumOff val="15000"/>
              </a:schemeClr>
            </a:gs>
            <a:gs pos="100000">
              <a:schemeClr val="tx1"/>
            </a:gs>
          </a:gsLst>
          <a:path path="rect">
            <a:fillToRect l="100000" t="100000"/>
          </a:path>
        </a:gradFill>
        <a:effectLst/>
      </p:bgPr>
    </p:bg>
    <p:spTree>
      <p:nvGrpSpPr>
        <p:cNvPr id="1" name="">
          <a:extLst>
            <a:ext uri="{FF2B5EF4-FFF2-40B4-BE49-F238E27FC236}">
              <a16:creationId xmlns:a16="http://schemas.microsoft.com/office/drawing/2014/main" id="{09A9C5FC-59C0-D8CE-E87C-0340FD1B98A8}"/>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0F49D98B-5520-309B-7EA9-9A1A0539B832}"/>
              </a:ext>
            </a:extLst>
          </p:cNvPr>
          <p:cNvSpPr txBox="1"/>
          <p:nvPr/>
        </p:nvSpPr>
        <p:spPr>
          <a:xfrm>
            <a:off x="5660020" y="1400231"/>
            <a:ext cx="6018836" cy="4832092"/>
          </a:xfrm>
          <a:prstGeom prst="rect">
            <a:avLst/>
          </a:prstGeom>
          <a:noFill/>
        </p:spPr>
        <p:txBody>
          <a:bodyPr wrap="square">
            <a:spAutoFit/>
          </a:bodyPr>
          <a:lstStyle/>
          <a:p>
            <a:r>
              <a:rPr lang="en-IN" sz="2800" dirty="0">
                <a:solidFill>
                  <a:schemeClr val="bg1"/>
                </a:solidFill>
              </a:rPr>
              <a:t>The model's performance is evaluated using key metrics: Precision, which measures the accuracy of positive predictions; Recall, which assesses the ability to identify all relevant instances; and F1-Score, which balances precision and recall to provide a single metric for model performance. These metrics ensure comprehensive evaluation of the model's effectiveness in fraud detection.</a:t>
            </a:r>
          </a:p>
        </p:txBody>
      </p:sp>
      <p:sp>
        <p:nvSpPr>
          <p:cNvPr id="2" name="Rectangle 1">
            <a:extLst>
              <a:ext uri="{FF2B5EF4-FFF2-40B4-BE49-F238E27FC236}">
                <a16:creationId xmlns:a16="http://schemas.microsoft.com/office/drawing/2014/main" id="{DCD15DB3-A3FE-E77D-FE8F-14C233FF1876}"/>
              </a:ext>
            </a:extLst>
          </p:cNvPr>
          <p:cNvSpPr/>
          <p:nvPr/>
        </p:nvSpPr>
        <p:spPr>
          <a:xfrm>
            <a:off x="6096000" y="343667"/>
            <a:ext cx="5485028" cy="923330"/>
          </a:xfrm>
          <a:prstGeom prst="rect">
            <a:avLst/>
          </a:prstGeom>
          <a:noFill/>
        </p:spPr>
        <p:txBody>
          <a:bodyPr wrap="none" lIns="91440" tIns="45720" rIns="91440" bIns="45720">
            <a:spAutoFit/>
          </a:bodyPr>
          <a:lstStyle/>
          <a:p>
            <a:pPr algn="ctr"/>
            <a:r>
              <a:rPr lang="en-IN" sz="5400" b="1" cap="none" spc="50" dirty="0">
                <a:ln w="9525" cmpd="sng">
                  <a:solidFill>
                    <a:schemeClr val="accent1"/>
                  </a:solidFill>
                  <a:prstDash val="solid"/>
                </a:ln>
                <a:solidFill>
                  <a:srgbClr val="70AD47">
                    <a:tint val="1000"/>
                  </a:srgbClr>
                </a:solidFill>
                <a:effectLst>
                  <a:glow rad="38100">
                    <a:schemeClr val="accent1">
                      <a:alpha val="40000"/>
                    </a:schemeClr>
                  </a:glow>
                </a:effectLst>
              </a:rPr>
              <a:t>Model Evaluation </a:t>
            </a:r>
          </a:p>
        </p:txBody>
      </p:sp>
      <p:graphicFrame>
        <p:nvGraphicFramePr>
          <p:cNvPr id="7" name="Table 6">
            <a:extLst>
              <a:ext uri="{FF2B5EF4-FFF2-40B4-BE49-F238E27FC236}">
                <a16:creationId xmlns:a16="http://schemas.microsoft.com/office/drawing/2014/main" id="{43273EDC-6715-8B0E-D080-DE06EA4C9053}"/>
              </a:ext>
            </a:extLst>
          </p:cNvPr>
          <p:cNvGraphicFramePr>
            <a:graphicFrameLocks noGrp="1"/>
          </p:cNvGraphicFramePr>
          <p:nvPr>
            <p:extLst>
              <p:ext uri="{D42A27DB-BD31-4B8C-83A1-F6EECF244321}">
                <p14:modId xmlns:p14="http://schemas.microsoft.com/office/powerpoint/2010/main" val="1126701722"/>
              </p:ext>
            </p:extLst>
          </p:nvPr>
        </p:nvGraphicFramePr>
        <p:xfrm>
          <a:off x="0" y="9370"/>
          <a:ext cx="6462450" cy="6848630"/>
        </p:xfrm>
        <a:graphic>
          <a:graphicData uri="http://schemas.openxmlformats.org/drawingml/2006/table">
            <a:tbl>
              <a:tblPr firstRow="1" bandRow="1">
                <a:effectLst>
                  <a:outerShdw blurRad="50800" dist="38100" dir="2700000" algn="tl" rotWithShape="0">
                    <a:prstClr val="black">
                      <a:alpha val="40000"/>
                    </a:prstClr>
                  </a:outerShdw>
                </a:effectLst>
                <a:tableStyleId>{5C22544A-7EE6-4342-B048-85BDC9FD1C3A}</a:tableStyleId>
              </a:tblPr>
              <a:tblGrid>
                <a:gridCol w="646245">
                  <a:extLst>
                    <a:ext uri="{9D8B030D-6E8A-4147-A177-3AD203B41FA5}">
                      <a16:colId xmlns:a16="http://schemas.microsoft.com/office/drawing/2014/main" val="229028737"/>
                    </a:ext>
                  </a:extLst>
                </a:gridCol>
                <a:gridCol w="646245">
                  <a:extLst>
                    <a:ext uri="{9D8B030D-6E8A-4147-A177-3AD203B41FA5}">
                      <a16:colId xmlns:a16="http://schemas.microsoft.com/office/drawing/2014/main" val="3480357568"/>
                    </a:ext>
                  </a:extLst>
                </a:gridCol>
                <a:gridCol w="646245">
                  <a:extLst>
                    <a:ext uri="{9D8B030D-6E8A-4147-A177-3AD203B41FA5}">
                      <a16:colId xmlns:a16="http://schemas.microsoft.com/office/drawing/2014/main" val="1722958366"/>
                    </a:ext>
                  </a:extLst>
                </a:gridCol>
                <a:gridCol w="646245">
                  <a:extLst>
                    <a:ext uri="{9D8B030D-6E8A-4147-A177-3AD203B41FA5}">
                      <a16:colId xmlns:a16="http://schemas.microsoft.com/office/drawing/2014/main" val="3620220690"/>
                    </a:ext>
                  </a:extLst>
                </a:gridCol>
                <a:gridCol w="646245">
                  <a:extLst>
                    <a:ext uri="{9D8B030D-6E8A-4147-A177-3AD203B41FA5}">
                      <a16:colId xmlns:a16="http://schemas.microsoft.com/office/drawing/2014/main" val="3013508293"/>
                    </a:ext>
                  </a:extLst>
                </a:gridCol>
                <a:gridCol w="646245">
                  <a:extLst>
                    <a:ext uri="{9D8B030D-6E8A-4147-A177-3AD203B41FA5}">
                      <a16:colId xmlns:a16="http://schemas.microsoft.com/office/drawing/2014/main" val="471947838"/>
                    </a:ext>
                  </a:extLst>
                </a:gridCol>
                <a:gridCol w="646245">
                  <a:extLst>
                    <a:ext uri="{9D8B030D-6E8A-4147-A177-3AD203B41FA5}">
                      <a16:colId xmlns:a16="http://schemas.microsoft.com/office/drawing/2014/main" val="3569327527"/>
                    </a:ext>
                  </a:extLst>
                </a:gridCol>
                <a:gridCol w="646245">
                  <a:extLst>
                    <a:ext uri="{9D8B030D-6E8A-4147-A177-3AD203B41FA5}">
                      <a16:colId xmlns:a16="http://schemas.microsoft.com/office/drawing/2014/main" val="2291316472"/>
                    </a:ext>
                  </a:extLst>
                </a:gridCol>
                <a:gridCol w="646245">
                  <a:extLst>
                    <a:ext uri="{9D8B030D-6E8A-4147-A177-3AD203B41FA5}">
                      <a16:colId xmlns:a16="http://schemas.microsoft.com/office/drawing/2014/main" val="4190915653"/>
                    </a:ext>
                  </a:extLst>
                </a:gridCol>
                <a:gridCol w="646245">
                  <a:extLst>
                    <a:ext uri="{9D8B030D-6E8A-4147-A177-3AD203B41FA5}">
                      <a16:colId xmlns:a16="http://schemas.microsoft.com/office/drawing/2014/main" val="2142452185"/>
                    </a:ext>
                  </a:extLst>
                </a:gridCol>
              </a:tblGrid>
              <a:tr h="6848630">
                <a:tc>
                  <a:txBody>
                    <a:bodyPr/>
                    <a:lstStyle/>
                    <a:p>
                      <a:endParaRPr lang="en-IN"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blipFill dpi="0" rotWithShape="1">
                      <a:blip r:embed="rId2">
                        <a:alphaModFix amt="90000"/>
                      </a:blip>
                      <a:srcRect/>
                      <a:tile tx="-298450" ty="565150" sx="79000" sy="100000" flip="none" algn="tl"/>
                    </a:blipFill>
                  </a:tcPr>
                </a:tc>
                <a:tc>
                  <a:txBody>
                    <a:bodyPr/>
                    <a:lstStyle/>
                    <a:p>
                      <a:endParaRPr lang="en-IN"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blipFill dpi="0" rotWithShape="1">
                      <a:blip r:embed="rId2">
                        <a:alphaModFix amt="80000"/>
                      </a:blip>
                      <a:srcRect/>
                      <a:tile tx="-298450" ty="565150" sx="79000" sy="100000" flip="none" algn="tl"/>
                    </a:blipFill>
                  </a:tcPr>
                </a:tc>
                <a:tc>
                  <a:txBody>
                    <a:bodyPr/>
                    <a:lstStyle/>
                    <a:p>
                      <a:endParaRPr lang="en-IN"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blipFill dpi="0" rotWithShape="1">
                      <a:blip r:embed="rId2">
                        <a:alphaModFix amt="70000"/>
                      </a:blip>
                      <a:srcRect/>
                      <a:tile tx="-298450" ty="565150" sx="79000" sy="100000" flip="none" algn="tl"/>
                    </a:blipFill>
                  </a:tcPr>
                </a:tc>
                <a:tc>
                  <a:txBody>
                    <a:bodyPr/>
                    <a:lstStyle/>
                    <a:p>
                      <a:endParaRPr lang="en-IN"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blipFill dpi="0" rotWithShape="1">
                      <a:blip r:embed="rId2">
                        <a:alphaModFix amt="60000"/>
                      </a:blip>
                      <a:srcRect/>
                      <a:tile tx="-298450" ty="565150" sx="79000" sy="100000" flip="none" algn="tl"/>
                    </a:blipFill>
                  </a:tcPr>
                </a:tc>
                <a:tc>
                  <a:txBody>
                    <a:bodyPr/>
                    <a:lstStyle/>
                    <a:p>
                      <a:endParaRPr lang="en-IN"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blipFill dpi="0" rotWithShape="1">
                      <a:blip r:embed="rId2">
                        <a:alphaModFix amt="50000"/>
                      </a:blip>
                      <a:srcRect/>
                      <a:tile tx="-298450" ty="565150" sx="79000" sy="100000" flip="none" algn="tl"/>
                    </a:blipFill>
                  </a:tcPr>
                </a:tc>
                <a:tc>
                  <a:txBody>
                    <a:bodyPr/>
                    <a:lstStyle/>
                    <a:p>
                      <a:endParaRPr lang="en-IN"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blipFill dpi="0" rotWithShape="1">
                      <a:blip r:embed="rId2">
                        <a:alphaModFix amt="40000"/>
                      </a:blip>
                      <a:srcRect/>
                      <a:tile tx="-298450" ty="565150" sx="79000" sy="100000" flip="none" algn="tl"/>
                    </a:blipFill>
                  </a:tcPr>
                </a:tc>
                <a:tc>
                  <a:txBody>
                    <a:bodyPr/>
                    <a:lstStyle/>
                    <a:p>
                      <a:endParaRPr lang="en-IN"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blipFill dpi="0" rotWithShape="1">
                      <a:blip r:embed="rId2">
                        <a:alphaModFix amt="30000"/>
                      </a:blip>
                      <a:srcRect/>
                      <a:tile tx="-298450" ty="565150" sx="79000" sy="100000" flip="none" algn="tl"/>
                    </a:blipFill>
                  </a:tcPr>
                </a:tc>
                <a:tc>
                  <a:txBody>
                    <a:bodyPr/>
                    <a:lstStyle/>
                    <a:p>
                      <a:endParaRPr lang="en-IN"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blipFill dpi="0" rotWithShape="1">
                      <a:blip r:embed="rId2">
                        <a:alphaModFix amt="20000"/>
                      </a:blip>
                      <a:srcRect/>
                      <a:tile tx="-298450" ty="565150" sx="79000" sy="100000" flip="none" algn="tl"/>
                    </a:blipFill>
                  </a:tcPr>
                </a:tc>
                <a:tc>
                  <a:txBody>
                    <a:bodyPr/>
                    <a:lstStyle/>
                    <a:p>
                      <a:endParaRPr lang="en-IN"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blipFill dpi="0" rotWithShape="1">
                      <a:blip r:embed="rId2">
                        <a:alphaModFix amt="10000"/>
                      </a:blip>
                      <a:srcRect/>
                      <a:tile tx="-298450" ty="565150" sx="79000" sy="100000" flip="none" algn="tl"/>
                    </a:blipFill>
                  </a:tcPr>
                </a:tc>
                <a:tc>
                  <a:txBody>
                    <a:bodyPr/>
                    <a:lstStyle/>
                    <a:p>
                      <a:endParaRPr lang="en-IN"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blipFill dpi="0" rotWithShape="1">
                      <a:blip r:embed="rId2">
                        <a:alphaModFix amt="0"/>
                      </a:blip>
                      <a:srcRect/>
                      <a:tile tx="-298450" ty="565150" sx="79000" sy="100000" flip="none" algn="tl"/>
                    </a:blipFill>
                  </a:tcPr>
                </a:tc>
                <a:extLst>
                  <a:ext uri="{0D108BD9-81ED-4DB2-BD59-A6C34878D82A}">
                    <a16:rowId xmlns:a16="http://schemas.microsoft.com/office/drawing/2014/main" val="1153565176"/>
                  </a:ext>
                </a:extLst>
              </a:tr>
            </a:tbl>
          </a:graphicData>
        </a:graphic>
      </p:graphicFrame>
    </p:spTree>
    <p:extLst>
      <p:ext uri="{BB962C8B-B14F-4D97-AF65-F5344CB8AC3E}">
        <p14:creationId xmlns:p14="http://schemas.microsoft.com/office/powerpoint/2010/main" val="224853621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bg>
      <p:bgPr>
        <a:gradFill>
          <a:gsLst>
            <a:gs pos="0">
              <a:schemeClr val="tx1"/>
            </a:gs>
            <a:gs pos="73000">
              <a:schemeClr val="tx1">
                <a:lumMod val="85000"/>
                <a:lumOff val="15000"/>
              </a:schemeClr>
            </a:gs>
            <a:gs pos="35000">
              <a:schemeClr val="tx1">
                <a:lumMod val="85000"/>
                <a:lumOff val="15000"/>
              </a:schemeClr>
            </a:gs>
            <a:gs pos="100000">
              <a:schemeClr val="tx1"/>
            </a:gs>
          </a:gsLst>
          <a:path path="rect">
            <a:fillToRect l="100000" t="100000"/>
          </a:path>
        </a:gradFill>
        <a:effectLst/>
      </p:bgPr>
    </p:bg>
    <p:spTree>
      <p:nvGrpSpPr>
        <p:cNvPr id="1" name="">
          <a:extLst>
            <a:ext uri="{FF2B5EF4-FFF2-40B4-BE49-F238E27FC236}">
              <a16:creationId xmlns:a16="http://schemas.microsoft.com/office/drawing/2014/main" id="{6B037C31-FC36-5DF7-FEB8-0C6442382EB3}"/>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FF7CFEF5-E620-2549-ED2D-0E2109B8F2A2}"/>
              </a:ext>
            </a:extLst>
          </p:cNvPr>
          <p:cNvSpPr txBox="1"/>
          <p:nvPr/>
        </p:nvSpPr>
        <p:spPr>
          <a:xfrm>
            <a:off x="328208" y="1417898"/>
            <a:ext cx="6269362" cy="4031873"/>
          </a:xfrm>
          <a:prstGeom prst="rect">
            <a:avLst/>
          </a:prstGeom>
          <a:noFill/>
        </p:spPr>
        <p:txBody>
          <a:bodyPr wrap="square">
            <a:spAutoFit/>
          </a:bodyPr>
          <a:lstStyle/>
          <a:p>
            <a:r>
              <a:rPr lang="en-IN" sz="3200" dirty="0">
                <a:solidFill>
                  <a:schemeClr val="bg1"/>
                </a:solidFill>
              </a:rPr>
              <a:t>Upon successful training, the model is saved using joblib, allowing for efficient serialization of the trained model. This facilitates future loading and inference without needing to retrain, enhancing the system’s efficiency and response time when deployed in real-time environments.</a:t>
            </a:r>
          </a:p>
        </p:txBody>
      </p:sp>
      <p:graphicFrame>
        <p:nvGraphicFramePr>
          <p:cNvPr id="2" name="Table 1">
            <a:extLst>
              <a:ext uri="{FF2B5EF4-FFF2-40B4-BE49-F238E27FC236}">
                <a16:creationId xmlns:a16="http://schemas.microsoft.com/office/drawing/2014/main" id="{DC795D60-B152-FCB5-3143-BD6DC710A05C}"/>
              </a:ext>
            </a:extLst>
          </p:cNvPr>
          <p:cNvGraphicFramePr>
            <a:graphicFrameLocks noGrp="1"/>
          </p:cNvGraphicFramePr>
          <p:nvPr>
            <p:extLst>
              <p:ext uri="{D42A27DB-BD31-4B8C-83A1-F6EECF244321}">
                <p14:modId xmlns:p14="http://schemas.microsoft.com/office/powerpoint/2010/main" val="2876183558"/>
              </p:ext>
            </p:extLst>
          </p:nvPr>
        </p:nvGraphicFramePr>
        <p:xfrm>
          <a:off x="5544273" y="0"/>
          <a:ext cx="6647730" cy="6858000"/>
        </p:xfrm>
        <a:graphic>
          <a:graphicData uri="http://schemas.openxmlformats.org/drawingml/2006/table">
            <a:tbl>
              <a:tblPr firstRow="1" bandRow="1">
                <a:tableStyleId>{5C22544A-7EE6-4342-B048-85BDC9FD1C3A}</a:tableStyleId>
              </a:tblPr>
              <a:tblGrid>
                <a:gridCol w="664773">
                  <a:extLst>
                    <a:ext uri="{9D8B030D-6E8A-4147-A177-3AD203B41FA5}">
                      <a16:colId xmlns:a16="http://schemas.microsoft.com/office/drawing/2014/main" val="3037079187"/>
                    </a:ext>
                  </a:extLst>
                </a:gridCol>
                <a:gridCol w="664773">
                  <a:extLst>
                    <a:ext uri="{9D8B030D-6E8A-4147-A177-3AD203B41FA5}">
                      <a16:colId xmlns:a16="http://schemas.microsoft.com/office/drawing/2014/main" val="2114019999"/>
                    </a:ext>
                  </a:extLst>
                </a:gridCol>
                <a:gridCol w="664773">
                  <a:extLst>
                    <a:ext uri="{9D8B030D-6E8A-4147-A177-3AD203B41FA5}">
                      <a16:colId xmlns:a16="http://schemas.microsoft.com/office/drawing/2014/main" val="2482758786"/>
                    </a:ext>
                  </a:extLst>
                </a:gridCol>
                <a:gridCol w="664773">
                  <a:extLst>
                    <a:ext uri="{9D8B030D-6E8A-4147-A177-3AD203B41FA5}">
                      <a16:colId xmlns:a16="http://schemas.microsoft.com/office/drawing/2014/main" val="791351357"/>
                    </a:ext>
                  </a:extLst>
                </a:gridCol>
                <a:gridCol w="664773">
                  <a:extLst>
                    <a:ext uri="{9D8B030D-6E8A-4147-A177-3AD203B41FA5}">
                      <a16:colId xmlns:a16="http://schemas.microsoft.com/office/drawing/2014/main" val="697910732"/>
                    </a:ext>
                  </a:extLst>
                </a:gridCol>
                <a:gridCol w="664773">
                  <a:extLst>
                    <a:ext uri="{9D8B030D-6E8A-4147-A177-3AD203B41FA5}">
                      <a16:colId xmlns:a16="http://schemas.microsoft.com/office/drawing/2014/main" val="3191890287"/>
                    </a:ext>
                  </a:extLst>
                </a:gridCol>
                <a:gridCol w="664773">
                  <a:extLst>
                    <a:ext uri="{9D8B030D-6E8A-4147-A177-3AD203B41FA5}">
                      <a16:colId xmlns:a16="http://schemas.microsoft.com/office/drawing/2014/main" val="114444843"/>
                    </a:ext>
                  </a:extLst>
                </a:gridCol>
                <a:gridCol w="664773">
                  <a:extLst>
                    <a:ext uri="{9D8B030D-6E8A-4147-A177-3AD203B41FA5}">
                      <a16:colId xmlns:a16="http://schemas.microsoft.com/office/drawing/2014/main" val="3425080228"/>
                    </a:ext>
                  </a:extLst>
                </a:gridCol>
                <a:gridCol w="664773">
                  <a:extLst>
                    <a:ext uri="{9D8B030D-6E8A-4147-A177-3AD203B41FA5}">
                      <a16:colId xmlns:a16="http://schemas.microsoft.com/office/drawing/2014/main" val="3168269098"/>
                    </a:ext>
                  </a:extLst>
                </a:gridCol>
                <a:gridCol w="664773">
                  <a:extLst>
                    <a:ext uri="{9D8B030D-6E8A-4147-A177-3AD203B41FA5}">
                      <a16:colId xmlns:a16="http://schemas.microsoft.com/office/drawing/2014/main" val="1934127198"/>
                    </a:ext>
                  </a:extLst>
                </a:gridCol>
              </a:tblGrid>
              <a:tr h="6858000">
                <a:tc>
                  <a:txBody>
                    <a:bodyPr/>
                    <a:lstStyle/>
                    <a:p>
                      <a:endParaRPr lang="en-IN"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blipFill dpi="0" rotWithShape="1">
                      <a:blip r:embed="rId2">
                        <a:alphaModFix amt="0"/>
                      </a:blip>
                      <a:srcRect/>
                      <a:tile tx="-298450" ty="565150" sx="79000" sy="100000" flip="none" algn="tl"/>
                    </a:blipFill>
                  </a:tcPr>
                </a:tc>
                <a:tc>
                  <a:txBody>
                    <a:bodyPr/>
                    <a:lstStyle/>
                    <a:p>
                      <a:endParaRPr lang="en-IN"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blipFill dpi="0" rotWithShape="1">
                      <a:blip r:embed="rId2">
                        <a:alphaModFix amt="10000"/>
                      </a:blip>
                      <a:srcRect/>
                      <a:tile tx="-298450" ty="565150" sx="79000" sy="100000" flip="none" algn="tl"/>
                    </a:blipFill>
                  </a:tcPr>
                </a:tc>
                <a:tc>
                  <a:txBody>
                    <a:bodyPr/>
                    <a:lstStyle/>
                    <a:p>
                      <a:endParaRPr lang="en-IN"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blipFill dpi="0" rotWithShape="1">
                      <a:blip r:embed="rId2">
                        <a:alphaModFix amt="20000"/>
                      </a:blip>
                      <a:srcRect/>
                      <a:tile tx="-298450" ty="565150" sx="79000" sy="100000" flip="none" algn="tl"/>
                    </a:blipFill>
                  </a:tcPr>
                </a:tc>
                <a:tc>
                  <a:txBody>
                    <a:bodyPr/>
                    <a:lstStyle/>
                    <a:p>
                      <a:endParaRPr lang="en-IN"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blipFill dpi="0" rotWithShape="1">
                      <a:blip r:embed="rId2">
                        <a:alphaModFix amt="30000"/>
                      </a:blip>
                      <a:srcRect/>
                      <a:tile tx="-298450" ty="565150" sx="79000" sy="100000" flip="none" algn="tl"/>
                    </a:blipFill>
                  </a:tcPr>
                </a:tc>
                <a:tc>
                  <a:txBody>
                    <a:bodyPr/>
                    <a:lstStyle/>
                    <a:p>
                      <a:endParaRPr lang="en-IN"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blipFill dpi="0" rotWithShape="1">
                      <a:blip r:embed="rId2">
                        <a:alphaModFix amt="40000"/>
                      </a:blip>
                      <a:srcRect/>
                      <a:tile tx="-298450" ty="565150" sx="79000" sy="100000" flip="none" algn="tl"/>
                    </a:blipFill>
                  </a:tcPr>
                </a:tc>
                <a:tc>
                  <a:txBody>
                    <a:bodyPr/>
                    <a:lstStyle/>
                    <a:p>
                      <a:endParaRPr lang="en-IN"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blipFill dpi="0" rotWithShape="1">
                      <a:blip r:embed="rId2">
                        <a:alphaModFix amt="50000"/>
                      </a:blip>
                      <a:srcRect/>
                      <a:tile tx="-298450" ty="565150" sx="79000" sy="100000" flip="none" algn="tl"/>
                    </a:blipFill>
                  </a:tcPr>
                </a:tc>
                <a:tc>
                  <a:txBody>
                    <a:bodyPr/>
                    <a:lstStyle/>
                    <a:p>
                      <a:endParaRPr lang="en-IN"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blipFill dpi="0" rotWithShape="1">
                      <a:blip r:embed="rId2">
                        <a:alphaModFix amt="60000"/>
                      </a:blip>
                      <a:srcRect/>
                      <a:tile tx="-298450" ty="565150" sx="79000" sy="100000" flip="none" algn="tl"/>
                    </a:blipFill>
                  </a:tcPr>
                </a:tc>
                <a:tc>
                  <a:txBody>
                    <a:bodyPr/>
                    <a:lstStyle/>
                    <a:p>
                      <a:endParaRPr lang="en-IN"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blipFill dpi="0" rotWithShape="1">
                      <a:blip r:embed="rId2">
                        <a:alphaModFix amt="70000"/>
                      </a:blip>
                      <a:srcRect/>
                      <a:tile tx="-298450" ty="565150" sx="79000" sy="100000" flip="none" algn="tl"/>
                    </a:blipFill>
                  </a:tcPr>
                </a:tc>
                <a:tc>
                  <a:txBody>
                    <a:bodyPr/>
                    <a:lstStyle/>
                    <a:p>
                      <a:endParaRPr lang="en-IN"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blipFill dpi="0" rotWithShape="1">
                      <a:blip r:embed="rId2">
                        <a:alphaModFix amt="80000"/>
                      </a:blip>
                      <a:srcRect/>
                      <a:tile tx="-298450" ty="565150" sx="79000" sy="100000" flip="none" algn="tl"/>
                    </a:blipFill>
                  </a:tcPr>
                </a:tc>
                <a:tc>
                  <a:txBody>
                    <a:bodyPr/>
                    <a:lstStyle/>
                    <a:p>
                      <a:endParaRPr lang="en-IN"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blipFill dpi="0" rotWithShape="1">
                      <a:blip r:embed="rId2">
                        <a:alphaModFix amt="90000"/>
                      </a:blip>
                      <a:srcRect/>
                      <a:tile tx="-298450" ty="565150" sx="79000" sy="100000" flip="none" algn="tl"/>
                    </a:blipFill>
                  </a:tcPr>
                </a:tc>
                <a:extLst>
                  <a:ext uri="{0D108BD9-81ED-4DB2-BD59-A6C34878D82A}">
                    <a16:rowId xmlns:a16="http://schemas.microsoft.com/office/drawing/2014/main" val="557203228"/>
                  </a:ext>
                </a:extLst>
              </a:tr>
            </a:tbl>
          </a:graphicData>
        </a:graphic>
      </p:graphicFrame>
      <p:sp>
        <p:nvSpPr>
          <p:cNvPr id="4" name="Rectangle 3">
            <a:extLst>
              <a:ext uri="{FF2B5EF4-FFF2-40B4-BE49-F238E27FC236}">
                <a16:creationId xmlns:a16="http://schemas.microsoft.com/office/drawing/2014/main" id="{BDF9FCE1-67DD-A18E-5243-87980BB28063}"/>
              </a:ext>
            </a:extLst>
          </p:cNvPr>
          <p:cNvSpPr/>
          <p:nvPr/>
        </p:nvSpPr>
        <p:spPr>
          <a:xfrm>
            <a:off x="328208" y="247284"/>
            <a:ext cx="5860130" cy="923330"/>
          </a:xfrm>
          <a:prstGeom prst="rect">
            <a:avLst/>
          </a:prstGeom>
          <a:noFill/>
        </p:spPr>
        <p:txBody>
          <a:bodyPr wrap="none" lIns="91440" tIns="45720" rIns="91440" bIns="45720">
            <a:spAutoFit/>
          </a:bodyPr>
          <a:lstStyle/>
          <a:p>
            <a:pPr algn="ctr"/>
            <a:r>
              <a:rPr lang="en-IN" sz="5400" b="1" cap="none" spc="50" dirty="0">
                <a:ln w="9525" cmpd="sng">
                  <a:solidFill>
                    <a:schemeClr val="accent1"/>
                  </a:solidFill>
                  <a:prstDash val="solid"/>
                </a:ln>
                <a:solidFill>
                  <a:srgbClr val="70AD47">
                    <a:tint val="1000"/>
                  </a:srgbClr>
                </a:solidFill>
                <a:effectLst>
                  <a:glow rad="38100">
                    <a:schemeClr val="accent1">
                      <a:alpha val="40000"/>
                    </a:schemeClr>
                  </a:glow>
                </a:effectLst>
              </a:rPr>
              <a:t>Model Serialization</a:t>
            </a:r>
          </a:p>
        </p:txBody>
      </p:sp>
    </p:spTree>
    <p:extLst>
      <p:ext uri="{BB962C8B-B14F-4D97-AF65-F5344CB8AC3E}">
        <p14:creationId xmlns:p14="http://schemas.microsoft.com/office/powerpoint/2010/main" val="207609171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bg>
      <p:bgPr shadeToTitle="1">
        <a:gradFill flip="none" rotWithShape="1">
          <a:gsLst>
            <a:gs pos="0">
              <a:schemeClr val="tx1"/>
            </a:gs>
            <a:gs pos="73000">
              <a:schemeClr val="tx1">
                <a:lumMod val="85000"/>
                <a:lumOff val="15000"/>
              </a:schemeClr>
            </a:gs>
            <a:gs pos="35000">
              <a:schemeClr val="tx1">
                <a:lumMod val="85000"/>
                <a:lumOff val="15000"/>
              </a:schemeClr>
            </a:gs>
            <a:gs pos="100000">
              <a:schemeClr val="tx1"/>
            </a:gs>
          </a:gsLst>
          <a:path path="shape">
            <a:fillToRect l="50000" t="50000" r="50000" b="50000"/>
          </a:path>
          <a:tileRect/>
        </a:gradFill>
        <a:effectLst/>
      </p:bgPr>
    </p:bg>
    <p:spTree>
      <p:nvGrpSpPr>
        <p:cNvPr id="1" name="">
          <a:extLst>
            <a:ext uri="{FF2B5EF4-FFF2-40B4-BE49-F238E27FC236}">
              <a16:creationId xmlns:a16="http://schemas.microsoft.com/office/drawing/2014/main" id="{D489AA5D-09C7-4D1C-1797-4D4E67755269}"/>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842B24C0-FD0A-AE48-2CF0-CE2C98F0F00F}"/>
              </a:ext>
            </a:extLst>
          </p:cNvPr>
          <p:cNvSpPr/>
          <p:nvPr/>
        </p:nvSpPr>
        <p:spPr>
          <a:xfrm>
            <a:off x="813458" y="305415"/>
            <a:ext cx="5485091" cy="1754326"/>
          </a:xfrm>
          <a:prstGeom prst="rect">
            <a:avLst/>
          </a:prstGeom>
          <a:noFill/>
        </p:spPr>
        <p:txBody>
          <a:bodyPr wrap="none" lIns="91440" tIns="45720" rIns="91440" bIns="45720">
            <a:spAutoFit/>
          </a:bodyPr>
          <a:lstStyle/>
          <a:p>
            <a:pPr algn="ctr"/>
            <a:r>
              <a:rPr lang="en-IN" sz="5400" b="1" cap="none" spc="50" dirty="0">
                <a:ln w="9525" cmpd="sng">
                  <a:solidFill>
                    <a:schemeClr val="accent1"/>
                  </a:solidFill>
                  <a:prstDash val="solid"/>
                </a:ln>
                <a:solidFill>
                  <a:srgbClr val="70AD47">
                    <a:tint val="1000"/>
                  </a:srgbClr>
                </a:solidFill>
                <a:effectLst>
                  <a:glow rad="38100">
                    <a:schemeClr val="accent1">
                      <a:alpha val="40000"/>
                    </a:schemeClr>
                  </a:glow>
                </a:effectLst>
              </a:rPr>
              <a:t>Real Time scoring </a:t>
            </a:r>
          </a:p>
          <a:p>
            <a:pPr algn="ctr"/>
            <a:r>
              <a:rPr lang="en-IN" sz="5400" b="1" cap="none" spc="50" dirty="0">
                <a:ln w="9525" cmpd="sng">
                  <a:solidFill>
                    <a:schemeClr val="accent1"/>
                  </a:solidFill>
                  <a:prstDash val="solid"/>
                </a:ln>
                <a:solidFill>
                  <a:srgbClr val="70AD47">
                    <a:tint val="1000"/>
                  </a:srgbClr>
                </a:solidFill>
                <a:effectLst>
                  <a:glow rad="38100">
                    <a:schemeClr val="accent1">
                      <a:alpha val="40000"/>
                    </a:schemeClr>
                  </a:glow>
                </a:effectLst>
              </a:rPr>
              <a:t>Overview</a:t>
            </a:r>
            <a:endParaRPr lang="en-US" sz="5400" b="1" cap="none" spc="50" dirty="0">
              <a:ln w="9525" cmpd="sng">
                <a:solidFill>
                  <a:schemeClr val="accent1"/>
                </a:solidFill>
                <a:prstDash val="solid"/>
              </a:ln>
              <a:solidFill>
                <a:srgbClr val="70AD47">
                  <a:tint val="1000"/>
                </a:srgbClr>
              </a:solidFill>
              <a:effectLst>
                <a:glow rad="38100">
                  <a:schemeClr val="accent1">
                    <a:alpha val="40000"/>
                  </a:schemeClr>
                </a:glow>
              </a:effectLst>
            </a:endParaRPr>
          </a:p>
        </p:txBody>
      </p:sp>
      <p:sp>
        <p:nvSpPr>
          <p:cNvPr id="4" name="TextBox 3">
            <a:extLst>
              <a:ext uri="{FF2B5EF4-FFF2-40B4-BE49-F238E27FC236}">
                <a16:creationId xmlns:a16="http://schemas.microsoft.com/office/drawing/2014/main" id="{535156E0-389B-AA9F-9AEE-21BD1A15991F}"/>
              </a:ext>
            </a:extLst>
          </p:cNvPr>
          <p:cNvSpPr txBox="1"/>
          <p:nvPr/>
        </p:nvSpPr>
        <p:spPr>
          <a:xfrm>
            <a:off x="508004" y="2328317"/>
            <a:ext cx="6096000" cy="3970318"/>
          </a:xfrm>
          <a:prstGeom prst="rect">
            <a:avLst/>
          </a:prstGeom>
          <a:noFill/>
        </p:spPr>
        <p:txBody>
          <a:bodyPr wrap="square">
            <a:spAutoFit/>
          </a:bodyPr>
          <a:lstStyle/>
          <a:p>
            <a:pPr algn="just"/>
            <a:r>
              <a:rPr lang="en-IN" sz="2800" dirty="0">
                <a:solidFill>
                  <a:schemeClr val="bg1"/>
                </a:solidFill>
              </a:rPr>
              <a:t>The Real-Time Scoring component is essential for operationalizing the trained XGBoost model. It continuously ingests live transaction data, calculates the probability of fraud, and classifies transactions as fraudulent or legitimate. The results are then exported for further analysis and monitoring through the dashboard.</a:t>
            </a:r>
          </a:p>
        </p:txBody>
      </p:sp>
      <p:graphicFrame>
        <p:nvGraphicFramePr>
          <p:cNvPr id="3" name="Table 2">
            <a:extLst>
              <a:ext uri="{FF2B5EF4-FFF2-40B4-BE49-F238E27FC236}">
                <a16:creationId xmlns:a16="http://schemas.microsoft.com/office/drawing/2014/main" id="{4F97B836-75E7-0195-F332-7EC35782006C}"/>
              </a:ext>
            </a:extLst>
          </p:cNvPr>
          <p:cNvGraphicFramePr>
            <a:graphicFrameLocks noGrp="1"/>
          </p:cNvGraphicFramePr>
          <p:nvPr>
            <p:extLst>
              <p:ext uri="{D42A27DB-BD31-4B8C-83A1-F6EECF244321}">
                <p14:modId xmlns:p14="http://schemas.microsoft.com/office/powerpoint/2010/main" val="3107068470"/>
              </p:ext>
            </p:extLst>
          </p:nvPr>
        </p:nvGraphicFramePr>
        <p:xfrm>
          <a:off x="6528391" y="-2"/>
          <a:ext cx="5663609" cy="6858000"/>
        </p:xfrm>
        <a:graphic>
          <a:graphicData uri="http://schemas.openxmlformats.org/drawingml/2006/table">
            <a:tbl>
              <a:tblPr firstRow="1" bandRow="1">
                <a:tableStyleId>{5C22544A-7EE6-4342-B048-85BDC9FD1C3A}</a:tableStyleId>
              </a:tblPr>
              <a:tblGrid>
                <a:gridCol w="809087">
                  <a:extLst>
                    <a:ext uri="{9D8B030D-6E8A-4147-A177-3AD203B41FA5}">
                      <a16:colId xmlns:a16="http://schemas.microsoft.com/office/drawing/2014/main" val="3975053407"/>
                    </a:ext>
                  </a:extLst>
                </a:gridCol>
                <a:gridCol w="809087">
                  <a:extLst>
                    <a:ext uri="{9D8B030D-6E8A-4147-A177-3AD203B41FA5}">
                      <a16:colId xmlns:a16="http://schemas.microsoft.com/office/drawing/2014/main" val="2377280891"/>
                    </a:ext>
                  </a:extLst>
                </a:gridCol>
                <a:gridCol w="809087">
                  <a:extLst>
                    <a:ext uri="{9D8B030D-6E8A-4147-A177-3AD203B41FA5}">
                      <a16:colId xmlns:a16="http://schemas.microsoft.com/office/drawing/2014/main" val="1926689661"/>
                    </a:ext>
                  </a:extLst>
                </a:gridCol>
                <a:gridCol w="809087">
                  <a:extLst>
                    <a:ext uri="{9D8B030D-6E8A-4147-A177-3AD203B41FA5}">
                      <a16:colId xmlns:a16="http://schemas.microsoft.com/office/drawing/2014/main" val="4050700012"/>
                    </a:ext>
                  </a:extLst>
                </a:gridCol>
                <a:gridCol w="809087">
                  <a:extLst>
                    <a:ext uri="{9D8B030D-6E8A-4147-A177-3AD203B41FA5}">
                      <a16:colId xmlns:a16="http://schemas.microsoft.com/office/drawing/2014/main" val="4006241988"/>
                    </a:ext>
                  </a:extLst>
                </a:gridCol>
                <a:gridCol w="809087">
                  <a:extLst>
                    <a:ext uri="{9D8B030D-6E8A-4147-A177-3AD203B41FA5}">
                      <a16:colId xmlns:a16="http://schemas.microsoft.com/office/drawing/2014/main" val="4173880767"/>
                    </a:ext>
                  </a:extLst>
                </a:gridCol>
                <a:gridCol w="809087">
                  <a:extLst>
                    <a:ext uri="{9D8B030D-6E8A-4147-A177-3AD203B41FA5}">
                      <a16:colId xmlns:a16="http://schemas.microsoft.com/office/drawing/2014/main" val="1563645479"/>
                    </a:ext>
                  </a:extLst>
                </a:gridCol>
              </a:tblGrid>
              <a:tr h="1143000">
                <a:tc>
                  <a:txBody>
                    <a:bodyPr/>
                    <a:lstStyle/>
                    <a:p>
                      <a:endParaRPr lang="en-IN"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blipFill dpi="0" rotWithShape="1">
                      <a:blip r:embed="rId2">
                        <a:alphaModFix amt="15000"/>
                      </a:blip>
                      <a:srcRect/>
                      <a:tile tx="0" ty="0" sx="100000" sy="100000" flip="none" algn="tl"/>
                    </a:blipFill>
                  </a:tcPr>
                </a:tc>
                <a:tc>
                  <a:txBody>
                    <a:bodyPr/>
                    <a:lstStyle/>
                    <a:p>
                      <a:endParaRPr lang="en-IN"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blipFill dpi="0" rotWithShape="1">
                      <a:blip r:embed="rId2">
                        <a:alphaModFix amt="30000"/>
                      </a:blip>
                      <a:srcRect/>
                      <a:tile tx="0" ty="0" sx="100000" sy="100000" flip="none" algn="tl"/>
                    </a:blipFill>
                  </a:tcPr>
                </a:tc>
                <a:tc>
                  <a:txBody>
                    <a:bodyPr/>
                    <a:lstStyle/>
                    <a:p>
                      <a:endParaRPr lang="en-IN"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blipFill dpi="0" rotWithShape="1">
                      <a:blip r:embed="rId2">
                        <a:alphaModFix amt="45000"/>
                      </a:blip>
                      <a:srcRect/>
                      <a:tile tx="0" ty="0" sx="100000" sy="100000" flip="none" algn="tl"/>
                    </a:blipFill>
                  </a:tcPr>
                </a:tc>
                <a:tc>
                  <a:txBody>
                    <a:bodyPr/>
                    <a:lstStyle/>
                    <a:p>
                      <a:endParaRPr lang="en-IN"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blipFill dpi="0" rotWithShape="1">
                      <a:blip r:embed="rId2">
                        <a:alphaModFix amt="60000"/>
                      </a:blip>
                      <a:srcRect/>
                      <a:tile tx="0" ty="0" sx="100000" sy="100000" flip="none" algn="tl"/>
                    </a:blipFill>
                  </a:tcPr>
                </a:tc>
                <a:tc>
                  <a:txBody>
                    <a:bodyPr/>
                    <a:lstStyle/>
                    <a:p>
                      <a:endParaRPr lang="en-IN"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blipFill dpi="0" rotWithShape="1">
                      <a:blip r:embed="rId2">
                        <a:alphaModFix amt="75000"/>
                      </a:blip>
                      <a:srcRect/>
                      <a:tile tx="0" ty="0" sx="100000" sy="100000" flip="none" algn="tl"/>
                    </a:blipFill>
                  </a:tcPr>
                </a:tc>
                <a:tc>
                  <a:txBody>
                    <a:bodyPr/>
                    <a:lstStyle/>
                    <a:p>
                      <a:endParaRPr lang="en-IN"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blipFill dpi="0" rotWithShape="1">
                      <a:blip r:embed="rId2">
                        <a:alphaModFix amt="85000"/>
                      </a:blip>
                      <a:srcRect/>
                      <a:tile tx="0" ty="0" sx="100000" sy="100000" flip="none" algn="tl"/>
                    </a:blipFill>
                  </a:tcPr>
                </a:tc>
                <a:tc>
                  <a:txBody>
                    <a:bodyPr/>
                    <a:lstStyle/>
                    <a:p>
                      <a:endParaRPr lang="en-IN"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blipFill dpi="0" rotWithShape="1">
                      <a:blip r:embed="rId2"/>
                      <a:srcRect/>
                      <a:tile tx="0" ty="0" sx="100000" sy="100000" flip="none" algn="tl"/>
                    </a:blipFill>
                  </a:tcPr>
                </a:tc>
                <a:extLst>
                  <a:ext uri="{0D108BD9-81ED-4DB2-BD59-A6C34878D82A}">
                    <a16:rowId xmlns:a16="http://schemas.microsoft.com/office/drawing/2014/main" val="2679253228"/>
                  </a:ext>
                </a:extLst>
              </a:tr>
              <a:tr h="1143000">
                <a:tc>
                  <a:txBody>
                    <a:bodyPr/>
                    <a:lstStyle/>
                    <a:p>
                      <a:endParaRPr lang="en-IN" dirty="0"/>
                    </a:p>
                  </a:txBody>
                  <a:tcPr>
                    <a:lnL w="12700" cmpd="sng">
                      <a:noFill/>
                    </a:lnL>
                    <a:lnR w="12700" cmpd="sng">
                      <a:noFill/>
                    </a:lnR>
                    <a:lnT w="38100" cmpd="sng">
                      <a:noFill/>
                    </a:lnT>
                    <a:lnB w="12700" cmpd="sng">
                      <a:noFill/>
                    </a:lnB>
                    <a:lnTlToBr w="12700" cmpd="sng">
                      <a:noFill/>
                      <a:prstDash val="solid"/>
                    </a:lnTlToBr>
                    <a:lnBlToTr w="12700" cmpd="sng">
                      <a:noFill/>
                      <a:prstDash val="solid"/>
                    </a:lnBlToTr>
                    <a:blipFill dpi="0" rotWithShape="1">
                      <a:blip r:embed="rId2">
                        <a:alphaModFix amt="15000"/>
                      </a:blip>
                      <a:srcRect/>
                      <a:tile tx="0" ty="0" sx="100000" sy="100000" flip="none" algn="tl"/>
                    </a:blipFill>
                  </a:tcPr>
                </a:tc>
                <a:tc>
                  <a:txBody>
                    <a:bodyPr/>
                    <a:lstStyle/>
                    <a:p>
                      <a:endParaRPr lang="en-IN" dirty="0"/>
                    </a:p>
                  </a:txBody>
                  <a:tcPr>
                    <a:lnL w="12700" cmpd="sng">
                      <a:noFill/>
                    </a:lnL>
                    <a:lnR w="12700" cmpd="sng">
                      <a:noFill/>
                    </a:lnR>
                    <a:lnT w="38100" cmpd="sng">
                      <a:noFill/>
                    </a:lnT>
                    <a:lnB w="12700" cmpd="sng">
                      <a:noFill/>
                    </a:lnB>
                    <a:lnTlToBr w="12700" cmpd="sng">
                      <a:noFill/>
                      <a:prstDash val="solid"/>
                    </a:lnTlToBr>
                    <a:lnBlToTr w="12700" cmpd="sng">
                      <a:noFill/>
                      <a:prstDash val="solid"/>
                    </a:lnBlToTr>
                    <a:blipFill dpi="0" rotWithShape="1">
                      <a:blip r:embed="rId2">
                        <a:alphaModFix amt="30000"/>
                      </a:blip>
                      <a:srcRect/>
                      <a:tile tx="0" ty="0" sx="100000" sy="100000" flip="none" algn="tl"/>
                    </a:blipFill>
                  </a:tcPr>
                </a:tc>
                <a:tc>
                  <a:txBody>
                    <a:bodyPr/>
                    <a:lstStyle/>
                    <a:p>
                      <a:endParaRPr lang="en-IN" dirty="0"/>
                    </a:p>
                  </a:txBody>
                  <a:tcPr>
                    <a:lnL w="12700" cmpd="sng">
                      <a:noFill/>
                    </a:lnL>
                    <a:lnR w="12700" cmpd="sng">
                      <a:noFill/>
                    </a:lnR>
                    <a:lnT w="38100" cmpd="sng">
                      <a:noFill/>
                    </a:lnT>
                    <a:lnB w="12700" cmpd="sng">
                      <a:noFill/>
                    </a:lnB>
                    <a:lnTlToBr w="12700" cmpd="sng">
                      <a:noFill/>
                      <a:prstDash val="solid"/>
                    </a:lnTlToBr>
                    <a:lnBlToTr w="12700" cmpd="sng">
                      <a:noFill/>
                      <a:prstDash val="solid"/>
                    </a:lnBlToTr>
                    <a:blipFill dpi="0" rotWithShape="1">
                      <a:blip r:embed="rId2">
                        <a:alphaModFix amt="45000"/>
                      </a:blip>
                      <a:srcRect/>
                      <a:tile tx="0" ty="0" sx="100000" sy="100000" flip="none" algn="tl"/>
                    </a:blipFill>
                  </a:tcPr>
                </a:tc>
                <a:tc>
                  <a:txBody>
                    <a:bodyPr/>
                    <a:lstStyle/>
                    <a:p>
                      <a:endParaRPr lang="en-IN" dirty="0"/>
                    </a:p>
                  </a:txBody>
                  <a:tcPr>
                    <a:lnL w="12700" cmpd="sng">
                      <a:noFill/>
                    </a:lnL>
                    <a:lnR w="12700" cmpd="sng">
                      <a:noFill/>
                    </a:lnR>
                    <a:lnT w="38100" cmpd="sng">
                      <a:noFill/>
                    </a:lnT>
                    <a:lnB w="12700" cmpd="sng">
                      <a:noFill/>
                    </a:lnB>
                    <a:lnTlToBr w="12700" cmpd="sng">
                      <a:noFill/>
                      <a:prstDash val="solid"/>
                    </a:lnTlToBr>
                    <a:lnBlToTr w="12700" cmpd="sng">
                      <a:noFill/>
                      <a:prstDash val="solid"/>
                    </a:lnBlToTr>
                    <a:blipFill dpi="0" rotWithShape="1">
                      <a:blip r:embed="rId2">
                        <a:alphaModFix amt="60000"/>
                      </a:blip>
                      <a:srcRect/>
                      <a:tile tx="0" ty="0" sx="100000" sy="100000" flip="none" algn="tl"/>
                    </a:blipFill>
                  </a:tcPr>
                </a:tc>
                <a:tc>
                  <a:txBody>
                    <a:bodyPr/>
                    <a:lstStyle/>
                    <a:p>
                      <a:endParaRPr lang="en-IN" dirty="0"/>
                    </a:p>
                  </a:txBody>
                  <a:tcPr>
                    <a:lnL w="12700" cmpd="sng">
                      <a:noFill/>
                    </a:lnL>
                    <a:lnR w="12700" cmpd="sng">
                      <a:noFill/>
                    </a:lnR>
                    <a:lnT w="38100" cmpd="sng">
                      <a:noFill/>
                    </a:lnT>
                    <a:lnB w="12700" cmpd="sng">
                      <a:noFill/>
                    </a:lnB>
                    <a:lnTlToBr w="12700" cmpd="sng">
                      <a:noFill/>
                      <a:prstDash val="solid"/>
                    </a:lnTlToBr>
                    <a:lnBlToTr w="12700" cmpd="sng">
                      <a:noFill/>
                      <a:prstDash val="solid"/>
                    </a:lnBlToTr>
                    <a:blipFill dpi="0" rotWithShape="1">
                      <a:blip r:embed="rId2">
                        <a:alphaModFix amt="75000"/>
                      </a:blip>
                      <a:srcRect/>
                      <a:tile tx="0" ty="0" sx="100000" sy="100000" flip="none" algn="tl"/>
                    </a:blipFill>
                  </a:tcPr>
                </a:tc>
                <a:tc>
                  <a:txBody>
                    <a:bodyPr/>
                    <a:lstStyle/>
                    <a:p>
                      <a:endParaRPr lang="en-IN" dirty="0"/>
                    </a:p>
                  </a:txBody>
                  <a:tcPr>
                    <a:lnL w="12700" cmpd="sng">
                      <a:noFill/>
                    </a:lnL>
                    <a:lnR w="12700" cmpd="sng">
                      <a:noFill/>
                    </a:lnR>
                    <a:lnT w="38100" cmpd="sng">
                      <a:noFill/>
                    </a:lnT>
                    <a:lnB w="12700" cmpd="sng">
                      <a:noFill/>
                    </a:lnB>
                    <a:lnTlToBr w="12700" cmpd="sng">
                      <a:noFill/>
                      <a:prstDash val="solid"/>
                    </a:lnTlToBr>
                    <a:lnBlToTr w="12700" cmpd="sng">
                      <a:noFill/>
                      <a:prstDash val="solid"/>
                    </a:lnBlToTr>
                    <a:blipFill dpi="0" rotWithShape="1">
                      <a:blip r:embed="rId2">
                        <a:alphaModFix amt="85000"/>
                      </a:blip>
                      <a:srcRect/>
                      <a:tile tx="0" ty="0" sx="100000" sy="100000" flip="none" algn="tl"/>
                    </a:blipFill>
                  </a:tcPr>
                </a:tc>
                <a:tc>
                  <a:txBody>
                    <a:bodyPr/>
                    <a:lstStyle/>
                    <a:p>
                      <a:endParaRPr lang="en-IN" dirty="0"/>
                    </a:p>
                  </a:txBody>
                  <a:tcPr>
                    <a:lnL w="12700" cmpd="sng">
                      <a:noFill/>
                    </a:lnL>
                    <a:lnR w="12700" cmpd="sng">
                      <a:noFill/>
                    </a:lnR>
                    <a:lnT w="38100" cmpd="sng">
                      <a:noFill/>
                    </a:lnT>
                    <a:lnB w="12700" cmpd="sng">
                      <a:noFill/>
                    </a:lnB>
                    <a:lnTlToBr w="12700" cmpd="sng">
                      <a:noFill/>
                      <a:prstDash val="solid"/>
                    </a:lnTlToBr>
                    <a:lnBlToTr w="12700" cmpd="sng">
                      <a:noFill/>
                      <a:prstDash val="solid"/>
                    </a:lnBlToTr>
                    <a:blipFill dpi="0" rotWithShape="1">
                      <a:blip r:embed="rId2"/>
                      <a:srcRect/>
                      <a:tile tx="0" ty="0" sx="100000" sy="100000" flip="none" algn="tl"/>
                    </a:blipFill>
                  </a:tcPr>
                </a:tc>
                <a:extLst>
                  <a:ext uri="{0D108BD9-81ED-4DB2-BD59-A6C34878D82A}">
                    <a16:rowId xmlns:a16="http://schemas.microsoft.com/office/drawing/2014/main" val="842528557"/>
                  </a:ext>
                </a:extLst>
              </a:tr>
              <a:tr h="1143000">
                <a:tc>
                  <a:txBody>
                    <a:bodyPr/>
                    <a:lstStyle/>
                    <a:p>
                      <a:endParaRPr lang="en-IN"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blipFill dpi="0" rotWithShape="1">
                      <a:blip r:embed="rId2">
                        <a:alphaModFix amt="15000"/>
                      </a:blip>
                      <a:srcRect/>
                      <a:tile tx="0" ty="0" sx="100000" sy="100000" flip="none" algn="tl"/>
                    </a:blipFill>
                  </a:tcPr>
                </a:tc>
                <a:tc>
                  <a:txBody>
                    <a:bodyPr/>
                    <a:lstStyle/>
                    <a:p>
                      <a:endParaRPr lang="en-IN"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blipFill dpi="0" rotWithShape="1">
                      <a:blip r:embed="rId2">
                        <a:alphaModFix amt="30000"/>
                      </a:blip>
                      <a:srcRect/>
                      <a:tile tx="0" ty="0" sx="100000" sy="100000" flip="none" algn="tl"/>
                    </a:blipFill>
                  </a:tcPr>
                </a:tc>
                <a:tc>
                  <a:txBody>
                    <a:bodyPr/>
                    <a:lstStyle/>
                    <a:p>
                      <a:endParaRPr lang="en-IN"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blipFill dpi="0" rotWithShape="1">
                      <a:blip r:embed="rId2">
                        <a:alphaModFix amt="45000"/>
                      </a:blip>
                      <a:srcRect/>
                      <a:tile tx="0" ty="0" sx="100000" sy="100000" flip="none" algn="tl"/>
                    </a:blipFill>
                  </a:tcPr>
                </a:tc>
                <a:tc>
                  <a:txBody>
                    <a:bodyPr/>
                    <a:lstStyle/>
                    <a:p>
                      <a:endParaRPr lang="en-IN"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blipFill dpi="0" rotWithShape="1">
                      <a:blip r:embed="rId2">
                        <a:alphaModFix amt="60000"/>
                      </a:blip>
                      <a:srcRect/>
                      <a:tile tx="0" ty="0" sx="100000" sy="100000" flip="none" algn="tl"/>
                    </a:blipFill>
                  </a:tcPr>
                </a:tc>
                <a:tc>
                  <a:txBody>
                    <a:bodyPr/>
                    <a:lstStyle/>
                    <a:p>
                      <a:endParaRPr lang="en-IN"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blipFill dpi="0" rotWithShape="1">
                      <a:blip r:embed="rId2">
                        <a:alphaModFix amt="75000"/>
                      </a:blip>
                      <a:srcRect/>
                      <a:tile tx="0" ty="0" sx="100000" sy="100000" flip="none" algn="tl"/>
                    </a:blipFill>
                  </a:tcPr>
                </a:tc>
                <a:tc>
                  <a:txBody>
                    <a:bodyPr/>
                    <a:lstStyle/>
                    <a:p>
                      <a:endParaRPr lang="en-IN"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blipFill dpi="0" rotWithShape="1">
                      <a:blip r:embed="rId2">
                        <a:alphaModFix amt="85000"/>
                      </a:blip>
                      <a:srcRect/>
                      <a:tile tx="0" ty="0" sx="100000" sy="100000" flip="none" algn="tl"/>
                    </a:blipFill>
                  </a:tcPr>
                </a:tc>
                <a:tc>
                  <a:txBody>
                    <a:bodyPr/>
                    <a:lstStyle/>
                    <a:p>
                      <a:endParaRPr lang="en-IN"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blipFill dpi="0" rotWithShape="1">
                      <a:blip r:embed="rId2"/>
                      <a:srcRect/>
                      <a:tile tx="0" ty="0" sx="100000" sy="100000" flip="none" algn="tl"/>
                    </a:blipFill>
                  </a:tcPr>
                </a:tc>
                <a:extLst>
                  <a:ext uri="{0D108BD9-81ED-4DB2-BD59-A6C34878D82A}">
                    <a16:rowId xmlns:a16="http://schemas.microsoft.com/office/drawing/2014/main" val="808706435"/>
                  </a:ext>
                </a:extLst>
              </a:tr>
              <a:tr h="1143000">
                <a:tc>
                  <a:txBody>
                    <a:bodyPr/>
                    <a:lstStyle/>
                    <a:p>
                      <a:endParaRPr lang="en-IN"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blipFill dpi="0" rotWithShape="1">
                      <a:blip r:embed="rId2">
                        <a:alphaModFix amt="15000"/>
                      </a:blip>
                      <a:srcRect/>
                      <a:tile tx="0" ty="0" sx="100000" sy="100000" flip="none" algn="tl"/>
                    </a:blipFill>
                  </a:tcPr>
                </a:tc>
                <a:tc>
                  <a:txBody>
                    <a:bodyPr/>
                    <a:lstStyle/>
                    <a:p>
                      <a:endParaRPr lang="en-IN"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blipFill dpi="0" rotWithShape="1">
                      <a:blip r:embed="rId2">
                        <a:alphaModFix amt="30000"/>
                      </a:blip>
                      <a:srcRect/>
                      <a:tile tx="0" ty="0" sx="100000" sy="100000" flip="none" algn="tl"/>
                    </a:blipFill>
                  </a:tcPr>
                </a:tc>
                <a:tc>
                  <a:txBody>
                    <a:bodyPr/>
                    <a:lstStyle/>
                    <a:p>
                      <a:endParaRPr lang="en-IN"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blipFill dpi="0" rotWithShape="1">
                      <a:blip r:embed="rId2">
                        <a:alphaModFix amt="45000"/>
                      </a:blip>
                      <a:srcRect/>
                      <a:tile tx="0" ty="0" sx="100000" sy="100000" flip="none" algn="tl"/>
                    </a:blipFill>
                  </a:tcPr>
                </a:tc>
                <a:tc>
                  <a:txBody>
                    <a:bodyPr/>
                    <a:lstStyle/>
                    <a:p>
                      <a:endParaRPr lang="en-IN"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blipFill dpi="0" rotWithShape="1">
                      <a:blip r:embed="rId2">
                        <a:alphaModFix amt="60000"/>
                      </a:blip>
                      <a:srcRect/>
                      <a:tile tx="0" ty="0" sx="100000" sy="100000" flip="none" algn="tl"/>
                    </a:blipFill>
                  </a:tcPr>
                </a:tc>
                <a:tc>
                  <a:txBody>
                    <a:bodyPr/>
                    <a:lstStyle/>
                    <a:p>
                      <a:endParaRPr lang="en-IN"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blipFill dpi="0" rotWithShape="1">
                      <a:blip r:embed="rId2">
                        <a:alphaModFix amt="75000"/>
                      </a:blip>
                      <a:srcRect/>
                      <a:tile tx="0" ty="0" sx="100000" sy="100000" flip="none" algn="tl"/>
                    </a:blipFill>
                  </a:tcPr>
                </a:tc>
                <a:tc>
                  <a:txBody>
                    <a:bodyPr/>
                    <a:lstStyle/>
                    <a:p>
                      <a:endParaRPr lang="en-IN"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blipFill dpi="0" rotWithShape="1">
                      <a:blip r:embed="rId2">
                        <a:alphaModFix amt="85000"/>
                      </a:blip>
                      <a:srcRect/>
                      <a:tile tx="0" ty="0" sx="100000" sy="100000" flip="none" algn="tl"/>
                    </a:blipFill>
                  </a:tcPr>
                </a:tc>
                <a:tc>
                  <a:txBody>
                    <a:bodyPr/>
                    <a:lstStyle/>
                    <a:p>
                      <a:endParaRPr lang="en-IN"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blipFill dpi="0" rotWithShape="1">
                      <a:blip r:embed="rId2"/>
                      <a:srcRect/>
                      <a:tile tx="0" ty="0" sx="100000" sy="100000" flip="none" algn="tl"/>
                    </a:blipFill>
                  </a:tcPr>
                </a:tc>
                <a:extLst>
                  <a:ext uri="{0D108BD9-81ED-4DB2-BD59-A6C34878D82A}">
                    <a16:rowId xmlns:a16="http://schemas.microsoft.com/office/drawing/2014/main" val="4118312313"/>
                  </a:ext>
                </a:extLst>
              </a:tr>
              <a:tr h="1143000">
                <a:tc>
                  <a:txBody>
                    <a:bodyPr/>
                    <a:lstStyle/>
                    <a:p>
                      <a:endParaRPr lang="en-IN"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blipFill dpi="0" rotWithShape="1">
                      <a:blip r:embed="rId2">
                        <a:alphaModFix amt="15000"/>
                      </a:blip>
                      <a:srcRect/>
                      <a:tile tx="0" ty="0" sx="100000" sy="100000" flip="none" algn="tl"/>
                    </a:blipFill>
                  </a:tcPr>
                </a:tc>
                <a:tc>
                  <a:txBody>
                    <a:bodyPr/>
                    <a:lstStyle/>
                    <a:p>
                      <a:endParaRPr lang="en-IN"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blipFill dpi="0" rotWithShape="1">
                      <a:blip r:embed="rId2">
                        <a:alphaModFix amt="30000"/>
                      </a:blip>
                      <a:srcRect/>
                      <a:tile tx="0" ty="0" sx="100000" sy="100000" flip="none" algn="tl"/>
                    </a:blipFill>
                  </a:tcPr>
                </a:tc>
                <a:tc>
                  <a:txBody>
                    <a:bodyPr/>
                    <a:lstStyle/>
                    <a:p>
                      <a:endParaRPr lang="en-IN"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blipFill dpi="0" rotWithShape="1">
                      <a:blip r:embed="rId2">
                        <a:alphaModFix amt="45000"/>
                      </a:blip>
                      <a:srcRect/>
                      <a:tile tx="0" ty="0" sx="100000" sy="100000" flip="none" algn="tl"/>
                    </a:blipFill>
                  </a:tcPr>
                </a:tc>
                <a:tc>
                  <a:txBody>
                    <a:bodyPr/>
                    <a:lstStyle/>
                    <a:p>
                      <a:endParaRPr lang="en-IN"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blipFill dpi="0" rotWithShape="1">
                      <a:blip r:embed="rId2">
                        <a:alphaModFix amt="60000"/>
                      </a:blip>
                      <a:srcRect/>
                      <a:tile tx="0" ty="0" sx="100000" sy="100000" flip="none" algn="tl"/>
                    </a:blipFill>
                  </a:tcPr>
                </a:tc>
                <a:tc>
                  <a:txBody>
                    <a:bodyPr/>
                    <a:lstStyle/>
                    <a:p>
                      <a:endParaRPr lang="en-IN"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blipFill dpi="0" rotWithShape="1">
                      <a:blip r:embed="rId2">
                        <a:alphaModFix amt="75000"/>
                      </a:blip>
                      <a:srcRect/>
                      <a:tile tx="0" ty="0" sx="100000" sy="100000" flip="none" algn="tl"/>
                    </a:blipFill>
                  </a:tcPr>
                </a:tc>
                <a:tc>
                  <a:txBody>
                    <a:bodyPr/>
                    <a:lstStyle/>
                    <a:p>
                      <a:endParaRPr lang="en-IN"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blipFill dpi="0" rotWithShape="1">
                      <a:blip r:embed="rId2">
                        <a:alphaModFix amt="85000"/>
                      </a:blip>
                      <a:srcRect/>
                      <a:tile tx="0" ty="0" sx="100000" sy="100000" flip="none" algn="tl"/>
                    </a:blipFill>
                  </a:tcPr>
                </a:tc>
                <a:tc>
                  <a:txBody>
                    <a:bodyPr/>
                    <a:lstStyle/>
                    <a:p>
                      <a:endParaRPr lang="en-IN"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blipFill dpi="0" rotWithShape="1">
                      <a:blip r:embed="rId2"/>
                      <a:srcRect/>
                      <a:tile tx="0" ty="0" sx="100000" sy="100000" flip="none" algn="tl"/>
                    </a:blipFill>
                  </a:tcPr>
                </a:tc>
                <a:extLst>
                  <a:ext uri="{0D108BD9-81ED-4DB2-BD59-A6C34878D82A}">
                    <a16:rowId xmlns:a16="http://schemas.microsoft.com/office/drawing/2014/main" val="2064932081"/>
                  </a:ext>
                </a:extLst>
              </a:tr>
              <a:tr h="1143000">
                <a:tc>
                  <a:txBody>
                    <a:bodyPr/>
                    <a:lstStyle/>
                    <a:p>
                      <a:endParaRPr lang="en-IN"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blipFill dpi="0" rotWithShape="1">
                      <a:blip r:embed="rId2">
                        <a:alphaModFix amt="15000"/>
                      </a:blip>
                      <a:srcRect/>
                      <a:tile tx="0" ty="0" sx="100000" sy="100000" flip="none" algn="tl"/>
                    </a:blipFill>
                  </a:tcPr>
                </a:tc>
                <a:tc>
                  <a:txBody>
                    <a:bodyPr/>
                    <a:lstStyle/>
                    <a:p>
                      <a:endParaRPr lang="en-IN"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blipFill dpi="0" rotWithShape="1">
                      <a:blip r:embed="rId2">
                        <a:alphaModFix amt="30000"/>
                      </a:blip>
                      <a:srcRect/>
                      <a:tile tx="0" ty="0" sx="100000" sy="100000" flip="none" algn="tl"/>
                    </a:blipFill>
                  </a:tcPr>
                </a:tc>
                <a:tc>
                  <a:txBody>
                    <a:bodyPr/>
                    <a:lstStyle/>
                    <a:p>
                      <a:endParaRPr lang="en-IN"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blipFill dpi="0" rotWithShape="1">
                      <a:blip r:embed="rId2">
                        <a:alphaModFix amt="45000"/>
                      </a:blip>
                      <a:srcRect/>
                      <a:tile tx="0" ty="0" sx="100000" sy="100000" flip="none" algn="tl"/>
                    </a:blipFill>
                  </a:tcPr>
                </a:tc>
                <a:tc>
                  <a:txBody>
                    <a:bodyPr/>
                    <a:lstStyle/>
                    <a:p>
                      <a:endParaRPr lang="en-IN"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blipFill dpi="0" rotWithShape="1">
                      <a:blip r:embed="rId2">
                        <a:alphaModFix amt="60000"/>
                      </a:blip>
                      <a:srcRect/>
                      <a:tile tx="0" ty="0" sx="100000" sy="100000" flip="none" algn="tl"/>
                    </a:blipFill>
                  </a:tcPr>
                </a:tc>
                <a:tc>
                  <a:txBody>
                    <a:bodyPr/>
                    <a:lstStyle/>
                    <a:p>
                      <a:endParaRPr lang="en-IN"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blipFill dpi="0" rotWithShape="1">
                      <a:blip r:embed="rId2">
                        <a:alphaModFix amt="75000"/>
                      </a:blip>
                      <a:srcRect/>
                      <a:tile tx="0" ty="0" sx="100000" sy="100000" flip="none" algn="tl"/>
                    </a:blipFill>
                  </a:tcPr>
                </a:tc>
                <a:tc>
                  <a:txBody>
                    <a:bodyPr/>
                    <a:lstStyle/>
                    <a:p>
                      <a:endParaRPr lang="en-IN"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blipFill dpi="0" rotWithShape="1">
                      <a:blip r:embed="rId2">
                        <a:alphaModFix amt="85000"/>
                      </a:blip>
                      <a:srcRect/>
                      <a:tile tx="0" ty="0" sx="100000" sy="100000" flip="none" algn="tl"/>
                    </a:blipFill>
                  </a:tcPr>
                </a:tc>
                <a:tc>
                  <a:txBody>
                    <a:bodyPr/>
                    <a:lstStyle/>
                    <a:p>
                      <a:endParaRPr lang="en-IN"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blipFill dpi="0" rotWithShape="1">
                      <a:blip r:embed="rId2"/>
                      <a:srcRect/>
                      <a:tile tx="0" ty="0" sx="100000" sy="100000" flip="none" algn="tl"/>
                    </a:blipFill>
                  </a:tcPr>
                </a:tc>
                <a:extLst>
                  <a:ext uri="{0D108BD9-81ED-4DB2-BD59-A6C34878D82A}">
                    <a16:rowId xmlns:a16="http://schemas.microsoft.com/office/drawing/2014/main" val="3109653606"/>
                  </a:ext>
                </a:extLst>
              </a:tr>
            </a:tbl>
          </a:graphicData>
        </a:graphic>
      </p:graphicFrame>
    </p:spTree>
    <p:extLst>
      <p:ext uri="{BB962C8B-B14F-4D97-AF65-F5344CB8AC3E}">
        <p14:creationId xmlns:p14="http://schemas.microsoft.com/office/powerpoint/2010/main" val="410537248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tx1"/>
            </a:gs>
            <a:gs pos="73000">
              <a:schemeClr val="tx1">
                <a:lumMod val="85000"/>
                <a:lumOff val="15000"/>
              </a:schemeClr>
            </a:gs>
            <a:gs pos="35000">
              <a:schemeClr val="tx1">
                <a:lumMod val="85000"/>
                <a:lumOff val="15000"/>
              </a:schemeClr>
            </a:gs>
            <a:gs pos="100000">
              <a:schemeClr val="tx1"/>
            </a:gs>
          </a:gsLst>
          <a:lin ang="2700000" scaled="1"/>
          <a:tileRect/>
        </a:gra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C15C07F-4BF5-674C-B034-6C471799C27D}"/>
              </a:ext>
            </a:extLst>
          </p:cNvPr>
          <p:cNvSpPr/>
          <p:nvPr/>
        </p:nvSpPr>
        <p:spPr>
          <a:xfrm>
            <a:off x="671455" y="328307"/>
            <a:ext cx="3788538" cy="923330"/>
          </a:xfrm>
          <a:prstGeom prst="rect">
            <a:avLst/>
          </a:prstGeom>
          <a:noFill/>
        </p:spPr>
        <p:txBody>
          <a:bodyPr wrap="none" lIns="91440" tIns="45720" rIns="91440" bIns="45720">
            <a:spAutoFit/>
          </a:bodyPr>
          <a:lstStyle/>
          <a:p>
            <a:pPr algn="ctr"/>
            <a:r>
              <a:rPr lang="en-US" sz="5400" b="1" cap="none" spc="50" dirty="0">
                <a:ln w="9525" cmpd="sng">
                  <a:solidFill>
                    <a:schemeClr val="accent1"/>
                  </a:solidFill>
                  <a:prstDash val="solid"/>
                </a:ln>
                <a:solidFill>
                  <a:srgbClr val="70AD47">
                    <a:tint val="1000"/>
                  </a:srgbClr>
                </a:solidFill>
                <a:effectLst>
                  <a:glow rad="38100">
                    <a:schemeClr val="accent1">
                      <a:alpha val="40000"/>
                    </a:schemeClr>
                  </a:glow>
                </a:effectLst>
              </a:rPr>
              <a:t>Key Outputs</a:t>
            </a:r>
          </a:p>
        </p:txBody>
      </p:sp>
      <p:sp>
        <p:nvSpPr>
          <p:cNvPr id="4" name="TextBox 3">
            <a:extLst>
              <a:ext uri="{FF2B5EF4-FFF2-40B4-BE49-F238E27FC236}">
                <a16:creationId xmlns:a16="http://schemas.microsoft.com/office/drawing/2014/main" id="{1C2BAE77-8F3E-004D-ACD5-CD78526706E4}"/>
              </a:ext>
            </a:extLst>
          </p:cNvPr>
          <p:cNvSpPr txBox="1"/>
          <p:nvPr/>
        </p:nvSpPr>
        <p:spPr>
          <a:xfrm>
            <a:off x="671455" y="1350023"/>
            <a:ext cx="10887795" cy="461665"/>
          </a:xfrm>
          <a:prstGeom prst="rect">
            <a:avLst/>
          </a:prstGeom>
          <a:noFill/>
        </p:spPr>
        <p:txBody>
          <a:bodyPr wrap="square">
            <a:spAutoFit/>
          </a:bodyPr>
          <a:lstStyle/>
          <a:p>
            <a:r>
              <a:rPr lang="en-IN" sz="2400" dirty="0">
                <a:solidFill>
                  <a:schemeClr val="bg1"/>
                </a:solidFill>
              </a:rPr>
              <a:t>Essential metrics and results from the fraud detection system. </a:t>
            </a:r>
          </a:p>
        </p:txBody>
      </p:sp>
      <p:sp>
        <p:nvSpPr>
          <p:cNvPr id="13" name="Rectangle 12">
            <a:extLst>
              <a:ext uri="{FF2B5EF4-FFF2-40B4-BE49-F238E27FC236}">
                <a16:creationId xmlns:a16="http://schemas.microsoft.com/office/drawing/2014/main" id="{3B889D02-E0E4-FF43-BD2C-2E8D636049F2}"/>
              </a:ext>
            </a:extLst>
          </p:cNvPr>
          <p:cNvSpPr/>
          <p:nvPr/>
        </p:nvSpPr>
        <p:spPr>
          <a:xfrm>
            <a:off x="720043" y="3098296"/>
            <a:ext cx="2343390" cy="2422827"/>
          </a:xfrm>
          <a:prstGeom prst="rect">
            <a:avLst/>
          </a:prstGeom>
          <a:solidFill>
            <a:schemeClr val="accent3">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IN" sz="8800" dirty="0">
                <a:solidFill>
                  <a:schemeClr val="bg1"/>
                </a:solidFill>
              </a:rPr>
              <a:t>2%</a:t>
            </a:r>
            <a:endParaRPr lang="en-IN" sz="6600" dirty="0">
              <a:solidFill>
                <a:schemeClr val="bg1"/>
              </a:solidFill>
            </a:endParaRPr>
          </a:p>
          <a:p>
            <a:pPr algn="ctr"/>
            <a:r>
              <a:rPr lang="en-IN" sz="2400" dirty="0">
                <a:solidFill>
                  <a:schemeClr val="bg1"/>
                </a:solidFill>
              </a:rPr>
              <a:t>Fraud Rate Percentage</a:t>
            </a:r>
            <a:endParaRPr lang="en-IN" sz="2400" dirty="0"/>
          </a:p>
        </p:txBody>
      </p:sp>
      <p:sp>
        <p:nvSpPr>
          <p:cNvPr id="14" name="Rectangle 13">
            <a:extLst>
              <a:ext uri="{FF2B5EF4-FFF2-40B4-BE49-F238E27FC236}">
                <a16:creationId xmlns:a16="http://schemas.microsoft.com/office/drawing/2014/main" id="{72E35C40-7F2F-A21F-0E66-6553DD33B318}"/>
              </a:ext>
            </a:extLst>
          </p:cNvPr>
          <p:cNvSpPr/>
          <p:nvPr/>
        </p:nvSpPr>
        <p:spPr>
          <a:xfrm>
            <a:off x="3551982" y="3098295"/>
            <a:ext cx="2343390" cy="2422827"/>
          </a:xfrm>
          <a:prstGeom prst="rect">
            <a:avLst/>
          </a:prstGeom>
          <a:solidFill>
            <a:schemeClr val="accent3">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IN" sz="8800" dirty="0">
                <a:solidFill>
                  <a:schemeClr val="bg1"/>
                </a:solidFill>
              </a:rPr>
              <a:t>150</a:t>
            </a:r>
          </a:p>
          <a:p>
            <a:pPr algn="ctr"/>
            <a:r>
              <a:rPr lang="en-IN" sz="2400" dirty="0">
                <a:solidFill>
                  <a:schemeClr val="bg1"/>
                </a:solidFill>
              </a:rPr>
              <a:t>Detected Frauds</a:t>
            </a:r>
            <a:endParaRPr lang="en-IN" sz="2400" dirty="0"/>
          </a:p>
        </p:txBody>
      </p:sp>
      <p:sp>
        <p:nvSpPr>
          <p:cNvPr id="15" name="Rectangle 14">
            <a:extLst>
              <a:ext uri="{FF2B5EF4-FFF2-40B4-BE49-F238E27FC236}">
                <a16:creationId xmlns:a16="http://schemas.microsoft.com/office/drawing/2014/main" id="{39E9204D-688B-494A-26CF-4D432786E2D8}"/>
              </a:ext>
            </a:extLst>
          </p:cNvPr>
          <p:cNvSpPr/>
          <p:nvPr/>
        </p:nvSpPr>
        <p:spPr>
          <a:xfrm>
            <a:off x="6383921" y="3098295"/>
            <a:ext cx="2343390" cy="2422826"/>
          </a:xfrm>
          <a:prstGeom prst="rect">
            <a:avLst/>
          </a:prstGeom>
          <a:solidFill>
            <a:schemeClr val="accent3">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IN" sz="1400" b="1" dirty="0">
                <a:solidFill>
                  <a:schemeClr val="bg1"/>
                </a:solidFill>
              </a:rPr>
              <a:t>Top 5 Suspicious Transactions:</a:t>
            </a:r>
          </a:p>
          <a:p>
            <a:pPr algn="ctr"/>
            <a:r>
              <a:rPr lang="en-IN" sz="1400" dirty="0">
                <a:solidFill>
                  <a:schemeClr val="bg1"/>
                </a:solidFill>
              </a:rPr>
              <a:t> Transaction ID: 12345 Transaction ID: 67890 Transaction ID: 11223 Transaction ID: 44556 Transaction ID: 77889</a:t>
            </a:r>
          </a:p>
          <a:p>
            <a:pPr algn="ctr"/>
            <a:r>
              <a:rPr lang="en-IN" sz="1400" dirty="0">
                <a:solidFill>
                  <a:schemeClr val="bg1"/>
                </a:solidFill>
              </a:rPr>
              <a:t>Ranked List of Top Suspicious Transactions</a:t>
            </a:r>
            <a:endParaRPr lang="en-IN" sz="1400" dirty="0"/>
          </a:p>
        </p:txBody>
      </p:sp>
      <p:sp>
        <p:nvSpPr>
          <p:cNvPr id="16" name="Rectangle 15">
            <a:extLst>
              <a:ext uri="{FF2B5EF4-FFF2-40B4-BE49-F238E27FC236}">
                <a16:creationId xmlns:a16="http://schemas.microsoft.com/office/drawing/2014/main" id="{4DDBF014-5DD4-388D-548A-0D777CA1A12C}"/>
              </a:ext>
            </a:extLst>
          </p:cNvPr>
          <p:cNvSpPr/>
          <p:nvPr/>
        </p:nvSpPr>
        <p:spPr>
          <a:xfrm>
            <a:off x="9215860" y="3098296"/>
            <a:ext cx="2343390" cy="2422825"/>
          </a:xfrm>
          <a:prstGeom prst="rect">
            <a:avLst/>
          </a:prstGeom>
          <a:solidFill>
            <a:schemeClr val="accent3">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IN" dirty="0">
                <a:solidFill>
                  <a:schemeClr val="bg1"/>
                </a:solidFill>
              </a:rPr>
              <a:t>dashboard_data.csv</a:t>
            </a:r>
          </a:p>
          <a:p>
            <a:pPr algn="ctr"/>
            <a:endParaRPr lang="en-IN" dirty="0">
              <a:solidFill>
                <a:schemeClr val="bg1"/>
              </a:solidFill>
            </a:endParaRPr>
          </a:p>
          <a:p>
            <a:pPr algn="ctr"/>
            <a:r>
              <a:rPr lang="en-IN" sz="2400" dirty="0">
                <a:solidFill>
                  <a:schemeClr val="bg1"/>
                </a:solidFill>
              </a:rPr>
              <a:t>Export File</a:t>
            </a:r>
            <a:endParaRPr lang="en-IN" sz="2400" dirty="0"/>
          </a:p>
        </p:txBody>
      </p:sp>
    </p:spTree>
    <p:extLst>
      <p:ext uri="{BB962C8B-B14F-4D97-AF65-F5344CB8AC3E}">
        <p14:creationId xmlns:p14="http://schemas.microsoft.com/office/powerpoint/2010/main" val="373063516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tx1"/>
            </a:gs>
            <a:gs pos="73000">
              <a:schemeClr val="tx1">
                <a:lumMod val="85000"/>
                <a:lumOff val="15000"/>
              </a:schemeClr>
            </a:gs>
            <a:gs pos="35000">
              <a:schemeClr val="tx1">
                <a:lumMod val="85000"/>
                <a:lumOff val="15000"/>
              </a:schemeClr>
            </a:gs>
            <a:gs pos="100000">
              <a:schemeClr val="tx1"/>
            </a:gs>
          </a:gsLst>
          <a:path path="circle">
            <a:fillToRect l="100000" t="100000"/>
          </a:path>
          <a:tileRect r="-100000" b="-100000"/>
        </a:gradFill>
        <a:effectLst/>
      </p:bgPr>
    </p:bg>
    <p:spTree>
      <p:nvGrpSpPr>
        <p:cNvPr id="1" name="">
          <a:extLst>
            <a:ext uri="{FF2B5EF4-FFF2-40B4-BE49-F238E27FC236}">
              <a16:creationId xmlns:a16="http://schemas.microsoft.com/office/drawing/2014/main" id="{D4C1782A-351A-1E3A-9D11-8F3B96FE0BD5}"/>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90E3EF91-D72E-1FB5-55FC-E9530FA9DF45}"/>
              </a:ext>
            </a:extLst>
          </p:cNvPr>
          <p:cNvSpPr txBox="1"/>
          <p:nvPr/>
        </p:nvSpPr>
        <p:spPr>
          <a:xfrm>
            <a:off x="640080" y="2180719"/>
            <a:ext cx="6096000" cy="3785652"/>
          </a:xfrm>
          <a:prstGeom prst="rect">
            <a:avLst/>
          </a:prstGeom>
          <a:noFill/>
        </p:spPr>
        <p:txBody>
          <a:bodyPr wrap="square">
            <a:spAutoFit/>
          </a:bodyPr>
          <a:lstStyle/>
          <a:p>
            <a:pPr algn="just"/>
            <a:r>
              <a:rPr lang="en-IN" sz="2400" dirty="0">
                <a:solidFill>
                  <a:schemeClr val="bg1"/>
                </a:solidFill>
              </a:rPr>
              <a:t>The dashboard is developed using the Streamlit framework, which allows for rapid deployment and easy user interaction. It features live metrics and auto-refresh capabilities every 5-15 seconds, ensuring analysts have the most up-to-date information at their fingertips. Additionally, Plotly is employed for creating interactive visualizations, enhancing the user experience and enabling deeper insights into fraud trends and transaction behaviors.</a:t>
            </a:r>
          </a:p>
        </p:txBody>
      </p:sp>
      <p:graphicFrame>
        <p:nvGraphicFramePr>
          <p:cNvPr id="2" name="Table 1">
            <a:extLst>
              <a:ext uri="{FF2B5EF4-FFF2-40B4-BE49-F238E27FC236}">
                <a16:creationId xmlns:a16="http://schemas.microsoft.com/office/drawing/2014/main" id="{040CC9D5-264F-6986-A536-B1E80E7B6CEB}"/>
              </a:ext>
            </a:extLst>
          </p:cNvPr>
          <p:cNvGraphicFramePr>
            <a:graphicFrameLocks noGrp="1"/>
          </p:cNvGraphicFramePr>
          <p:nvPr>
            <p:extLst>
              <p:ext uri="{D42A27DB-BD31-4B8C-83A1-F6EECF244321}">
                <p14:modId xmlns:p14="http://schemas.microsoft.com/office/powerpoint/2010/main" val="2523924123"/>
              </p:ext>
            </p:extLst>
          </p:nvPr>
        </p:nvGraphicFramePr>
        <p:xfrm>
          <a:off x="6898640" y="0"/>
          <a:ext cx="5293360" cy="6858000"/>
        </p:xfrm>
        <a:graphic>
          <a:graphicData uri="http://schemas.openxmlformats.org/drawingml/2006/table">
            <a:tbl>
              <a:tblPr firstRow="1" bandRow="1">
                <a:tableStyleId>{5C22544A-7EE6-4342-B048-85BDC9FD1C3A}</a:tableStyleId>
              </a:tblPr>
              <a:tblGrid>
                <a:gridCol w="1058672">
                  <a:extLst>
                    <a:ext uri="{9D8B030D-6E8A-4147-A177-3AD203B41FA5}">
                      <a16:colId xmlns:a16="http://schemas.microsoft.com/office/drawing/2014/main" val="1574987963"/>
                    </a:ext>
                  </a:extLst>
                </a:gridCol>
                <a:gridCol w="1058672">
                  <a:extLst>
                    <a:ext uri="{9D8B030D-6E8A-4147-A177-3AD203B41FA5}">
                      <a16:colId xmlns:a16="http://schemas.microsoft.com/office/drawing/2014/main" val="3392395128"/>
                    </a:ext>
                  </a:extLst>
                </a:gridCol>
                <a:gridCol w="1058672">
                  <a:extLst>
                    <a:ext uri="{9D8B030D-6E8A-4147-A177-3AD203B41FA5}">
                      <a16:colId xmlns:a16="http://schemas.microsoft.com/office/drawing/2014/main" val="1764397531"/>
                    </a:ext>
                  </a:extLst>
                </a:gridCol>
                <a:gridCol w="1058672">
                  <a:extLst>
                    <a:ext uri="{9D8B030D-6E8A-4147-A177-3AD203B41FA5}">
                      <a16:colId xmlns:a16="http://schemas.microsoft.com/office/drawing/2014/main" val="3143465926"/>
                    </a:ext>
                  </a:extLst>
                </a:gridCol>
                <a:gridCol w="1058672">
                  <a:extLst>
                    <a:ext uri="{9D8B030D-6E8A-4147-A177-3AD203B41FA5}">
                      <a16:colId xmlns:a16="http://schemas.microsoft.com/office/drawing/2014/main" val="2178201177"/>
                    </a:ext>
                  </a:extLst>
                </a:gridCol>
              </a:tblGrid>
              <a:tr h="1143000">
                <a:tc>
                  <a:txBody>
                    <a:bodyPr/>
                    <a:lstStyle/>
                    <a:p>
                      <a:endParaRPr lang="en-IN"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blipFill dpi="0" rotWithShape="1">
                      <a:blip r:embed="rId2">
                        <a:alphaModFix amt="20000"/>
                      </a:blip>
                      <a:srcRect/>
                      <a:tile tx="-1905000" ty="0" sx="100000" sy="100000" flip="none" algn="tl"/>
                    </a:blipFill>
                  </a:tcPr>
                </a:tc>
                <a:tc>
                  <a:txBody>
                    <a:bodyPr/>
                    <a:lstStyle/>
                    <a:p>
                      <a:endParaRPr lang="en-IN"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blipFill dpi="0" rotWithShape="1">
                      <a:blip r:embed="rId2">
                        <a:alphaModFix amt="40000"/>
                      </a:blip>
                      <a:srcRect/>
                      <a:tile tx="-1905000" ty="0" sx="100000" sy="100000" flip="none" algn="tl"/>
                    </a:blipFill>
                  </a:tcPr>
                </a:tc>
                <a:tc>
                  <a:txBody>
                    <a:bodyPr/>
                    <a:lstStyle/>
                    <a:p>
                      <a:endParaRPr lang="en-IN"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blipFill dpi="0" rotWithShape="1">
                      <a:blip r:embed="rId2">
                        <a:alphaModFix amt="60000"/>
                      </a:blip>
                      <a:srcRect/>
                      <a:tile tx="-1905000" ty="0" sx="100000" sy="100000" flip="none" algn="tl"/>
                    </a:blipFill>
                  </a:tcPr>
                </a:tc>
                <a:tc>
                  <a:txBody>
                    <a:bodyPr/>
                    <a:lstStyle/>
                    <a:p>
                      <a:endParaRPr lang="en-IN"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blipFill dpi="0" rotWithShape="1">
                      <a:blip r:embed="rId2">
                        <a:alphaModFix amt="80000"/>
                      </a:blip>
                      <a:srcRect/>
                      <a:tile tx="-1905000" ty="0" sx="100000" sy="100000" flip="none" algn="tl"/>
                    </a:blipFill>
                  </a:tcPr>
                </a:tc>
                <a:tc>
                  <a:txBody>
                    <a:bodyPr/>
                    <a:lstStyle/>
                    <a:p>
                      <a:endParaRPr lang="en-IN"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blipFill dpi="0" rotWithShape="1">
                      <a:blip r:embed="rId2"/>
                      <a:srcRect/>
                      <a:tile tx="-1905000" ty="0" sx="100000" sy="100000" flip="none" algn="tl"/>
                    </a:blipFill>
                  </a:tcPr>
                </a:tc>
                <a:extLst>
                  <a:ext uri="{0D108BD9-81ED-4DB2-BD59-A6C34878D82A}">
                    <a16:rowId xmlns:a16="http://schemas.microsoft.com/office/drawing/2014/main" val="1745910912"/>
                  </a:ext>
                </a:extLst>
              </a:tr>
              <a:tr h="1143000">
                <a:tc>
                  <a:txBody>
                    <a:bodyPr/>
                    <a:lstStyle/>
                    <a:p>
                      <a:endParaRPr lang="en-IN" dirty="0"/>
                    </a:p>
                  </a:txBody>
                  <a:tcPr>
                    <a:lnL w="12700" cmpd="sng">
                      <a:noFill/>
                    </a:lnL>
                    <a:lnR w="12700" cmpd="sng">
                      <a:noFill/>
                    </a:lnR>
                    <a:lnT w="38100" cmpd="sng">
                      <a:noFill/>
                    </a:lnT>
                    <a:lnB w="12700" cmpd="sng">
                      <a:noFill/>
                    </a:lnB>
                    <a:lnTlToBr w="12700" cmpd="sng">
                      <a:noFill/>
                      <a:prstDash val="solid"/>
                    </a:lnTlToBr>
                    <a:lnBlToTr w="12700" cmpd="sng">
                      <a:noFill/>
                      <a:prstDash val="solid"/>
                    </a:lnBlToTr>
                    <a:blipFill dpi="0" rotWithShape="1">
                      <a:blip r:embed="rId2">
                        <a:alphaModFix amt="20000"/>
                      </a:blip>
                      <a:srcRect/>
                      <a:tile tx="-1905000" ty="0" sx="100000" sy="100000" flip="none" algn="tl"/>
                    </a:blipFill>
                  </a:tcPr>
                </a:tc>
                <a:tc>
                  <a:txBody>
                    <a:bodyPr/>
                    <a:lstStyle/>
                    <a:p>
                      <a:endParaRPr lang="en-IN" dirty="0"/>
                    </a:p>
                  </a:txBody>
                  <a:tcPr>
                    <a:lnL w="12700" cmpd="sng">
                      <a:noFill/>
                    </a:lnL>
                    <a:lnR w="12700" cmpd="sng">
                      <a:noFill/>
                    </a:lnR>
                    <a:lnT w="38100" cmpd="sng">
                      <a:noFill/>
                    </a:lnT>
                    <a:lnB w="12700" cmpd="sng">
                      <a:noFill/>
                    </a:lnB>
                    <a:lnTlToBr w="12700" cmpd="sng">
                      <a:noFill/>
                      <a:prstDash val="solid"/>
                    </a:lnTlToBr>
                    <a:lnBlToTr w="12700" cmpd="sng">
                      <a:noFill/>
                      <a:prstDash val="solid"/>
                    </a:lnBlToTr>
                    <a:blipFill dpi="0" rotWithShape="1">
                      <a:blip r:embed="rId2">
                        <a:alphaModFix amt="40000"/>
                      </a:blip>
                      <a:srcRect/>
                      <a:tile tx="-1905000" ty="0" sx="100000" sy="100000" flip="none" algn="tl"/>
                    </a:blipFill>
                  </a:tcPr>
                </a:tc>
                <a:tc>
                  <a:txBody>
                    <a:bodyPr/>
                    <a:lstStyle/>
                    <a:p>
                      <a:endParaRPr lang="en-IN" dirty="0"/>
                    </a:p>
                  </a:txBody>
                  <a:tcPr>
                    <a:lnL w="12700" cmpd="sng">
                      <a:noFill/>
                    </a:lnL>
                    <a:lnR w="12700" cmpd="sng">
                      <a:noFill/>
                    </a:lnR>
                    <a:lnT w="38100" cmpd="sng">
                      <a:noFill/>
                    </a:lnT>
                    <a:lnB w="12700" cmpd="sng">
                      <a:noFill/>
                    </a:lnB>
                    <a:lnTlToBr w="12700" cmpd="sng">
                      <a:noFill/>
                      <a:prstDash val="solid"/>
                    </a:lnTlToBr>
                    <a:lnBlToTr w="12700" cmpd="sng">
                      <a:noFill/>
                      <a:prstDash val="solid"/>
                    </a:lnBlToTr>
                    <a:blipFill dpi="0" rotWithShape="1">
                      <a:blip r:embed="rId2">
                        <a:alphaModFix amt="60000"/>
                      </a:blip>
                      <a:srcRect/>
                      <a:tile tx="-1905000" ty="0" sx="100000" sy="100000" flip="none" algn="tl"/>
                    </a:blipFill>
                  </a:tcPr>
                </a:tc>
                <a:tc>
                  <a:txBody>
                    <a:bodyPr/>
                    <a:lstStyle/>
                    <a:p>
                      <a:endParaRPr lang="en-IN" dirty="0"/>
                    </a:p>
                  </a:txBody>
                  <a:tcPr>
                    <a:lnL w="12700" cmpd="sng">
                      <a:noFill/>
                    </a:lnL>
                    <a:lnR w="12700" cmpd="sng">
                      <a:noFill/>
                    </a:lnR>
                    <a:lnT w="38100" cmpd="sng">
                      <a:noFill/>
                    </a:lnT>
                    <a:lnB w="12700" cmpd="sng">
                      <a:noFill/>
                    </a:lnB>
                    <a:lnTlToBr w="12700" cmpd="sng">
                      <a:noFill/>
                      <a:prstDash val="solid"/>
                    </a:lnTlToBr>
                    <a:lnBlToTr w="12700" cmpd="sng">
                      <a:noFill/>
                      <a:prstDash val="solid"/>
                    </a:lnBlToTr>
                    <a:blipFill dpi="0" rotWithShape="1">
                      <a:blip r:embed="rId2">
                        <a:alphaModFix amt="80000"/>
                      </a:blip>
                      <a:srcRect/>
                      <a:tile tx="-1905000" ty="0" sx="100000" sy="100000" flip="none" algn="tl"/>
                    </a:blipFill>
                  </a:tcPr>
                </a:tc>
                <a:tc>
                  <a:txBody>
                    <a:bodyPr/>
                    <a:lstStyle/>
                    <a:p>
                      <a:endParaRPr lang="en-IN" dirty="0"/>
                    </a:p>
                  </a:txBody>
                  <a:tcPr>
                    <a:lnL w="12700" cmpd="sng">
                      <a:noFill/>
                    </a:lnL>
                    <a:lnR w="12700" cmpd="sng">
                      <a:noFill/>
                    </a:lnR>
                    <a:lnT w="38100" cmpd="sng">
                      <a:noFill/>
                    </a:lnT>
                    <a:lnB w="12700" cmpd="sng">
                      <a:noFill/>
                    </a:lnB>
                    <a:lnTlToBr w="12700" cmpd="sng">
                      <a:noFill/>
                      <a:prstDash val="solid"/>
                    </a:lnTlToBr>
                    <a:lnBlToTr w="12700" cmpd="sng">
                      <a:noFill/>
                      <a:prstDash val="solid"/>
                    </a:lnBlToTr>
                    <a:blipFill dpi="0" rotWithShape="1">
                      <a:blip r:embed="rId2"/>
                      <a:srcRect/>
                      <a:tile tx="-1905000" ty="0" sx="100000" sy="100000" flip="none" algn="tl"/>
                    </a:blipFill>
                  </a:tcPr>
                </a:tc>
                <a:extLst>
                  <a:ext uri="{0D108BD9-81ED-4DB2-BD59-A6C34878D82A}">
                    <a16:rowId xmlns:a16="http://schemas.microsoft.com/office/drawing/2014/main" val="1131660023"/>
                  </a:ext>
                </a:extLst>
              </a:tr>
              <a:tr h="1143000">
                <a:tc>
                  <a:txBody>
                    <a:bodyPr/>
                    <a:lstStyle/>
                    <a:p>
                      <a:endParaRPr lang="en-IN"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blipFill dpi="0" rotWithShape="1">
                      <a:blip r:embed="rId2">
                        <a:alphaModFix amt="20000"/>
                      </a:blip>
                      <a:srcRect/>
                      <a:tile tx="-1905000" ty="0" sx="100000" sy="100000" flip="none" algn="tl"/>
                    </a:blipFill>
                  </a:tcPr>
                </a:tc>
                <a:tc>
                  <a:txBody>
                    <a:bodyPr/>
                    <a:lstStyle/>
                    <a:p>
                      <a:endParaRPr lang="en-IN"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blipFill dpi="0" rotWithShape="1">
                      <a:blip r:embed="rId2">
                        <a:alphaModFix amt="40000"/>
                      </a:blip>
                      <a:srcRect/>
                      <a:tile tx="-1905000" ty="0" sx="100000" sy="100000" flip="none" algn="tl"/>
                    </a:blipFill>
                  </a:tcPr>
                </a:tc>
                <a:tc>
                  <a:txBody>
                    <a:bodyPr/>
                    <a:lstStyle/>
                    <a:p>
                      <a:endParaRPr lang="en-IN"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blipFill dpi="0" rotWithShape="1">
                      <a:blip r:embed="rId2">
                        <a:alphaModFix amt="60000"/>
                      </a:blip>
                      <a:srcRect/>
                      <a:tile tx="-1905000" ty="0" sx="100000" sy="100000" flip="none" algn="tl"/>
                    </a:blipFill>
                  </a:tcPr>
                </a:tc>
                <a:tc>
                  <a:txBody>
                    <a:bodyPr/>
                    <a:lstStyle/>
                    <a:p>
                      <a:endParaRPr lang="en-IN"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blipFill dpi="0" rotWithShape="1">
                      <a:blip r:embed="rId2">
                        <a:alphaModFix amt="80000"/>
                      </a:blip>
                      <a:srcRect/>
                      <a:tile tx="-1905000" ty="0" sx="100000" sy="100000" flip="none" algn="tl"/>
                    </a:blipFill>
                  </a:tcPr>
                </a:tc>
                <a:tc>
                  <a:txBody>
                    <a:bodyPr/>
                    <a:lstStyle/>
                    <a:p>
                      <a:endParaRPr lang="en-IN"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blipFill dpi="0" rotWithShape="1">
                      <a:blip r:embed="rId2"/>
                      <a:srcRect/>
                      <a:tile tx="-1905000" ty="0" sx="100000" sy="100000" flip="none" algn="tl"/>
                    </a:blipFill>
                  </a:tcPr>
                </a:tc>
                <a:extLst>
                  <a:ext uri="{0D108BD9-81ED-4DB2-BD59-A6C34878D82A}">
                    <a16:rowId xmlns:a16="http://schemas.microsoft.com/office/drawing/2014/main" val="1005264089"/>
                  </a:ext>
                </a:extLst>
              </a:tr>
              <a:tr h="1143000">
                <a:tc>
                  <a:txBody>
                    <a:bodyPr/>
                    <a:lstStyle/>
                    <a:p>
                      <a:endParaRPr lang="en-IN"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blipFill dpi="0" rotWithShape="1">
                      <a:blip r:embed="rId2">
                        <a:alphaModFix amt="20000"/>
                      </a:blip>
                      <a:srcRect/>
                      <a:tile tx="-1905000" ty="0" sx="100000" sy="100000" flip="none" algn="tl"/>
                    </a:blipFill>
                  </a:tcPr>
                </a:tc>
                <a:tc>
                  <a:txBody>
                    <a:bodyPr/>
                    <a:lstStyle/>
                    <a:p>
                      <a:endParaRPr lang="en-IN"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blipFill dpi="0" rotWithShape="1">
                      <a:blip r:embed="rId2">
                        <a:alphaModFix amt="40000"/>
                      </a:blip>
                      <a:srcRect/>
                      <a:tile tx="-1905000" ty="0" sx="100000" sy="100000" flip="none" algn="tl"/>
                    </a:blipFill>
                  </a:tcPr>
                </a:tc>
                <a:tc>
                  <a:txBody>
                    <a:bodyPr/>
                    <a:lstStyle/>
                    <a:p>
                      <a:endParaRPr lang="en-IN"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blipFill dpi="0" rotWithShape="1">
                      <a:blip r:embed="rId2">
                        <a:alphaModFix amt="60000"/>
                      </a:blip>
                      <a:srcRect/>
                      <a:tile tx="-1905000" ty="0" sx="100000" sy="100000" flip="none" algn="tl"/>
                    </a:blipFill>
                  </a:tcPr>
                </a:tc>
                <a:tc>
                  <a:txBody>
                    <a:bodyPr/>
                    <a:lstStyle/>
                    <a:p>
                      <a:endParaRPr lang="en-IN"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blipFill dpi="0" rotWithShape="1">
                      <a:blip r:embed="rId2">
                        <a:alphaModFix amt="80000"/>
                      </a:blip>
                      <a:srcRect/>
                      <a:tile tx="-1905000" ty="0" sx="100000" sy="100000" flip="none" algn="tl"/>
                    </a:blipFill>
                  </a:tcPr>
                </a:tc>
                <a:tc>
                  <a:txBody>
                    <a:bodyPr/>
                    <a:lstStyle/>
                    <a:p>
                      <a:endParaRPr lang="en-IN"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blipFill dpi="0" rotWithShape="1">
                      <a:blip r:embed="rId2"/>
                      <a:srcRect/>
                      <a:tile tx="-1905000" ty="0" sx="100000" sy="100000" flip="none" algn="tl"/>
                    </a:blipFill>
                  </a:tcPr>
                </a:tc>
                <a:extLst>
                  <a:ext uri="{0D108BD9-81ED-4DB2-BD59-A6C34878D82A}">
                    <a16:rowId xmlns:a16="http://schemas.microsoft.com/office/drawing/2014/main" val="2586638922"/>
                  </a:ext>
                </a:extLst>
              </a:tr>
              <a:tr h="1143000">
                <a:tc>
                  <a:txBody>
                    <a:bodyPr/>
                    <a:lstStyle/>
                    <a:p>
                      <a:endParaRPr lang="en-IN"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blipFill dpi="0" rotWithShape="1">
                      <a:blip r:embed="rId2">
                        <a:alphaModFix amt="20000"/>
                      </a:blip>
                      <a:srcRect/>
                      <a:tile tx="-1905000" ty="0" sx="100000" sy="100000" flip="none" algn="tl"/>
                    </a:blipFill>
                  </a:tcPr>
                </a:tc>
                <a:tc>
                  <a:txBody>
                    <a:bodyPr/>
                    <a:lstStyle/>
                    <a:p>
                      <a:endParaRPr lang="en-IN"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blipFill dpi="0" rotWithShape="1">
                      <a:blip r:embed="rId2">
                        <a:alphaModFix amt="40000"/>
                      </a:blip>
                      <a:srcRect/>
                      <a:tile tx="-1905000" ty="0" sx="100000" sy="100000" flip="none" algn="tl"/>
                    </a:blipFill>
                  </a:tcPr>
                </a:tc>
                <a:tc>
                  <a:txBody>
                    <a:bodyPr/>
                    <a:lstStyle/>
                    <a:p>
                      <a:endParaRPr lang="en-IN"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blipFill dpi="0" rotWithShape="1">
                      <a:blip r:embed="rId2">
                        <a:alphaModFix amt="60000"/>
                      </a:blip>
                      <a:srcRect/>
                      <a:tile tx="-1905000" ty="0" sx="100000" sy="100000" flip="none" algn="tl"/>
                    </a:blipFill>
                  </a:tcPr>
                </a:tc>
                <a:tc>
                  <a:txBody>
                    <a:bodyPr/>
                    <a:lstStyle/>
                    <a:p>
                      <a:endParaRPr lang="en-IN"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blipFill dpi="0" rotWithShape="1">
                      <a:blip r:embed="rId2">
                        <a:alphaModFix amt="80000"/>
                      </a:blip>
                      <a:srcRect/>
                      <a:tile tx="-1905000" ty="0" sx="100000" sy="100000" flip="none" algn="tl"/>
                    </a:blipFill>
                  </a:tcPr>
                </a:tc>
                <a:tc>
                  <a:txBody>
                    <a:bodyPr/>
                    <a:lstStyle/>
                    <a:p>
                      <a:endParaRPr lang="en-IN"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blipFill dpi="0" rotWithShape="1">
                      <a:blip r:embed="rId2"/>
                      <a:srcRect/>
                      <a:tile tx="-1905000" ty="0" sx="100000" sy="100000" flip="none" algn="tl"/>
                    </a:blipFill>
                  </a:tcPr>
                </a:tc>
                <a:extLst>
                  <a:ext uri="{0D108BD9-81ED-4DB2-BD59-A6C34878D82A}">
                    <a16:rowId xmlns:a16="http://schemas.microsoft.com/office/drawing/2014/main" val="393376911"/>
                  </a:ext>
                </a:extLst>
              </a:tr>
              <a:tr h="1143000">
                <a:tc>
                  <a:txBody>
                    <a:bodyPr/>
                    <a:lstStyle/>
                    <a:p>
                      <a:endParaRPr lang="en-IN"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blipFill dpi="0" rotWithShape="1">
                      <a:blip r:embed="rId2">
                        <a:alphaModFix amt="20000"/>
                      </a:blip>
                      <a:srcRect/>
                      <a:tile tx="-1905000" ty="0" sx="100000" sy="100000" flip="none" algn="tl"/>
                    </a:blipFill>
                  </a:tcPr>
                </a:tc>
                <a:tc>
                  <a:txBody>
                    <a:bodyPr/>
                    <a:lstStyle/>
                    <a:p>
                      <a:endParaRPr lang="en-IN"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blipFill dpi="0" rotWithShape="1">
                      <a:blip r:embed="rId2">
                        <a:alphaModFix amt="40000"/>
                      </a:blip>
                      <a:srcRect/>
                      <a:tile tx="-1905000" ty="0" sx="100000" sy="100000" flip="none" algn="tl"/>
                    </a:blipFill>
                  </a:tcPr>
                </a:tc>
                <a:tc>
                  <a:txBody>
                    <a:bodyPr/>
                    <a:lstStyle/>
                    <a:p>
                      <a:endParaRPr lang="en-IN"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blipFill dpi="0" rotWithShape="1">
                      <a:blip r:embed="rId2">
                        <a:alphaModFix amt="60000"/>
                      </a:blip>
                      <a:srcRect/>
                      <a:tile tx="-1905000" ty="0" sx="100000" sy="100000" flip="none" algn="tl"/>
                    </a:blipFill>
                  </a:tcPr>
                </a:tc>
                <a:tc>
                  <a:txBody>
                    <a:bodyPr/>
                    <a:lstStyle/>
                    <a:p>
                      <a:endParaRPr lang="en-IN"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blipFill dpi="0" rotWithShape="1">
                      <a:blip r:embed="rId2">
                        <a:alphaModFix amt="80000"/>
                      </a:blip>
                      <a:srcRect/>
                      <a:tile tx="-1905000" ty="0" sx="100000" sy="100000" flip="none" algn="tl"/>
                    </a:blipFill>
                  </a:tcPr>
                </a:tc>
                <a:tc>
                  <a:txBody>
                    <a:bodyPr/>
                    <a:lstStyle/>
                    <a:p>
                      <a:endParaRPr lang="en-IN"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blipFill dpi="0" rotWithShape="1">
                      <a:blip r:embed="rId2"/>
                      <a:srcRect/>
                      <a:tile tx="-1905000" ty="0" sx="100000" sy="100000" flip="none" algn="tl"/>
                    </a:blipFill>
                  </a:tcPr>
                </a:tc>
                <a:extLst>
                  <a:ext uri="{0D108BD9-81ED-4DB2-BD59-A6C34878D82A}">
                    <a16:rowId xmlns:a16="http://schemas.microsoft.com/office/drawing/2014/main" val="3494063203"/>
                  </a:ext>
                </a:extLst>
              </a:tr>
            </a:tbl>
          </a:graphicData>
        </a:graphic>
      </p:graphicFrame>
      <p:sp>
        <p:nvSpPr>
          <p:cNvPr id="4" name="Rectangle 3">
            <a:extLst>
              <a:ext uri="{FF2B5EF4-FFF2-40B4-BE49-F238E27FC236}">
                <a16:creationId xmlns:a16="http://schemas.microsoft.com/office/drawing/2014/main" id="{02AC48F9-6E61-7174-0E13-BFA47E971181}"/>
              </a:ext>
            </a:extLst>
          </p:cNvPr>
          <p:cNvSpPr/>
          <p:nvPr/>
        </p:nvSpPr>
        <p:spPr>
          <a:xfrm>
            <a:off x="427234" y="243513"/>
            <a:ext cx="7273530" cy="1754326"/>
          </a:xfrm>
          <a:prstGeom prst="rect">
            <a:avLst/>
          </a:prstGeom>
          <a:noFill/>
        </p:spPr>
        <p:txBody>
          <a:bodyPr wrap="none" lIns="91440" tIns="45720" rIns="91440" bIns="45720">
            <a:spAutoFit/>
          </a:bodyPr>
          <a:lstStyle/>
          <a:p>
            <a:pPr algn="ctr"/>
            <a:r>
              <a:rPr lang="en-IN" sz="5400" b="1" cap="none" spc="50" dirty="0">
                <a:ln w="9525" cmpd="sng">
                  <a:solidFill>
                    <a:schemeClr val="accent1"/>
                  </a:solidFill>
                  <a:prstDash val="solid"/>
                </a:ln>
                <a:solidFill>
                  <a:srgbClr val="70AD47">
                    <a:tint val="1000"/>
                  </a:srgbClr>
                </a:solidFill>
                <a:effectLst>
                  <a:glow rad="38100">
                    <a:schemeClr val="accent1">
                      <a:alpha val="40000"/>
                    </a:schemeClr>
                  </a:glow>
                </a:effectLst>
              </a:rPr>
              <a:t>Dashboard Visualization</a:t>
            </a:r>
          </a:p>
          <a:p>
            <a:pPr algn="ctr"/>
            <a:r>
              <a:rPr lang="en-IN" sz="5400" b="1" cap="none" spc="50" dirty="0">
                <a:ln w="9525" cmpd="sng">
                  <a:solidFill>
                    <a:schemeClr val="accent1"/>
                  </a:solidFill>
                  <a:prstDash val="solid"/>
                </a:ln>
                <a:solidFill>
                  <a:srgbClr val="70AD47">
                    <a:tint val="1000"/>
                  </a:srgbClr>
                </a:solidFill>
                <a:effectLst>
                  <a:glow rad="38100">
                    <a:schemeClr val="accent1">
                      <a:alpha val="40000"/>
                    </a:schemeClr>
                  </a:glow>
                </a:effectLst>
              </a:rPr>
              <a:t>Overview</a:t>
            </a:r>
          </a:p>
        </p:txBody>
      </p:sp>
    </p:spTree>
    <p:extLst>
      <p:ext uri="{BB962C8B-B14F-4D97-AF65-F5344CB8AC3E}">
        <p14:creationId xmlns:p14="http://schemas.microsoft.com/office/powerpoint/2010/main" val="154305767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tx1"/>
            </a:gs>
            <a:gs pos="73000">
              <a:schemeClr val="tx1">
                <a:lumMod val="85000"/>
                <a:lumOff val="15000"/>
              </a:schemeClr>
            </a:gs>
            <a:gs pos="35000">
              <a:schemeClr val="tx1">
                <a:lumMod val="85000"/>
                <a:lumOff val="15000"/>
              </a:schemeClr>
            </a:gs>
            <a:gs pos="100000">
              <a:schemeClr val="tx1"/>
            </a:gs>
          </a:gsLst>
          <a:path path="circle">
            <a:fillToRect l="100000" t="100000"/>
          </a:path>
          <a:tileRect r="-100000" b="-100000"/>
        </a:gradFill>
        <a:effectLst/>
      </p:bgPr>
    </p:bg>
    <p:spTree>
      <p:nvGrpSpPr>
        <p:cNvPr id="1" name="">
          <a:extLst>
            <a:ext uri="{FF2B5EF4-FFF2-40B4-BE49-F238E27FC236}">
              <a16:creationId xmlns:a16="http://schemas.microsoft.com/office/drawing/2014/main" id="{4B25FCBC-DAC7-F084-E281-24E452449176}"/>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E69D99AD-225C-095F-1AEC-868983E5CF52}"/>
              </a:ext>
            </a:extLst>
          </p:cNvPr>
          <p:cNvSpPr/>
          <p:nvPr/>
        </p:nvSpPr>
        <p:spPr>
          <a:xfrm>
            <a:off x="7066105" y="2551837"/>
            <a:ext cx="4745082" cy="1754326"/>
          </a:xfrm>
          <a:prstGeom prst="rect">
            <a:avLst/>
          </a:prstGeom>
          <a:noFill/>
        </p:spPr>
        <p:txBody>
          <a:bodyPr wrap="none" lIns="91440" tIns="45720" rIns="91440" bIns="45720">
            <a:spAutoFit/>
          </a:bodyPr>
          <a:lstStyle/>
          <a:p>
            <a:pPr algn="ctr"/>
            <a:r>
              <a:rPr lang="en-US" sz="5400" b="1" cap="none" spc="50" dirty="0">
                <a:ln w="9525" cmpd="sng">
                  <a:solidFill>
                    <a:schemeClr val="accent1"/>
                  </a:solidFill>
                  <a:prstDash val="solid"/>
                </a:ln>
                <a:solidFill>
                  <a:srgbClr val="70AD47">
                    <a:tint val="1000"/>
                  </a:srgbClr>
                </a:solidFill>
                <a:effectLst>
                  <a:glow rad="38100">
                    <a:schemeClr val="accent1">
                      <a:alpha val="40000"/>
                    </a:schemeClr>
                  </a:glow>
                </a:effectLst>
              </a:rPr>
              <a:t>Key Dashboard </a:t>
            </a:r>
          </a:p>
          <a:p>
            <a:pPr algn="ctr"/>
            <a:r>
              <a:rPr lang="en-US" sz="5400" b="1" cap="none" spc="50" dirty="0">
                <a:ln w="9525" cmpd="sng">
                  <a:solidFill>
                    <a:schemeClr val="accent1"/>
                  </a:solidFill>
                  <a:prstDash val="solid"/>
                </a:ln>
                <a:solidFill>
                  <a:srgbClr val="70AD47">
                    <a:tint val="1000"/>
                  </a:srgbClr>
                </a:solidFill>
                <a:effectLst>
                  <a:glow rad="38100">
                    <a:schemeClr val="accent1">
                      <a:alpha val="40000"/>
                    </a:schemeClr>
                  </a:glow>
                </a:effectLst>
              </a:rPr>
              <a:t>Components</a:t>
            </a:r>
          </a:p>
        </p:txBody>
      </p:sp>
      <p:graphicFrame>
        <p:nvGraphicFramePr>
          <p:cNvPr id="3" name="Table 2">
            <a:extLst>
              <a:ext uri="{FF2B5EF4-FFF2-40B4-BE49-F238E27FC236}">
                <a16:creationId xmlns:a16="http://schemas.microsoft.com/office/drawing/2014/main" id="{A5C2B472-BD93-9644-77F5-80287DE13AAC}"/>
              </a:ext>
            </a:extLst>
          </p:cNvPr>
          <p:cNvGraphicFramePr>
            <a:graphicFrameLocks noGrp="1"/>
          </p:cNvGraphicFramePr>
          <p:nvPr>
            <p:extLst>
              <p:ext uri="{D42A27DB-BD31-4B8C-83A1-F6EECF244321}">
                <p14:modId xmlns:p14="http://schemas.microsoft.com/office/powerpoint/2010/main" val="2121079454"/>
              </p:ext>
            </p:extLst>
          </p:nvPr>
        </p:nvGraphicFramePr>
        <p:xfrm>
          <a:off x="1473200" y="0"/>
          <a:ext cx="6929120" cy="6858000"/>
        </p:xfrm>
        <a:graphic>
          <a:graphicData uri="http://schemas.openxmlformats.org/drawingml/2006/table">
            <a:tbl>
              <a:tblPr firstRow="1" bandRow="1">
                <a:tableStyleId>{5C22544A-7EE6-4342-B048-85BDC9FD1C3A}</a:tableStyleId>
              </a:tblPr>
              <a:tblGrid>
                <a:gridCol w="1385824">
                  <a:extLst>
                    <a:ext uri="{9D8B030D-6E8A-4147-A177-3AD203B41FA5}">
                      <a16:colId xmlns:a16="http://schemas.microsoft.com/office/drawing/2014/main" val="1399148822"/>
                    </a:ext>
                  </a:extLst>
                </a:gridCol>
                <a:gridCol w="1385824">
                  <a:extLst>
                    <a:ext uri="{9D8B030D-6E8A-4147-A177-3AD203B41FA5}">
                      <a16:colId xmlns:a16="http://schemas.microsoft.com/office/drawing/2014/main" val="2089992116"/>
                    </a:ext>
                  </a:extLst>
                </a:gridCol>
                <a:gridCol w="1385824">
                  <a:extLst>
                    <a:ext uri="{9D8B030D-6E8A-4147-A177-3AD203B41FA5}">
                      <a16:colId xmlns:a16="http://schemas.microsoft.com/office/drawing/2014/main" val="1746303444"/>
                    </a:ext>
                  </a:extLst>
                </a:gridCol>
                <a:gridCol w="1385824">
                  <a:extLst>
                    <a:ext uri="{9D8B030D-6E8A-4147-A177-3AD203B41FA5}">
                      <a16:colId xmlns:a16="http://schemas.microsoft.com/office/drawing/2014/main" val="3022410872"/>
                    </a:ext>
                  </a:extLst>
                </a:gridCol>
                <a:gridCol w="1385824">
                  <a:extLst>
                    <a:ext uri="{9D8B030D-6E8A-4147-A177-3AD203B41FA5}">
                      <a16:colId xmlns:a16="http://schemas.microsoft.com/office/drawing/2014/main" val="2392631966"/>
                    </a:ext>
                  </a:extLst>
                </a:gridCol>
              </a:tblGrid>
              <a:tr h="6858000">
                <a:tc>
                  <a:txBody>
                    <a:bodyPr/>
                    <a:lstStyle/>
                    <a:p>
                      <a:endParaRPr lang="en-IN"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blipFill dpi="0" rotWithShape="0">
                      <a:blip r:embed="rId2">
                        <a:alphaModFix amt="25000"/>
                      </a:blip>
                      <a:srcRect/>
                      <a:tile tx="6350" ty="6350" sx="100000" sy="100000" flip="none" algn="ctr"/>
                    </a:blipFill>
                  </a:tcPr>
                </a:tc>
                <a:tc>
                  <a:txBody>
                    <a:bodyPr/>
                    <a:lstStyle/>
                    <a:p>
                      <a:endParaRPr lang="en-IN"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blipFill dpi="0" rotWithShape="0">
                      <a:blip r:embed="rId2">
                        <a:alphaModFix amt="50000"/>
                      </a:blip>
                      <a:srcRect/>
                      <a:tile tx="6350" ty="6350" sx="100000" sy="100000" flip="none" algn="ctr"/>
                    </a:blipFill>
                  </a:tcPr>
                </a:tc>
                <a:tc>
                  <a:txBody>
                    <a:bodyPr/>
                    <a:lstStyle/>
                    <a:p>
                      <a:endParaRPr lang="en-IN"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blipFill dpi="0" rotWithShape="0">
                      <a:blip r:embed="rId2">
                        <a:alphaModFix amt="35000"/>
                      </a:blip>
                      <a:srcRect/>
                      <a:tile tx="6350" ty="6350" sx="100000" sy="100000" flip="none" algn="ctr"/>
                    </a:blipFill>
                  </a:tcPr>
                </a:tc>
                <a:tc>
                  <a:txBody>
                    <a:bodyPr/>
                    <a:lstStyle/>
                    <a:p>
                      <a:endParaRPr lang="en-IN"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blipFill dpi="0" rotWithShape="0">
                      <a:blip r:embed="rId2">
                        <a:alphaModFix amt="25000"/>
                      </a:blip>
                      <a:srcRect/>
                      <a:tile tx="6350" ty="6350" sx="100000" sy="100000" flip="none" algn="ctr"/>
                    </a:blipFill>
                  </a:tcPr>
                </a:tc>
                <a:tc>
                  <a:txBody>
                    <a:bodyPr/>
                    <a:lstStyle/>
                    <a:p>
                      <a:endParaRPr lang="en-IN"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blipFill dpi="0" rotWithShape="0">
                      <a:blip r:embed="rId2">
                        <a:alphaModFix amt="5000"/>
                      </a:blip>
                      <a:srcRect/>
                      <a:tile tx="6350" ty="6350" sx="100000" sy="100000" flip="none" algn="ctr"/>
                    </a:blipFill>
                  </a:tcPr>
                </a:tc>
                <a:extLst>
                  <a:ext uri="{0D108BD9-81ED-4DB2-BD59-A6C34878D82A}">
                    <a16:rowId xmlns:a16="http://schemas.microsoft.com/office/drawing/2014/main" val="2476614564"/>
                  </a:ext>
                </a:extLst>
              </a:tr>
            </a:tbl>
          </a:graphicData>
        </a:graphic>
      </p:graphicFrame>
      <mc:AlternateContent xmlns:mc="http://schemas.openxmlformats.org/markup-compatibility/2006" xmlns:pslz="http://schemas.microsoft.com/office/powerpoint/2016/slidezoom">
        <mc:Choice Requires="pslz">
          <p:graphicFrame>
            <p:nvGraphicFramePr>
              <p:cNvPr id="5" name="Slide Zoom 4">
                <a:extLst>
                  <a:ext uri="{FF2B5EF4-FFF2-40B4-BE49-F238E27FC236}">
                    <a16:creationId xmlns:a16="http://schemas.microsoft.com/office/drawing/2014/main" id="{6CDE7695-992A-8EE3-7B80-DAF84F420491}"/>
                  </a:ext>
                </a:extLst>
              </p:cNvPr>
              <p:cNvGraphicFramePr>
                <a:graphicFrameLocks noChangeAspect="1"/>
              </p:cNvGraphicFramePr>
              <p:nvPr>
                <p:extLst>
                  <p:ext uri="{D42A27DB-BD31-4B8C-83A1-F6EECF244321}">
                    <p14:modId xmlns:p14="http://schemas.microsoft.com/office/powerpoint/2010/main" val="3902630477"/>
                  </p:ext>
                </p:extLst>
              </p:nvPr>
            </p:nvGraphicFramePr>
            <p:xfrm>
              <a:off x="446858" y="982980"/>
              <a:ext cx="2052682" cy="1154634"/>
            </p:xfrm>
            <a:graphic>
              <a:graphicData uri="http://schemas.microsoft.com/office/powerpoint/2016/slidezoom">
                <pslz:sldZm>
                  <pslz:sldZmObj sldId="298" cId="2997552615">
                    <pslz:zmPr id="{184E1830-0C08-4B57-9CC5-4D4DFF72FB29}" returnToParent="0" transitionDur="1000">
                      <p166:blipFill xmlns:p166="http://schemas.microsoft.com/office/powerpoint/2016/6/main">
                        <a:blip r:embed="rId3"/>
                        <a:stretch>
                          <a:fillRect/>
                        </a:stretch>
                      </p166:blipFill>
                      <p166:spPr xmlns:p166="http://schemas.microsoft.com/office/powerpoint/2016/6/main">
                        <a:xfrm>
                          <a:off x="0" y="0"/>
                          <a:ext cx="2052682" cy="1154634"/>
                        </a:xfrm>
                        <a:prstGeom prst="rect">
                          <a:avLst/>
                        </a:prstGeom>
                        <a:ln w="3175">
                          <a:solidFill>
                            <a:prstClr val="ltGray"/>
                          </a:solidFill>
                        </a:ln>
                      </p166:spPr>
                    </pslz:zmPr>
                  </pslz:sldZmObj>
                </pslz:sldZm>
              </a:graphicData>
            </a:graphic>
          </p:graphicFrame>
        </mc:Choice>
        <mc:Fallback xmlns="">
          <p:pic>
            <p:nvPicPr>
              <p:cNvPr id="5" name="Slide Zoom 4">
                <a:extLst>
                  <a:ext uri="{FF2B5EF4-FFF2-40B4-BE49-F238E27FC236}">
                    <a16:creationId xmlns:a16="http://schemas.microsoft.com/office/drawing/2014/main" id="{6CDE7695-992A-8EE3-7B80-DAF84F420491}"/>
                  </a:ext>
                </a:extLst>
              </p:cNvPr>
              <p:cNvPicPr>
                <a:picLocks noGrp="1" noRot="1" noChangeAspect="1" noMove="1" noResize="1" noEditPoints="1" noAdjustHandles="1" noChangeArrowheads="1" noChangeShapeType="1"/>
              </p:cNvPicPr>
              <p:nvPr/>
            </p:nvPicPr>
            <p:blipFill>
              <a:blip r:embed="rId4"/>
              <a:stretch>
                <a:fillRect/>
              </a:stretch>
            </p:blipFill>
            <p:spPr>
              <a:xfrm>
                <a:off x="446858" y="982980"/>
                <a:ext cx="2052682" cy="1154634"/>
              </a:xfrm>
              <a:prstGeom prst="rect">
                <a:avLst/>
              </a:prstGeom>
              <a:ln w="3175">
                <a:solidFill>
                  <a:prstClr val="ltGray"/>
                </a:solidFill>
              </a:ln>
            </p:spPr>
          </p:pic>
        </mc:Fallback>
      </mc:AlternateContent>
      <mc:AlternateContent xmlns:mc="http://schemas.openxmlformats.org/markup-compatibility/2006" xmlns:pslz="http://schemas.microsoft.com/office/powerpoint/2016/slidezoom">
        <mc:Choice Requires="pslz">
          <p:graphicFrame>
            <p:nvGraphicFramePr>
              <p:cNvPr id="7" name="Slide Zoom 6">
                <a:extLst>
                  <a:ext uri="{FF2B5EF4-FFF2-40B4-BE49-F238E27FC236}">
                    <a16:creationId xmlns:a16="http://schemas.microsoft.com/office/drawing/2014/main" id="{7C865B24-EF5D-EA82-9045-47133E0F9924}"/>
                  </a:ext>
                </a:extLst>
              </p:cNvPr>
              <p:cNvGraphicFramePr>
                <a:graphicFrameLocks noChangeAspect="1"/>
              </p:cNvGraphicFramePr>
              <p:nvPr>
                <p:extLst>
                  <p:ext uri="{D42A27DB-BD31-4B8C-83A1-F6EECF244321}">
                    <p14:modId xmlns:p14="http://schemas.microsoft.com/office/powerpoint/2010/main" val="1994092374"/>
                  </p:ext>
                </p:extLst>
              </p:nvPr>
            </p:nvGraphicFramePr>
            <p:xfrm>
              <a:off x="446858" y="3048863"/>
              <a:ext cx="2052683" cy="1154634"/>
            </p:xfrm>
            <a:graphic>
              <a:graphicData uri="http://schemas.microsoft.com/office/powerpoint/2016/slidezoom">
                <pslz:sldZm>
                  <pslz:sldZmObj sldId="299" cId="767322586">
                    <pslz:zmPr id="{92AC3194-D71A-48CA-8271-5B04FA86689D}" returnToParent="0" transitionDur="1000">
                      <p166:blipFill xmlns:p166="http://schemas.microsoft.com/office/powerpoint/2016/6/main">
                        <a:blip r:embed="rId5"/>
                        <a:stretch>
                          <a:fillRect/>
                        </a:stretch>
                      </p166:blipFill>
                      <p166:spPr xmlns:p166="http://schemas.microsoft.com/office/powerpoint/2016/6/main">
                        <a:xfrm>
                          <a:off x="0" y="0"/>
                          <a:ext cx="2052683" cy="1154634"/>
                        </a:xfrm>
                        <a:prstGeom prst="rect">
                          <a:avLst/>
                        </a:prstGeom>
                        <a:ln w="3175">
                          <a:solidFill>
                            <a:prstClr val="ltGray"/>
                          </a:solidFill>
                        </a:ln>
                      </p166:spPr>
                    </pslz:zmPr>
                  </pslz:sldZmObj>
                </pslz:sldZm>
              </a:graphicData>
            </a:graphic>
          </p:graphicFrame>
        </mc:Choice>
        <mc:Fallback xmlns="">
          <p:pic>
            <p:nvPicPr>
              <p:cNvPr id="7" name="Slide Zoom 6">
                <a:extLst>
                  <a:ext uri="{FF2B5EF4-FFF2-40B4-BE49-F238E27FC236}">
                    <a16:creationId xmlns:a16="http://schemas.microsoft.com/office/drawing/2014/main" id="{7C865B24-EF5D-EA82-9045-47133E0F9924}"/>
                  </a:ext>
                </a:extLst>
              </p:cNvPr>
              <p:cNvPicPr>
                <a:picLocks noGrp="1" noRot="1" noChangeAspect="1" noMove="1" noResize="1" noEditPoints="1" noAdjustHandles="1" noChangeArrowheads="1" noChangeShapeType="1"/>
              </p:cNvPicPr>
              <p:nvPr/>
            </p:nvPicPr>
            <p:blipFill>
              <a:blip r:embed="rId6"/>
              <a:stretch>
                <a:fillRect/>
              </a:stretch>
            </p:blipFill>
            <p:spPr>
              <a:xfrm>
                <a:off x="446858" y="3048863"/>
                <a:ext cx="2052683" cy="1154634"/>
              </a:xfrm>
              <a:prstGeom prst="rect">
                <a:avLst/>
              </a:prstGeom>
              <a:ln w="3175">
                <a:solidFill>
                  <a:prstClr val="ltGray"/>
                </a:solidFill>
              </a:ln>
            </p:spPr>
          </p:pic>
        </mc:Fallback>
      </mc:AlternateContent>
      <mc:AlternateContent xmlns:mc="http://schemas.openxmlformats.org/markup-compatibility/2006" xmlns:pslz="http://schemas.microsoft.com/office/powerpoint/2016/slidezoom">
        <mc:Choice Requires="pslz">
          <p:graphicFrame>
            <p:nvGraphicFramePr>
              <p:cNvPr id="9" name="Slide Zoom 8">
                <a:extLst>
                  <a:ext uri="{FF2B5EF4-FFF2-40B4-BE49-F238E27FC236}">
                    <a16:creationId xmlns:a16="http://schemas.microsoft.com/office/drawing/2014/main" id="{B126D4BE-72E6-A4F9-0FBB-1C52D28BB12A}"/>
                  </a:ext>
                </a:extLst>
              </p:cNvPr>
              <p:cNvGraphicFramePr>
                <a:graphicFrameLocks noChangeAspect="1"/>
              </p:cNvGraphicFramePr>
              <p:nvPr>
                <p:extLst>
                  <p:ext uri="{D42A27DB-BD31-4B8C-83A1-F6EECF244321}">
                    <p14:modId xmlns:p14="http://schemas.microsoft.com/office/powerpoint/2010/main" val="682400108"/>
                  </p:ext>
                </p:extLst>
              </p:nvPr>
            </p:nvGraphicFramePr>
            <p:xfrm>
              <a:off x="446859" y="4903063"/>
              <a:ext cx="2052682" cy="1154634"/>
            </p:xfrm>
            <a:graphic>
              <a:graphicData uri="http://schemas.microsoft.com/office/powerpoint/2016/slidezoom">
                <pslz:sldZm>
                  <pslz:sldZmObj sldId="300" cId="1871225502">
                    <pslz:zmPr id="{851156C4-E563-410B-8ACE-30D2DE097115}" returnToParent="0" transitionDur="1000">
                      <p166:blipFill xmlns:p166="http://schemas.microsoft.com/office/powerpoint/2016/6/main">
                        <a:blip r:embed="rId7"/>
                        <a:stretch>
                          <a:fillRect/>
                        </a:stretch>
                      </p166:blipFill>
                      <p166:spPr xmlns:p166="http://schemas.microsoft.com/office/powerpoint/2016/6/main">
                        <a:xfrm>
                          <a:off x="0" y="0"/>
                          <a:ext cx="2052682" cy="1154634"/>
                        </a:xfrm>
                        <a:prstGeom prst="rect">
                          <a:avLst/>
                        </a:prstGeom>
                        <a:ln w="3175">
                          <a:solidFill>
                            <a:prstClr val="ltGray"/>
                          </a:solidFill>
                        </a:ln>
                      </p166:spPr>
                    </pslz:zmPr>
                  </pslz:sldZmObj>
                </pslz:sldZm>
              </a:graphicData>
            </a:graphic>
          </p:graphicFrame>
        </mc:Choice>
        <mc:Fallback xmlns="">
          <p:pic>
            <p:nvPicPr>
              <p:cNvPr id="9" name="Slide Zoom 8">
                <a:extLst>
                  <a:ext uri="{FF2B5EF4-FFF2-40B4-BE49-F238E27FC236}">
                    <a16:creationId xmlns:a16="http://schemas.microsoft.com/office/drawing/2014/main" id="{B126D4BE-72E6-A4F9-0FBB-1C52D28BB12A}"/>
                  </a:ext>
                </a:extLst>
              </p:cNvPr>
              <p:cNvPicPr>
                <a:picLocks noGrp="1" noRot="1" noChangeAspect="1" noMove="1" noResize="1" noEditPoints="1" noAdjustHandles="1" noChangeArrowheads="1" noChangeShapeType="1"/>
              </p:cNvPicPr>
              <p:nvPr/>
            </p:nvPicPr>
            <p:blipFill>
              <a:blip r:embed="rId8"/>
              <a:stretch>
                <a:fillRect/>
              </a:stretch>
            </p:blipFill>
            <p:spPr>
              <a:xfrm>
                <a:off x="446859" y="4903063"/>
                <a:ext cx="2052682" cy="1154634"/>
              </a:xfrm>
              <a:prstGeom prst="rect">
                <a:avLst/>
              </a:prstGeom>
              <a:ln w="3175">
                <a:solidFill>
                  <a:prstClr val="ltGray"/>
                </a:solidFill>
              </a:ln>
            </p:spPr>
          </p:pic>
        </mc:Fallback>
      </mc:AlternateContent>
    </p:spTree>
    <p:extLst>
      <p:ext uri="{BB962C8B-B14F-4D97-AF65-F5344CB8AC3E}">
        <p14:creationId xmlns:p14="http://schemas.microsoft.com/office/powerpoint/2010/main" val="356085343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tx1"/>
            </a:gs>
            <a:gs pos="73000">
              <a:schemeClr val="tx1">
                <a:lumMod val="85000"/>
                <a:lumOff val="15000"/>
              </a:schemeClr>
            </a:gs>
            <a:gs pos="35000">
              <a:schemeClr val="tx1">
                <a:lumMod val="85000"/>
                <a:lumOff val="15000"/>
              </a:schemeClr>
            </a:gs>
            <a:gs pos="100000">
              <a:schemeClr val="tx1"/>
            </a:gs>
          </a:gsLst>
          <a:path path="circle">
            <a:fillToRect l="100000" t="100000"/>
          </a:path>
          <a:tileRect r="-100000" b="-100000"/>
        </a:gradFill>
        <a:effectLst/>
      </p:bgPr>
    </p:bg>
    <p:spTree>
      <p:nvGrpSpPr>
        <p:cNvPr id="1" name="">
          <a:extLst>
            <a:ext uri="{FF2B5EF4-FFF2-40B4-BE49-F238E27FC236}">
              <a16:creationId xmlns:a16="http://schemas.microsoft.com/office/drawing/2014/main" id="{366AF1BB-49DC-A2A6-7919-B8BD3F49683F}"/>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A657776A-2FAA-9926-B338-264363CF3572}"/>
              </a:ext>
            </a:extLst>
          </p:cNvPr>
          <p:cNvSpPr txBox="1"/>
          <p:nvPr/>
        </p:nvSpPr>
        <p:spPr>
          <a:xfrm>
            <a:off x="510613" y="1799997"/>
            <a:ext cx="5971209" cy="4401205"/>
          </a:xfrm>
          <a:prstGeom prst="rect">
            <a:avLst/>
          </a:prstGeom>
          <a:noFill/>
        </p:spPr>
        <p:txBody>
          <a:bodyPr wrap="square">
            <a:spAutoFit/>
          </a:bodyPr>
          <a:lstStyle/>
          <a:p>
            <a:pPr algn="just"/>
            <a:r>
              <a:rPr lang="en-IN" sz="2800" dirty="0">
                <a:solidFill>
                  <a:schemeClr val="bg1"/>
                </a:solidFill>
              </a:rPr>
              <a:t>Key Performance Indicators (KPIs) provide vital insights into the performance of the fraud detection system. These include total transactions processed, the number of detected fraudulent transactions ,the overall fraud rate, and the average transaction amount. These metrics help users quickly assess the system's effectiveness.</a:t>
            </a:r>
          </a:p>
        </p:txBody>
      </p:sp>
      <p:sp>
        <p:nvSpPr>
          <p:cNvPr id="4" name="Rectangle 3">
            <a:extLst>
              <a:ext uri="{FF2B5EF4-FFF2-40B4-BE49-F238E27FC236}">
                <a16:creationId xmlns:a16="http://schemas.microsoft.com/office/drawing/2014/main" id="{C599C90F-4F51-E2B1-46A4-CBFABBDF8A22}"/>
              </a:ext>
            </a:extLst>
          </p:cNvPr>
          <p:cNvSpPr/>
          <p:nvPr/>
        </p:nvSpPr>
        <p:spPr>
          <a:xfrm>
            <a:off x="510613" y="447655"/>
            <a:ext cx="6741013" cy="923330"/>
          </a:xfrm>
          <a:prstGeom prst="rect">
            <a:avLst/>
          </a:prstGeom>
          <a:noFill/>
        </p:spPr>
        <p:txBody>
          <a:bodyPr wrap="none" lIns="91440" tIns="45720" rIns="91440" bIns="45720">
            <a:spAutoFit/>
          </a:bodyPr>
          <a:lstStyle/>
          <a:p>
            <a:pPr algn="ctr"/>
            <a:r>
              <a:rPr lang="en-IN" sz="5400" b="1" cap="none" spc="50" dirty="0">
                <a:ln w="9525" cmpd="sng">
                  <a:solidFill>
                    <a:schemeClr val="accent1"/>
                  </a:solidFill>
                  <a:prstDash val="solid"/>
                </a:ln>
                <a:solidFill>
                  <a:srgbClr val="70AD47">
                    <a:tint val="1000"/>
                  </a:srgbClr>
                </a:solidFill>
                <a:effectLst>
                  <a:glow rad="38100">
                    <a:schemeClr val="accent1">
                      <a:alpha val="40000"/>
                    </a:schemeClr>
                  </a:glow>
                </a:effectLst>
              </a:rPr>
              <a:t>KPIs: Essential Metrics</a:t>
            </a:r>
          </a:p>
        </p:txBody>
      </p:sp>
      <p:pic>
        <p:nvPicPr>
          <p:cNvPr id="5122" name="Picture 2" descr="Infographic brochure template a4 pages with charts diagrams and workflow  elements kpi dashboard vector illustration for statistical report | Premium  Vector">
            <a:extLst>
              <a:ext uri="{FF2B5EF4-FFF2-40B4-BE49-F238E27FC236}">
                <a16:creationId xmlns:a16="http://schemas.microsoft.com/office/drawing/2014/main" id="{C002E9E3-CF6A-09E9-BCB3-4E5AABC60FD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45123" y="1443326"/>
            <a:ext cx="4636263" cy="4757875"/>
          </a:xfrm>
          <a:prstGeom prst="rect">
            <a:avLst/>
          </a:prstGeom>
          <a:noFill/>
          <a:effectLst>
            <a:softEdge rad="63500"/>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9755261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tx1"/>
            </a:gs>
            <a:gs pos="73000">
              <a:schemeClr val="tx1">
                <a:lumMod val="85000"/>
                <a:lumOff val="15000"/>
              </a:schemeClr>
            </a:gs>
            <a:gs pos="35000">
              <a:schemeClr val="tx1">
                <a:lumMod val="85000"/>
                <a:lumOff val="15000"/>
              </a:schemeClr>
            </a:gs>
            <a:gs pos="100000">
              <a:schemeClr val="tx1"/>
            </a:gs>
          </a:gsLst>
          <a:path path="circle">
            <a:fillToRect l="100000" t="100000"/>
          </a:path>
          <a:tileRect r="-100000" b="-100000"/>
        </a:gradFill>
        <a:effectLst/>
      </p:bgPr>
    </p:bg>
    <p:spTree>
      <p:nvGrpSpPr>
        <p:cNvPr id="1" name="">
          <a:extLst>
            <a:ext uri="{FF2B5EF4-FFF2-40B4-BE49-F238E27FC236}">
              <a16:creationId xmlns:a16="http://schemas.microsoft.com/office/drawing/2014/main" id="{82B5D58A-4CD7-2888-4D07-41088BAF031C}"/>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DB01724E-7E6D-0475-16E0-0059D09FDA24}"/>
              </a:ext>
            </a:extLst>
          </p:cNvPr>
          <p:cNvSpPr txBox="1"/>
          <p:nvPr/>
        </p:nvSpPr>
        <p:spPr>
          <a:xfrm>
            <a:off x="5577840" y="2061478"/>
            <a:ext cx="6096000" cy="3785652"/>
          </a:xfrm>
          <a:prstGeom prst="rect">
            <a:avLst/>
          </a:prstGeom>
          <a:noFill/>
        </p:spPr>
        <p:txBody>
          <a:bodyPr wrap="square">
            <a:spAutoFit/>
          </a:bodyPr>
          <a:lstStyle/>
          <a:p>
            <a:pPr algn="just"/>
            <a:r>
              <a:rPr lang="en-IN" sz="2400" dirty="0">
                <a:solidFill>
                  <a:schemeClr val="bg1"/>
                </a:solidFill>
              </a:rPr>
              <a:t>The dashboard features several interactive charts that visualize key data trends. The Fraud Rate Gauge provides an instant view of the fraud percentage. The Transaction Volume Over Time chart illustrates transaction trends, while the Fraud Probability Histogram shows the distribution of fraud likelihoods. Lastly, the Hourly Fraud Trend chart enables users to analyze fraud patterns over time, enhancing decision-making.</a:t>
            </a:r>
          </a:p>
        </p:txBody>
      </p:sp>
      <p:sp>
        <p:nvSpPr>
          <p:cNvPr id="4" name="Rectangle 3">
            <a:extLst>
              <a:ext uri="{FF2B5EF4-FFF2-40B4-BE49-F238E27FC236}">
                <a16:creationId xmlns:a16="http://schemas.microsoft.com/office/drawing/2014/main" id="{DB2776B6-3C26-DECC-C678-841B61F4FABC}"/>
              </a:ext>
            </a:extLst>
          </p:cNvPr>
          <p:cNvSpPr/>
          <p:nvPr/>
        </p:nvSpPr>
        <p:spPr>
          <a:xfrm>
            <a:off x="561202" y="650855"/>
            <a:ext cx="7086876" cy="923330"/>
          </a:xfrm>
          <a:prstGeom prst="rect">
            <a:avLst/>
          </a:prstGeom>
          <a:noFill/>
        </p:spPr>
        <p:txBody>
          <a:bodyPr wrap="none" lIns="91440" tIns="45720" rIns="91440" bIns="45720">
            <a:spAutoFit/>
          </a:bodyPr>
          <a:lstStyle/>
          <a:p>
            <a:pPr algn="ctr"/>
            <a:r>
              <a:rPr lang="en-IN" sz="5400" b="1" cap="none" spc="50" dirty="0">
                <a:ln w="9525" cmpd="sng">
                  <a:solidFill>
                    <a:schemeClr val="accent1"/>
                  </a:solidFill>
                  <a:prstDash val="solid"/>
                </a:ln>
                <a:solidFill>
                  <a:srgbClr val="70AD47">
                    <a:tint val="1000"/>
                  </a:srgbClr>
                </a:solidFill>
                <a:effectLst>
                  <a:glow rad="38100">
                    <a:schemeClr val="accent1">
                      <a:alpha val="40000"/>
                    </a:schemeClr>
                  </a:glow>
                </a:effectLst>
              </a:rPr>
              <a:t>Charts: Visualizing Data</a:t>
            </a:r>
          </a:p>
        </p:txBody>
      </p:sp>
      <p:pic>
        <p:nvPicPr>
          <p:cNvPr id="6146" name="Picture 2" descr="Dashboard with Different Types of Charts Like Pie Chart, World Map, Bar  Chart, Line Chart, Tables and Indicators Stock Vector - Illustration of  analysis, monitor: 64324079">
            <a:extLst>
              <a:ext uri="{FF2B5EF4-FFF2-40B4-BE49-F238E27FC236}">
                <a16:creationId xmlns:a16="http://schemas.microsoft.com/office/drawing/2014/main" id="{FB1B2E57-EA1E-31C1-02CF-D4AE6F3CD92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61201" y="1794076"/>
            <a:ext cx="4705279" cy="4681318"/>
          </a:xfrm>
          <a:prstGeom prst="rect">
            <a:avLst/>
          </a:prstGeom>
          <a:noFill/>
          <a:effectLst>
            <a:softEdge rad="127000"/>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6732258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tx1"/>
            </a:gs>
            <a:gs pos="73000">
              <a:schemeClr val="tx1">
                <a:lumMod val="85000"/>
                <a:lumOff val="15000"/>
              </a:schemeClr>
            </a:gs>
            <a:gs pos="35000">
              <a:schemeClr val="tx1">
                <a:lumMod val="85000"/>
                <a:lumOff val="15000"/>
              </a:schemeClr>
            </a:gs>
            <a:gs pos="100000">
              <a:schemeClr val="tx1"/>
            </a:gs>
          </a:gsLst>
          <a:path path="circle">
            <a:fillToRect l="100000" t="100000"/>
          </a:path>
          <a:tileRect r="-100000" b="-100000"/>
        </a:gradFill>
        <a:effectLst/>
      </p:bgPr>
    </p:bg>
    <p:spTree>
      <p:nvGrpSpPr>
        <p:cNvPr id="1" name="">
          <a:extLst>
            <a:ext uri="{FF2B5EF4-FFF2-40B4-BE49-F238E27FC236}">
              <a16:creationId xmlns:a16="http://schemas.microsoft.com/office/drawing/2014/main" id="{410CE706-94F2-70A6-E78C-56EB33FC3528}"/>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FD6E4BA0-4685-94A2-7172-F3E4FE602C36}"/>
              </a:ext>
            </a:extLst>
          </p:cNvPr>
          <p:cNvSpPr txBox="1"/>
          <p:nvPr/>
        </p:nvSpPr>
        <p:spPr>
          <a:xfrm>
            <a:off x="640080" y="1958816"/>
            <a:ext cx="6096000" cy="4031873"/>
          </a:xfrm>
          <a:prstGeom prst="rect">
            <a:avLst/>
          </a:prstGeom>
          <a:noFill/>
        </p:spPr>
        <p:txBody>
          <a:bodyPr wrap="square">
            <a:spAutoFit/>
          </a:bodyPr>
          <a:lstStyle/>
          <a:p>
            <a:pPr algn="just"/>
            <a:r>
              <a:rPr lang="en-IN" sz="3200" dirty="0">
                <a:solidFill>
                  <a:schemeClr val="bg1"/>
                </a:solidFill>
              </a:rPr>
              <a:t>A live table lists recent fraudulent transactions, allowing analysts to quickly identify and investigate suspicious activities. This real-time data updates automatically, offering a clear view of ongoing threats and facilitating timely responses to potential fraud.</a:t>
            </a:r>
          </a:p>
        </p:txBody>
      </p:sp>
      <p:sp>
        <p:nvSpPr>
          <p:cNvPr id="4" name="Rectangle 3">
            <a:extLst>
              <a:ext uri="{FF2B5EF4-FFF2-40B4-BE49-F238E27FC236}">
                <a16:creationId xmlns:a16="http://schemas.microsoft.com/office/drawing/2014/main" id="{B644658B-70D0-AD0A-EF8C-0B724EEBA4F1}"/>
              </a:ext>
            </a:extLst>
          </p:cNvPr>
          <p:cNvSpPr/>
          <p:nvPr/>
        </p:nvSpPr>
        <p:spPr>
          <a:xfrm>
            <a:off x="462910" y="772775"/>
            <a:ext cx="7466339" cy="923330"/>
          </a:xfrm>
          <a:prstGeom prst="rect">
            <a:avLst/>
          </a:prstGeom>
          <a:noFill/>
        </p:spPr>
        <p:txBody>
          <a:bodyPr wrap="none" lIns="91440" tIns="45720" rIns="91440" bIns="45720">
            <a:spAutoFit/>
          </a:bodyPr>
          <a:lstStyle/>
          <a:p>
            <a:pPr algn="ctr"/>
            <a:r>
              <a:rPr lang="en-IN" sz="5400" b="1" cap="none" spc="50" dirty="0">
                <a:ln w="9525" cmpd="sng">
                  <a:solidFill>
                    <a:schemeClr val="accent1"/>
                  </a:solidFill>
                  <a:prstDash val="solid"/>
                </a:ln>
                <a:solidFill>
                  <a:srgbClr val="70AD47">
                    <a:tint val="1000"/>
                  </a:srgbClr>
                </a:solidFill>
                <a:effectLst>
                  <a:glow rad="38100">
                    <a:schemeClr val="accent1">
                      <a:alpha val="40000"/>
                    </a:schemeClr>
                  </a:glow>
                </a:effectLst>
              </a:rPr>
              <a:t>Table: Recent Fraudulent</a:t>
            </a:r>
          </a:p>
        </p:txBody>
      </p:sp>
      <p:pic>
        <p:nvPicPr>
          <p:cNvPr id="7172" name="Picture 4" descr="1,785 Dashboard Table Stock Vectors and ...">
            <a:extLst>
              <a:ext uri="{FF2B5EF4-FFF2-40B4-BE49-F238E27FC236}">
                <a16:creationId xmlns:a16="http://schemas.microsoft.com/office/drawing/2014/main" id="{CAD77ED7-EA6C-9C49-1D36-D6B2B54D0A8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77377" y="1790641"/>
            <a:ext cx="4670927" cy="4294584"/>
          </a:xfrm>
          <a:prstGeom prst="rect">
            <a:avLst/>
          </a:prstGeom>
          <a:noFill/>
          <a:effectLst>
            <a:softEdge rad="63500"/>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7122550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tx1"/>
            </a:gs>
            <a:gs pos="73000">
              <a:schemeClr val="tx1">
                <a:lumMod val="85000"/>
                <a:lumOff val="15000"/>
              </a:schemeClr>
            </a:gs>
            <a:gs pos="35000">
              <a:schemeClr val="tx1">
                <a:lumMod val="85000"/>
                <a:lumOff val="15000"/>
              </a:schemeClr>
            </a:gs>
            <a:gs pos="100000">
              <a:schemeClr val="tx1"/>
            </a:gs>
          </a:gsLst>
          <a:path path="circle">
            <a:fillToRect l="100000" t="100000"/>
          </a:path>
          <a:tileRect r="-100000" b="-100000"/>
        </a:gradFill>
        <a:effectLst/>
      </p:bgPr>
    </p:bg>
    <p:spTree>
      <p:nvGrpSpPr>
        <p:cNvPr id="1" name="">
          <a:extLst>
            <a:ext uri="{FF2B5EF4-FFF2-40B4-BE49-F238E27FC236}">
              <a16:creationId xmlns:a16="http://schemas.microsoft.com/office/drawing/2014/main" id="{F384FF71-AC13-6935-7377-DCDDCE22DBDA}"/>
            </a:ext>
          </a:extLst>
        </p:cNvPr>
        <p:cNvGrpSpPr/>
        <p:nvPr/>
      </p:nvGrpSpPr>
      <p:grpSpPr>
        <a:xfrm>
          <a:off x="0" y="0"/>
          <a:ext cx="0" cy="0"/>
          <a:chOff x="0" y="0"/>
          <a:chExt cx="0" cy="0"/>
        </a:xfrm>
      </p:grpSpPr>
      <p:pic>
        <p:nvPicPr>
          <p:cNvPr id="1026" name="Picture 2" descr="7 Must-Have Dashboard Features for Business">
            <a:extLst>
              <a:ext uri="{FF2B5EF4-FFF2-40B4-BE49-F238E27FC236}">
                <a16:creationId xmlns:a16="http://schemas.microsoft.com/office/drawing/2014/main" id="{62C7C872-1E8E-CF37-F910-25D4735A7BB3}"/>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46622"/>
          <a:stretch>
            <a:fillRect/>
          </a:stretch>
        </p:blipFill>
        <p:spPr bwMode="auto">
          <a:xfrm>
            <a:off x="0" y="1564640"/>
            <a:ext cx="5811520" cy="5293360"/>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Rounded Corners 2">
            <a:extLst>
              <a:ext uri="{FF2B5EF4-FFF2-40B4-BE49-F238E27FC236}">
                <a16:creationId xmlns:a16="http://schemas.microsoft.com/office/drawing/2014/main" id="{9B4336B1-D7F7-D835-22B3-221845BD7853}"/>
              </a:ext>
            </a:extLst>
          </p:cNvPr>
          <p:cNvSpPr/>
          <p:nvPr/>
        </p:nvSpPr>
        <p:spPr>
          <a:xfrm>
            <a:off x="1706880" y="848360"/>
            <a:ext cx="4500880" cy="1737360"/>
          </a:xfrm>
          <a:prstGeom prst="roundRect">
            <a:avLst>
              <a:gd name="adj" fmla="val 22515"/>
            </a:avLst>
          </a:prstGeom>
          <a:effectLst>
            <a:glow rad="63500">
              <a:schemeClr val="accent3">
                <a:satMod val="175000"/>
                <a:alpha val="40000"/>
              </a:schemeClr>
            </a:glow>
            <a:outerShdw blurRad="177800" dist="76200" sx="101000" sy="101000" algn="l" rotWithShape="0">
              <a:schemeClr val="bg2">
                <a:alpha val="30000"/>
              </a:schemeClr>
            </a:outerShdw>
            <a:softEdge rad="63500"/>
          </a:effectLst>
        </p:spPr>
        <p:style>
          <a:lnRef idx="1">
            <a:schemeClr val="accent3"/>
          </a:lnRef>
          <a:fillRef idx="2">
            <a:schemeClr val="accent3"/>
          </a:fillRef>
          <a:effectRef idx="1">
            <a:schemeClr val="accent3"/>
          </a:effectRef>
          <a:fontRef idx="minor">
            <a:schemeClr val="dk1"/>
          </a:fontRef>
        </p:style>
        <p:txBody>
          <a:bodyPr rtlCol="0" anchor="ctr"/>
          <a:lstStyle/>
          <a:p>
            <a:pPr algn="ctr"/>
            <a:r>
              <a:rPr lang="en-IN" sz="4000" b="1" spc="50" dirty="0">
                <a:ln w="9525" cmpd="sng">
                  <a:solidFill>
                    <a:schemeClr val="accent1"/>
                  </a:solidFill>
                  <a:prstDash val="solid"/>
                </a:ln>
                <a:solidFill>
                  <a:srgbClr val="70AD47">
                    <a:tint val="1000"/>
                  </a:srgbClr>
                </a:solidFill>
                <a:effectLst>
                  <a:glow rad="38100">
                    <a:schemeClr val="accent1">
                      <a:alpha val="40000"/>
                    </a:schemeClr>
                  </a:glow>
                </a:effectLst>
              </a:rPr>
              <a:t>Dashboard Features</a:t>
            </a:r>
          </a:p>
        </p:txBody>
      </p:sp>
      <p:graphicFrame>
        <p:nvGraphicFramePr>
          <p:cNvPr id="6" name="Table 5">
            <a:extLst>
              <a:ext uri="{FF2B5EF4-FFF2-40B4-BE49-F238E27FC236}">
                <a16:creationId xmlns:a16="http://schemas.microsoft.com/office/drawing/2014/main" id="{073608EF-E8B3-39BD-42F2-DDCC291BC478}"/>
              </a:ext>
            </a:extLst>
          </p:cNvPr>
          <p:cNvGraphicFramePr>
            <a:graphicFrameLocks noGrp="1"/>
          </p:cNvGraphicFramePr>
          <p:nvPr>
            <p:extLst>
              <p:ext uri="{D42A27DB-BD31-4B8C-83A1-F6EECF244321}">
                <p14:modId xmlns:p14="http://schemas.microsoft.com/office/powerpoint/2010/main" val="94224044"/>
              </p:ext>
            </p:extLst>
          </p:nvPr>
        </p:nvGraphicFramePr>
        <p:xfrm>
          <a:off x="6085840" y="848360"/>
          <a:ext cx="5811520" cy="5745480"/>
        </p:xfrm>
        <a:graphic>
          <a:graphicData uri="http://schemas.openxmlformats.org/drawingml/2006/table">
            <a:tbl>
              <a:tblPr firstRow="1" bandRow="1">
                <a:tableStyleId>{8799B23B-EC83-4686-B30A-512413B5E67A}</a:tableStyleId>
              </a:tblPr>
              <a:tblGrid>
                <a:gridCol w="5811520">
                  <a:extLst>
                    <a:ext uri="{9D8B030D-6E8A-4147-A177-3AD203B41FA5}">
                      <a16:colId xmlns:a16="http://schemas.microsoft.com/office/drawing/2014/main" val="1682207224"/>
                    </a:ext>
                  </a:extLst>
                </a:gridCol>
              </a:tblGrid>
              <a:tr h="1436370">
                <a:tc>
                  <a:txBody>
                    <a:bodyPr/>
                    <a:lstStyle/>
                    <a:p>
                      <a:pPr lvl="3">
                        <a:lnSpc>
                          <a:spcPct val="150000"/>
                        </a:lnSpc>
                      </a:pPr>
                      <a:r>
                        <a:rPr lang="en-US" sz="2800" dirty="0">
                          <a:solidFill>
                            <a:schemeClr val="bg1"/>
                          </a:solidFill>
                        </a:rPr>
                        <a:t>Automatic data refresh intervals</a:t>
                      </a:r>
                      <a:endParaRPr lang="en-IN" sz="2800" dirty="0">
                        <a:solidFill>
                          <a:schemeClr val="bg1"/>
                        </a:solidFill>
                      </a:endParaRPr>
                    </a:p>
                  </a:txBody>
                  <a:tcPr/>
                </a:tc>
                <a:extLst>
                  <a:ext uri="{0D108BD9-81ED-4DB2-BD59-A6C34878D82A}">
                    <a16:rowId xmlns:a16="http://schemas.microsoft.com/office/drawing/2014/main" val="1820411348"/>
                  </a:ext>
                </a:extLst>
              </a:tr>
              <a:tr h="1436370">
                <a:tc>
                  <a:txBody>
                    <a:bodyPr/>
                    <a:lstStyle/>
                    <a:p>
                      <a:pPr lvl="3">
                        <a:lnSpc>
                          <a:spcPct val="200000"/>
                        </a:lnSpc>
                      </a:pPr>
                      <a:r>
                        <a:rPr lang="en-US" sz="2800" dirty="0">
                          <a:solidFill>
                            <a:schemeClr val="bg1"/>
                          </a:solidFill>
                        </a:rPr>
                        <a:t>Real-time anomaly detection</a:t>
                      </a:r>
                    </a:p>
                  </a:txBody>
                  <a:tcPr/>
                </a:tc>
                <a:extLst>
                  <a:ext uri="{0D108BD9-81ED-4DB2-BD59-A6C34878D82A}">
                    <a16:rowId xmlns:a16="http://schemas.microsoft.com/office/drawing/2014/main" val="2834413629"/>
                  </a:ext>
                </a:extLst>
              </a:tr>
              <a:tr h="1436370">
                <a:tc>
                  <a:txBody>
                    <a:bodyPr/>
                    <a:lstStyle/>
                    <a:p>
                      <a:pPr marL="1371600" marR="0" lvl="3" indent="0" algn="l" defTabSz="914400" rtl="0" eaLnBrk="1" fontAlgn="auto" latinLnBrk="0" hangingPunct="1">
                        <a:lnSpc>
                          <a:spcPct val="150000"/>
                        </a:lnSpc>
                        <a:spcBef>
                          <a:spcPts val="0"/>
                        </a:spcBef>
                        <a:spcAft>
                          <a:spcPts val="0"/>
                        </a:spcAft>
                        <a:buClrTx/>
                        <a:buSzTx/>
                        <a:buFontTx/>
                        <a:buNone/>
                        <a:tabLst/>
                        <a:defRPr/>
                      </a:pPr>
                      <a:r>
                        <a:rPr lang="en-US" sz="2800" dirty="0">
                          <a:solidFill>
                            <a:schemeClr val="bg1"/>
                          </a:solidFill>
                        </a:rPr>
                        <a:t>Supports simulated and live data</a:t>
                      </a:r>
                      <a:endParaRPr lang="en-IN" sz="2800" dirty="0"/>
                    </a:p>
                  </a:txBody>
                  <a:tcPr/>
                </a:tc>
                <a:extLst>
                  <a:ext uri="{0D108BD9-81ED-4DB2-BD59-A6C34878D82A}">
                    <a16:rowId xmlns:a16="http://schemas.microsoft.com/office/drawing/2014/main" val="3618671295"/>
                  </a:ext>
                </a:extLst>
              </a:tr>
              <a:tr h="1436370">
                <a:tc>
                  <a:txBody>
                    <a:bodyPr/>
                    <a:lstStyle/>
                    <a:p>
                      <a:pPr marL="1371600" marR="0" lvl="3" indent="0" algn="l" defTabSz="914400" rtl="0" eaLnBrk="1" fontAlgn="auto" latinLnBrk="0" hangingPunct="1">
                        <a:lnSpc>
                          <a:spcPct val="200000"/>
                        </a:lnSpc>
                        <a:spcBef>
                          <a:spcPts val="0"/>
                        </a:spcBef>
                        <a:spcAft>
                          <a:spcPts val="0"/>
                        </a:spcAft>
                        <a:buClrTx/>
                        <a:buSzTx/>
                        <a:buFontTx/>
                        <a:buNone/>
                        <a:tabLst/>
                        <a:defRPr/>
                      </a:pPr>
                      <a:r>
                        <a:rPr lang="en-US" sz="2800" dirty="0">
                          <a:solidFill>
                            <a:schemeClr val="bg1"/>
                          </a:solidFill>
                        </a:rPr>
                        <a:t>User-friendly web UI</a:t>
                      </a:r>
                      <a:endParaRPr lang="en-IN" sz="2800" dirty="0"/>
                    </a:p>
                  </a:txBody>
                  <a:tcPr/>
                </a:tc>
                <a:extLst>
                  <a:ext uri="{0D108BD9-81ED-4DB2-BD59-A6C34878D82A}">
                    <a16:rowId xmlns:a16="http://schemas.microsoft.com/office/drawing/2014/main" val="829543726"/>
                  </a:ext>
                </a:extLst>
              </a:tr>
            </a:tbl>
          </a:graphicData>
        </a:graphic>
      </p:graphicFrame>
      <p:pic>
        <p:nvPicPr>
          <p:cNvPr id="8" name="Graphic 7" descr="Document with solid fill">
            <a:extLst>
              <a:ext uri="{FF2B5EF4-FFF2-40B4-BE49-F238E27FC236}">
                <a16:creationId xmlns:a16="http://schemas.microsoft.com/office/drawing/2014/main" id="{77962748-1052-E375-3736-048E3763F515}"/>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207760" y="1107440"/>
            <a:ext cx="914400" cy="914400"/>
          </a:xfrm>
          <a:prstGeom prst="rect">
            <a:avLst/>
          </a:prstGeom>
        </p:spPr>
      </p:pic>
      <p:pic>
        <p:nvPicPr>
          <p:cNvPr id="10" name="Graphic 9" descr="Research with solid fill">
            <a:extLst>
              <a:ext uri="{FF2B5EF4-FFF2-40B4-BE49-F238E27FC236}">
                <a16:creationId xmlns:a16="http://schemas.microsoft.com/office/drawing/2014/main" id="{20931507-8613-5770-F92C-488F4433121E}"/>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329680" y="2514600"/>
            <a:ext cx="914400" cy="914400"/>
          </a:xfrm>
          <a:prstGeom prst="rect">
            <a:avLst/>
          </a:prstGeom>
        </p:spPr>
      </p:pic>
      <p:pic>
        <p:nvPicPr>
          <p:cNvPr id="12" name="Graphic 11" descr="Internet with solid fill">
            <a:extLst>
              <a:ext uri="{FF2B5EF4-FFF2-40B4-BE49-F238E27FC236}">
                <a16:creationId xmlns:a16="http://schemas.microsoft.com/office/drawing/2014/main" id="{F46D88D8-09EC-28ED-2CCB-91E9B610455C}"/>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329680" y="5389880"/>
            <a:ext cx="914400" cy="914400"/>
          </a:xfrm>
          <a:prstGeom prst="rect">
            <a:avLst/>
          </a:prstGeom>
        </p:spPr>
      </p:pic>
      <p:pic>
        <p:nvPicPr>
          <p:cNvPr id="14" name="Graphic 13" descr="Bar chart with solid fill">
            <a:extLst>
              <a:ext uri="{FF2B5EF4-FFF2-40B4-BE49-F238E27FC236}">
                <a16:creationId xmlns:a16="http://schemas.microsoft.com/office/drawing/2014/main" id="{F2C580AC-BAAB-FF8B-2AAE-B9938E5BBE37}"/>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6329680" y="3921760"/>
            <a:ext cx="914400" cy="914400"/>
          </a:xfrm>
          <a:prstGeom prst="rect">
            <a:avLst/>
          </a:prstGeom>
        </p:spPr>
      </p:pic>
    </p:spTree>
    <p:extLst>
      <p:ext uri="{BB962C8B-B14F-4D97-AF65-F5344CB8AC3E}">
        <p14:creationId xmlns:p14="http://schemas.microsoft.com/office/powerpoint/2010/main" val="128351736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tx1"/>
            </a:gs>
            <a:gs pos="73000">
              <a:schemeClr val="tx1">
                <a:lumMod val="85000"/>
                <a:lumOff val="15000"/>
              </a:schemeClr>
            </a:gs>
            <a:gs pos="35000">
              <a:schemeClr val="tx1">
                <a:lumMod val="85000"/>
                <a:lumOff val="15000"/>
              </a:schemeClr>
            </a:gs>
            <a:gs pos="100000">
              <a:schemeClr val="tx1"/>
            </a:gs>
          </a:gsLst>
          <a:path path="circle">
            <a:fillToRect l="100000" t="100000"/>
          </a:path>
          <a:tileRect r="-100000" b="-100000"/>
        </a:gradFill>
        <a:effectLst/>
      </p:bgPr>
    </p:bg>
    <p:spTree>
      <p:nvGrpSpPr>
        <p:cNvPr id="1" name="">
          <a:extLst>
            <a:ext uri="{FF2B5EF4-FFF2-40B4-BE49-F238E27FC236}">
              <a16:creationId xmlns:a16="http://schemas.microsoft.com/office/drawing/2014/main" id="{62751E07-BCB4-89D8-34D1-F14224D28F29}"/>
            </a:ext>
          </a:extLst>
        </p:cNvPr>
        <p:cNvGrpSpPr/>
        <p:nvPr/>
      </p:nvGrpSpPr>
      <p:grpSpPr>
        <a:xfrm>
          <a:off x="0" y="0"/>
          <a:ext cx="0" cy="0"/>
          <a:chOff x="0" y="0"/>
          <a:chExt cx="0" cy="0"/>
        </a:xfrm>
      </p:grpSpPr>
      <p:pic>
        <p:nvPicPr>
          <p:cNvPr id="2050" name="Picture 2" descr="Deployment Testing in Software Testing: Guide, Examples &amp; Tools">
            <a:extLst>
              <a:ext uri="{FF2B5EF4-FFF2-40B4-BE49-F238E27FC236}">
                <a16:creationId xmlns:a16="http://schemas.microsoft.com/office/drawing/2014/main" id="{89A27FB0-6B04-3506-DE4E-3B9AD1090F5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808480"/>
            <a:ext cx="12192000" cy="5049520"/>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Rounded Corners 1">
            <a:extLst>
              <a:ext uri="{FF2B5EF4-FFF2-40B4-BE49-F238E27FC236}">
                <a16:creationId xmlns:a16="http://schemas.microsoft.com/office/drawing/2014/main" id="{F4FC9B38-7C5B-C547-3F9A-32CC21408E85}"/>
              </a:ext>
            </a:extLst>
          </p:cNvPr>
          <p:cNvSpPr/>
          <p:nvPr/>
        </p:nvSpPr>
        <p:spPr>
          <a:xfrm>
            <a:off x="3088640" y="2372360"/>
            <a:ext cx="4500880" cy="1737360"/>
          </a:xfrm>
          <a:prstGeom prst="roundRect">
            <a:avLst>
              <a:gd name="adj" fmla="val 22515"/>
            </a:avLst>
          </a:prstGeom>
          <a:effectLst>
            <a:glow rad="63500">
              <a:schemeClr val="accent3">
                <a:satMod val="175000"/>
                <a:alpha val="40000"/>
              </a:schemeClr>
            </a:glow>
            <a:outerShdw blurRad="177800" dist="76200" sx="101000" sy="101000" algn="l" rotWithShape="0">
              <a:schemeClr val="bg2">
                <a:alpha val="30000"/>
              </a:schemeClr>
            </a:outerShdw>
            <a:softEdge rad="63500"/>
          </a:effectLst>
        </p:spPr>
        <p:style>
          <a:lnRef idx="1">
            <a:schemeClr val="accent3"/>
          </a:lnRef>
          <a:fillRef idx="2">
            <a:schemeClr val="accent3"/>
          </a:fillRef>
          <a:effectRef idx="1">
            <a:schemeClr val="accent3"/>
          </a:effectRef>
          <a:fontRef idx="minor">
            <a:schemeClr val="dk1"/>
          </a:fontRef>
        </p:style>
        <p:txBody>
          <a:bodyPr rtlCol="0" anchor="ctr"/>
          <a:lstStyle/>
          <a:p>
            <a:pPr algn="ctr"/>
            <a:r>
              <a:rPr lang="en-IN" sz="4000" b="1" spc="50" dirty="0">
                <a:ln w="9525" cmpd="sng">
                  <a:solidFill>
                    <a:schemeClr val="accent1"/>
                  </a:solidFill>
                  <a:prstDash val="solid"/>
                </a:ln>
                <a:solidFill>
                  <a:srgbClr val="70AD47">
                    <a:tint val="1000"/>
                  </a:srgbClr>
                </a:solidFill>
                <a:effectLst>
                  <a:glow rad="38100">
                    <a:schemeClr val="accent1">
                      <a:alpha val="40000"/>
                    </a:schemeClr>
                  </a:glow>
                </a:effectLst>
              </a:rPr>
              <a:t>Deployment Overview</a:t>
            </a:r>
          </a:p>
        </p:txBody>
      </p:sp>
      <mc:AlternateContent xmlns:mc="http://schemas.openxmlformats.org/markup-compatibility/2006" xmlns:pslz="http://schemas.microsoft.com/office/powerpoint/2016/slidezoom">
        <mc:Choice Requires="pslz">
          <p:graphicFrame>
            <p:nvGraphicFramePr>
              <p:cNvPr id="4" name="Slide Zoom 3">
                <a:extLst>
                  <a:ext uri="{FF2B5EF4-FFF2-40B4-BE49-F238E27FC236}">
                    <a16:creationId xmlns:a16="http://schemas.microsoft.com/office/drawing/2014/main" id="{7290987B-0113-A972-3647-E5B47E67337B}"/>
                  </a:ext>
                </a:extLst>
              </p:cNvPr>
              <p:cNvGraphicFramePr>
                <a:graphicFrameLocks noChangeAspect="1"/>
              </p:cNvGraphicFramePr>
              <p:nvPr>
                <p:extLst>
                  <p:ext uri="{D42A27DB-BD31-4B8C-83A1-F6EECF244321}">
                    <p14:modId xmlns:p14="http://schemas.microsoft.com/office/powerpoint/2010/main" val="3569250140"/>
                  </p:ext>
                </p:extLst>
              </p:nvPr>
            </p:nvGraphicFramePr>
            <p:xfrm>
              <a:off x="562749" y="516731"/>
              <a:ext cx="2443481" cy="1374458"/>
            </p:xfrm>
            <a:graphic>
              <a:graphicData uri="http://schemas.microsoft.com/office/powerpoint/2016/slidezoom">
                <pslz:sldZm>
                  <pslz:sldZmObj sldId="303" cId="3060995192">
                    <pslz:zmPr id="{FCD72C25-B647-4357-8000-AD1295D493CA}" returnToParent="0" transitionDur="1000">
                      <p166:blipFill xmlns:p166="http://schemas.microsoft.com/office/powerpoint/2016/6/main">
                        <a:blip r:embed="rId3"/>
                        <a:stretch>
                          <a:fillRect/>
                        </a:stretch>
                      </p166:blipFill>
                      <p166:spPr xmlns:p166="http://schemas.microsoft.com/office/powerpoint/2016/6/main">
                        <a:xfrm>
                          <a:off x="0" y="0"/>
                          <a:ext cx="2443481" cy="1374458"/>
                        </a:xfrm>
                        <a:prstGeom prst="rect">
                          <a:avLst/>
                        </a:prstGeom>
                        <a:ln w="3175">
                          <a:solidFill>
                            <a:prstClr val="ltGray"/>
                          </a:solidFill>
                        </a:ln>
                      </p166:spPr>
                    </pslz:zmPr>
                  </pslz:sldZmObj>
                </pslz:sldZm>
              </a:graphicData>
            </a:graphic>
          </p:graphicFrame>
        </mc:Choice>
        <mc:Fallback xmlns="">
          <p:pic>
            <p:nvPicPr>
              <p:cNvPr id="4" name="Slide Zoom 3">
                <a:extLst>
                  <a:ext uri="{FF2B5EF4-FFF2-40B4-BE49-F238E27FC236}">
                    <a16:creationId xmlns:a16="http://schemas.microsoft.com/office/drawing/2014/main" id="{7290987B-0113-A972-3647-E5B47E67337B}"/>
                  </a:ext>
                </a:extLst>
              </p:cNvPr>
              <p:cNvPicPr>
                <a:picLocks noGrp="1" noRot="1" noChangeAspect="1" noMove="1" noResize="1" noEditPoints="1" noAdjustHandles="1" noChangeArrowheads="1" noChangeShapeType="1"/>
              </p:cNvPicPr>
              <p:nvPr/>
            </p:nvPicPr>
            <p:blipFill>
              <a:blip r:embed="rId4"/>
              <a:stretch>
                <a:fillRect/>
              </a:stretch>
            </p:blipFill>
            <p:spPr>
              <a:xfrm>
                <a:off x="562749" y="516731"/>
                <a:ext cx="2443481" cy="1374458"/>
              </a:xfrm>
              <a:prstGeom prst="rect">
                <a:avLst/>
              </a:prstGeom>
              <a:ln w="3175">
                <a:solidFill>
                  <a:prstClr val="ltGray"/>
                </a:solidFill>
              </a:ln>
            </p:spPr>
          </p:pic>
        </mc:Fallback>
      </mc:AlternateContent>
      <mc:AlternateContent xmlns:mc="http://schemas.openxmlformats.org/markup-compatibility/2006" xmlns:pslz="http://schemas.microsoft.com/office/powerpoint/2016/slidezoom">
        <mc:Choice Requires="pslz">
          <p:graphicFrame>
            <p:nvGraphicFramePr>
              <p:cNvPr id="6" name="Slide Zoom 5">
                <a:extLst>
                  <a:ext uri="{FF2B5EF4-FFF2-40B4-BE49-F238E27FC236}">
                    <a16:creationId xmlns:a16="http://schemas.microsoft.com/office/drawing/2014/main" id="{4540C741-7BED-B060-A8DD-AC7AB67CF5B3}"/>
                  </a:ext>
                </a:extLst>
              </p:cNvPr>
              <p:cNvGraphicFramePr>
                <a:graphicFrameLocks noChangeAspect="1"/>
              </p:cNvGraphicFramePr>
              <p:nvPr>
                <p:extLst>
                  <p:ext uri="{D42A27DB-BD31-4B8C-83A1-F6EECF244321}">
                    <p14:modId xmlns:p14="http://schemas.microsoft.com/office/powerpoint/2010/main" val="967082323"/>
                  </p:ext>
                </p:extLst>
              </p:nvPr>
            </p:nvGraphicFramePr>
            <p:xfrm>
              <a:off x="3474720" y="516731"/>
              <a:ext cx="2443480" cy="1374458"/>
            </p:xfrm>
            <a:graphic>
              <a:graphicData uri="http://schemas.microsoft.com/office/powerpoint/2016/slidezoom">
                <pslz:sldZm>
                  <pslz:sldZmObj sldId="312" cId="3641688937">
                    <pslz:zmPr id="{1A179972-26C6-4A41-8737-06D0857E85FE}" returnToParent="0" transitionDur="1000">
                      <p166:blipFill xmlns:p166="http://schemas.microsoft.com/office/powerpoint/2016/6/main">
                        <a:blip r:embed="rId5"/>
                        <a:stretch>
                          <a:fillRect/>
                        </a:stretch>
                      </p166:blipFill>
                      <p166:spPr xmlns:p166="http://schemas.microsoft.com/office/powerpoint/2016/6/main">
                        <a:xfrm>
                          <a:off x="0" y="0"/>
                          <a:ext cx="2443480" cy="1374458"/>
                        </a:xfrm>
                        <a:prstGeom prst="rect">
                          <a:avLst/>
                        </a:prstGeom>
                        <a:ln w="3175">
                          <a:solidFill>
                            <a:prstClr val="ltGray"/>
                          </a:solidFill>
                        </a:ln>
                      </p166:spPr>
                    </pslz:zmPr>
                  </pslz:sldZmObj>
                </pslz:sldZm>
              </a:graphicData>
            </a:graphic>
          </p:graphicFrame>
        </mc:Choice>
        <mc:Fallback xmlns="">
          <p:pic>
            <p:nvPicPr>
              <p:cNvPr id="6" name="Slide Zoom 5">
                <a:extLst>
                  <a:ext uri="{FF2B5EF4-FFF2-40B4-BE49-F238E27FC236}">
                    <a16:creationId xmlns:a16="http://schemas.microsoft.com/office/drawing/2014/main" id="{4540C741-7BED-B060-A8DD-AC7AB67CF5B3}"/>
                  </a:ext>
                </a:extLst>
              </p:cNvPr>
              <p:cNvPicPr>
                <a:picLocks noGrp="1" noRot="1" noChangeAspect="1" noMove="1" noResize="1" noEditPoints="1" noAdjustHandles="1" noChangeArrowheads="1" noChangeShapeType="1"/>
              </p:cNvPicPr>
              <p:nvPr/>
            </p:nvPicPr>
            <p:blipFill>
              <a:blip r:embed="rId6"/>
              <a:stretch>
                <a:fillRect/>
              </a:stretch>
            </p:blipFill>
            <p:spPr>
              <a:xfrm>
                <a:off x="3474720" y="516731"/>
                <a:ext cx="2443480" cy="1374458"/>
              </a:xfrm>
              <a:prstGeom prst="rect">
                <a:avLst/>
              </a:prstGeom>
              <a:ln w="3175">
                <a:solidFill>
                  <a:prstClr val="ltGray"/>
                </a:solidFill>
              </a:ln>
            </p:spPr>
          </p:pic>
        </mc:Fallback>
      </mc:AlternateContent>
      <mc:AlternateContent xmlns:mc="http://schemas.openxmlformats.org/markup-compatibility/2006" xmlns:pslz="http://schemas.microsoft.com/office/powerpoint/2016/slidezoom">
        <mc:Choice Requires="pslz">
          <p:graphicFrame>
            <p:nvGraphicFramePr>
              <p:cNvPr id="8" name="Slide Zoom 7">
                <a:extLst>
                  <a:ext uri="{FF2B5EF4-FFF2-40B4-BE49-F238E27FC236}">
                    <a16:creationId xmlns:a16="http://schemas.microsoft.com/office/drawing/2014/main" id="{B4C8D3B3-33BC-0C08-AF9D-6693E872898F}"/>
                  </a:ext>
                </a:extLst>
              </p:cNvPr>
              <p:cNvGraphicFramePr>
                <a:graphicFrameLocks noChangeAspect="1"/>
              </p:cNvGraphicFramePr>
              <p:nvPr>
                <p:extLst>
                  <p:ext uri="{D42A27DB-BD31-4B8C-83A1-F6EECF244321}">
                    <p14:modId xmlns:p14="http://schemas.microsoft.com/office/powerpoint/2010/main" val="2585278288"/>
                  </p:ext>
                </p:extLst>
              </p:nvPr>
            </p:nvGraphicFramePr>
            <p:xfrm>
              <a:off x="6367780" y="516731"/>
              <a:ext cx="2443480" cy="1374458"/>
            </p:xfrm>
            <a:graphic>
              <a:graphicData uri="http://schemas.microsoft.com/office/powerpoint/2016/slidezoom">
                <pslz:sldZm>
                  <pslz:sldZmObj sldId="313" cId="3648893393">
                    <pslz:zmPr id="{9FC7B83E-05D9-437B-870A-3E7B187AC7F7}" returnToParent="0" transitionDur="1000">
                      <p166:blipFill xmlns:p166="http://schemas.microsoft.com/office/powerpoint/2016/6/main">
                        <a:blip r:embed="rId7"/>
                        <a:stretch>
                          <a:fillRect/>
                        </a:stretch>
                      </p166:blipFill>
                      <p166:spPr xmlns:p166="http://schemas.microsoft.com/office/powerpoint/2016/6/main">
                        <a:xfrm>
                          <a:off x="0" y="0"/>
                          <a:ext cx="2443480" cy="1374458"/>
                        </a:xfrm>
                        <a:prstGeom prst="rect">
                          <a:avLst/>
                        </a:prstGeom>
                        <a:ln w="3175">
                          <a:solidFill>
                            <a:prstClr val="ltGray"/>
                          </a:solidFill>
                        </a:ln>
                      </p166:spPr>
                    </pslz:zmPr>
                  </pslz:sldZmObj>
                </pslz:sldZm>
              </a:graphicData>
            </a:graphic>
          </p:graphicFrame>
        </mc:Choice>
        <mc:Fallback xmlns="">
          <p:pic>
            <p:nvPicPr>
              <p:cNvPr id="8" name="Slide Zoom 7">
                <a:extLst>
                  <a:ext uri="{FF2B5EF4-FFF2-40B4-BE49-F238E27FC236}">
                    <a16:creationId xmlns:a16="http://schemas.microsoft.com/office/drawing/2014/main" id="{B4C8D3B3-33BC-0C08-AF9D-6693E872898F}"/>
                  </a:ext>
                </a:extLst>
              </p:cNvPr>
              <p:cNvPicPr>
                <a:picLocks noGrp="1" noRot="1" noChangeAspect="1" noMove="1" noResize="1" noEditPoints="1" noAdjustHandles="1" noChangeArrowheads="1" noChangeShapeType="1"/>
              </p:cNvPicPr>
              <p:nvPr/>
            </p:nvPicPr>
            <p:blipFill>
              <a:blip r:embed="rId8"/>
              <a:stretch>
                <a:fillRect/>
              </a:stretch>
            </p:blipFill>
            <p:spPr>
              <a:xfrm>
                <a:off x="6367780" y="516731"/>
                <a:ext cx="2443480" cy="1374458"/>
              </a:xfrm>
              <a:prstGeom prst="rect">
                <a:avLst/>
              </a:prstGeom>
              <a:ln w="3175">
                <a:solidFill>
                  <a:prstClr val="ltGray"/>
                </a:solidFill>
              </a:ln>
            </p:spPr>
          </p:pic>
        </mc:Fallback>
      </mc:AlternateContent>
      <mc:AlternateContent xmlns:mc="http://schemas.openxmlformats.org/markup-compatibility/2006" xmlns:pslz="http://schemas.microsoft.com/office/powerpoint/2016/slidezoom">
        <mc:Choice Requires="pslz">
          <p:graphicFrame>
            <p:nvGraphicFramePr>
              <p:cNvPr id="10" name="Slide Zoom 9">
                <a:extLst>
                  <a:ext uri="{FF2B5EF4-FFF2-40B4-BE49-F238E27FC236}">
                    <a16:creationId xmlns:a16="http://schemas.microsoft.com/office/drawing/2014/main" id="{6BA45E63-ADC9-030A-B18B-235E6020D716}"/>
                  </a:ext>
                </a:extLst>
              </p:cNvPr>
              <p:cNvGraphicFramePr>
                <a:graphicFrameLocks noChangeAspect="1"/>
              </p:cNvGraphicFramePr>
              <p:nvPr>
                <p:extLst>
                  <p:ext uri="{D42A27DB-BD31-4B8C-83A1-F6EECF244321}">
                    <p14:modId xmlns:p14="http://schemas.microsoft.com/office/powerpoint/2010/main" val="4186080802"/>
                  </p:ext>
                </p:extLst>
              </p:nvPr>
            </p:nvGraphicFramePr>
            <p:xfrm>
              <a:off x="9392920" y="516731"/>
              <a:ext cx="2443480" cy="1374458"/>
            </p:xfrm>
            <a:graphic>
              <a:graphicData uri="http://schemas.microsoft.com/office/powerpoint/2016/slidezoom">
                <pslz:sldZm>
                  <pslz:sldZmObj sldId="314" cId="1175041528">
                    <pslz:zmPr id="{9969BE03-1BD2-4C7F-8FC7-6E5C28635503}" returnToParent="0" transitionDur="1000">
                      <p166:blipFill xmlns:p166="http://schemas.microsoft.com/office/powerpoint/2016/6/main">
                        <a:blip r:embed="rId9"/>
                        <a:stretch>
                          <a:fillRect/>
                        </a:stretch>
                      </p166:blipFill>
                      <p166:spPr xmlns:p166="http://schemas.microsoft.com/office/powerpoint/2016/6/main">
                        <a:xfrm>
                          <a:off x="0" y="0"/>
                          <a:ext cx="2443480" cy="1374458"/>
                        </a:xfrm>
                        <a:prstGeom prst="rect">
                          <a:avLst/>
                        </a:prstGeom>
                        <a:ln w="3175">
                          <a:solidFill>
                            <a:prstClr val="ltGray"/>
                          </a:solidFill>
                        </a:ln>
                      </p166:spPr>
                    </pslz:zmPr>
                  </pslz:sldZmObj>
                </pslz:sldZm>
              </a:graphicData>
            </a:graphic>
          </p:graphicFrame>
        </mc:Choice>
        <mc:Fallback xmlns="">
          <p:pic>
            <p:nvPicPr>
              <p:cNvPr id="10" name="Slide Zoom 9">
                <a:extLst>
                  <a:ext uri="{FF2B5EF4-FFF2-40B4-BE49-F238E27FC236}">
                    <a16:creationId xmlns:a16="http://schemas.microsoft.com/office/drawing/2014/main" id="{6BA45E63-ADC9-030A-B18B-235E6020D716}"/>
                  </a:ext>
                </a:extLst>
              </p:cNvPr>
              <p:cNvPicPr>
                <a:picLocks noGrp="1" noRot="1" noChangeAspect="1" noMove="1" noResize="1" noEditPoints="1" noAdjustHandles="1" noChangeArrowheads="1" noChangeShapeType="1"/>
              </p:cNvPicPr>
              <p:nvPr/>
            </p:nvPicPr>
            <p:blipFill>
              <a:blip r:embed="rId10"/>
              <a:stretch>
                <a:fillRect/>
              </a:stretch>
            </p:blipFill>
            <p:spPr>
              <a:xfrm>
                <a:off x="9392920" y="516731"/>
                <a:ext cx="2443480" cy="1374458"/>
              </a:xfrm>
              <a:prstGeom prst="rect">
                <a:avLst/>
              </a:prstGeom>
              <a:ln w="3175">
                <a:solidFill>
                  <a:prstClr val="ltGray"/>
                </a:solidFill>
              </a:ln>
            </p:spPr>
          </p:pic>
        </mc:Fallback>
      </mc:AlternateContent>
    </p:spTree>
    <p:extLst>
      <p:ext uri="{BB962C8B-B14F-4D97-AF65-F5344CB8AC3E}">
        <p14:creationId xmlns:p14="http://schemas.microsoft.com/office/powerpoint/2010/main" val="100868378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bg>
      <p:bgPr>
        <a:pattFill prst="pct90">
          <a:fgClr>
            <a:schemeClr val="tx1">
              <a:lumMod val="85000"/>
              <a:lumOff val="15000"/>
            </a:schemeClr>
          </a:fgClr>
          <a:bgClr>
            <a:schemeClr val="bg2">
              <a:lumMod val="75000"/>
            </a:schemeClr>
          </a:bgClr>
        </a:pattFill>
        <a:effectLst/>
      </p:bgPr>
    </p:bg>
    <p:spTree>
      <p:nvGrpSpPr>
        <p:cNvPr id="1" name="">
          <a:extLst>
            <a:ext uri="{FF2B5EF4-FFF2-40B4-BE49-F238E27FC236}">
              <a16:creationId xmlns:a16="http://schemas.microsoft.com/office/drawing/2014/main" id="{2E3AE9F6-2D0F-4EF2-1F7B-8D39A0E8E4CA}"/>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FCA63AF5-D79D-B1A8-3469-DC960F4D5685}"/>
              </a:ext>
            </a:extLst>
          </p:cNvPr>
          <p:cNvSpPr/>
          <p:nvPr/>
        </p:nvSpPr>
        <p:spPr>
          <a:xfrm>
            <a:off x="518211" y="366375"/>
            <a:ext cx="5445658" cy="923330"/>
          </a:xfrm>
          <a:prstGeom prst="rect">
            <a:avLst/>
          </a:prstGeom>
          <a:noFill/>
        </p:spPr>
        <p:txBody>
          <a:bodyPr wrap="none" lIns="91440" tIns="45720" rIns="91440" bIns="45720">
            <a:spAutoFit/>
          </a:bodyPr>
          <a:lstStyle/>
          <a:p>
            <a:pPr algn="ctr"/>
            <a:r>
              <a:rPr lang="en-US" sz="5400" b="1" cap="none" spc="50" dirty="0">
                <a:ln w="9525" cmpd="sng">
                  <a:solidFill>
                    <a:schemeClr val="accent1"/>
                  </a:solidFill>
                  <a:prstDash val="solid"/>
                </a:ln>
                <a:solidFill>
                  <a:srgbClr val="70AD47">
                    <a:tint val="1000"/>
                  </a:srgbClr>
                </a:solidFill>
                <a:effectLst>
                  <a:glow rad="38100">
                    <a:schemeClr val="accent1">
                      <a:alpha val="40000"/>
                    </a:schemeClr>
                  </a:glow>
                </a:effectLst>
              </a:rPr>
              <a:t>Local Deployment</a:t>
            </a:r>
          </a:p>
        </p:txBody>
      </p:sp>
      <p:sp>
        <p:nvSpPr>
          <p:cNvPr id="5" name="TextBox 4">
            <a:extLst>
              <a:ext uri="{FF2B5EF4-FFF2-40B4-BE49-F238E27FC236}">
                <a16:creationId xmlns:a16="http://schemas.microsoft.com/office/drawing/2014/main" id="{7CB039AA-8541-2E60-DAE7-93DBE6FA368B}"/>
              </a:ext>
            </a:extLst>
          </p:cNvPr>
          <p:cNvSpPr txBox="1"/>
          <p:nvPr/>
        </p:nvSpPr>
        <p:spPr>
          <a:xfrm>
            <a:off x="599440" y="2073255"/>
            <a:ext cx="6096000" cy="2554545"/>
          </a:xfrm>
          <a:prstGeom prst="rect">
            <a:avLst/>
          </a:prstGeom>
          <a:noFill/>
        </p:spPr>
        <p:txBody>
          <a:bodyPr wrap="square">
            <a:spAutoFit/>
          </a:bodyPr>
          <a:lstStyle/>
          <a:p>
            <a:pPr algn="just"/>
            <a:r>
              <a:rPr lang="en-IN" sz="3200" dirty="0">
                <a:solidFill>
                  <a:schemeClr val="bg1"/>
                </a:solidFill>
              </a:rPr>
              <a:t>The application can be deployed locally using the Streamlit webserver, allowing for quick setup and development testing without the need for cloud services.</a:t>
            </a:r>
          </a:p>
        </p:txBody>
      </p:sp>
      <p:pic>
        <p:nvPicPr>
          <p:cNvPr id="1026" name="Picture 2" descr="Bringing it to life: Deployment with Streamlit | by Dr. Fatih Hattatoglu |  Academy Team | Medium">
            <a:extLst>
              <a:ext uri="{FF2B5EF4-FFF2-40B4-BE49-F238E27FC236}">
                <a16:creationId xmlns:a16="http://schemas.microsoft.com/office/drawing/2014/main" id="{CA5FDDFB-D766-65FB-048F-0663BB32E61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945113" y="1498490"/>
            <a:ext cx="4455950" cy="4265702"/>
          </a:xfrm>
          <a:prstGeom prst="rect">
            <a:avLst/>
          </a:prstGeom>
          <a:noFill/>
          <a:effectLst>
            <a:softEdge rad="63500"/>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6099519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bg>
      <p:bgPr>
        <a:pattFill prst="pct90">
          <a:fgClr>
            <a:schemeClr val="tx1">
              <a:lumMod val="85000"/>
              <a:lumOff val="15000"/>
            </a:schemeClr>
          </a:fgClr>
          <a:bgClr>
            <a:schemeClr val="bg2">
              <a:lumMod val="75000"/>
            </a:schemeClr>
          </a:bgClr>
        </a:pattFill>
        <a:effectLst/>
      </p:bgPr>
    </p:bg>
    <p:spTree>
      <p:nvGrpSpPr>
        <p:cNvPr id="1" name="">
          <a:extLst>
            <a:ext uri="{FF2B5EF4-FFF2-40B4-BE49-F238E27FC236}">
              <a16:creationId xmlns:a16="http://schemas.microsoft.com/office/drawing/2014/main" id="{5F0EC66B-8527-E000-8A5C-35F4A6BAD6D1}"/>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CB4A7C22-63CF-C4EE-ED1E-943347182B93}"/>
              </a:ext>
            </a:extLst>
          </p:cNvPr>
          <p:cNvSpPr/>
          <p:nvPr/>
        </p:nvSpPr>
        <p:spPr>
          <a:xfrm>
            <a:off x="460355" y="346055"/>
            <a:ext cx="5635645" cy="923330"/>
          </a:xfrm>
          <a:prstGeom prst="rect">
            <a:avLst/>
          </a:prstGeom>
          <a:noFill/>
        </p:spPr>
        <p:txBody>
          <a:bodyPr wrap="none" lIns="91440" tIns="45720" rIns="91440" bIns="45720">
            <a:spAutoFit/>
          </a:bodyPr>
          <a:lstStyle/>
          <a:p>
            <a:pPr algn="ctr"/>
            <a:r>
              <a:rPr lang="en-US" sz="5400" b="1" cap="none" spc="50" dirty="0">
                <a:ln w="9525" cmpd="sng">
                  <a:solidFill>
                    <a:schemeClr val="accent1"/>
                  </a:solidFill>
                  <a:prstDash val="solid"/>
                </a:ln>
                <a:solidFill>
                  <a:srgbClr val="70AD47">
                    <a:tint val="1000"/>
                  </a:srgbClr>
                </a:solidFill>
                <a:effectLst>
                  <a:glow rad="38100">
                    <a:schemeClr val="accent1">
                      <a:alpha val="40000"/>
                    </a:schemeClr>
                  </a:glow>
                </a:effectLst>
              </a:rPr>
              <a:t>Cloud Deployment</a:t>
            </a:r>
          </a:p>
        </p:txBody>
      </p:sp>
      <p:sp>
        <p:nvSpPr>
          <p:cNvPr id="4" name="TextBox 3">
            <a:extLst>
              <a:ext uri="{FF2B5EF4-FFF2-40B4-BE49-F238E27FC236}">
                <a16:creationId xmlns:a16="http://schemas.microsoft.com/office/drawing/2014/main" id="{D81B1DA2-1166-23F0-71BF-8BF28F2092F0}"/>
              </a:ext>
            </a:extLst>
          </p:cNvPr>
          <p:cNvSpPr txBox="1"/>
          <p:nvPr/>
        </p:nvSpPr>
        <p:spPr>
          <a:xfrm>
            <a:off x="460354" y="1971655"/>
            <a:ext cx="6204605" cy="2554545"/>
          </a:xfrm>
          <a:prstGeom prst="rect">
            <a:avLst/>
          </a:prstGeom>
          <a:noFill/>
        </p:spPr>
        <p:txBody>
          <a:bodyPr wrap="square">
            <a:spAutoFit/>
          </a:bodyPr>
          <a:lstStyle/>
          <a:p>
            <a:pPr algn="just"/>
            <a:r>
              <a:rPr lang="en-IN" sz="3200" dirty="0">
                <a:solidFill>
                  <a:schemeClr val="bg1"/>
                </a:solidFill>
              </a:rPr>
              <a:t>For production-ready environments, deployment options include cloud services such as AWS EC2 and Heroku, providing scalability and accessibility for users.</a:t>
            </a:r>
          </a:p>
        </p:txBody>
      </p:sp>
      <p:pic>
        <p:nvPicPr>
          <p:cNvPr id="2052" name="Picture 4" descr="Cloud Deployment Models: Over 341 Royalty-Free Licensable Stock  Illustrations &amp; Drawings | Shutterstock">
            <a:extLst>
              <a:ext uri="{FF2B5EF4-FFF2-40B4-BE49-F238E27FC236}">
                <a16:creationId xmlns:a16="http://schemas.microsoft.com/office/drawing/2014/main" id="{F5493C1B-0EC5-4CD9-36F7-6C0CDA235E5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84731" y="1350439"/>
            <a:ext cx="4691545" cy="4691545"/>
          </a:xfrm>
          <a:prstGeom prst="rect">
            <a:avLst/>
          </a:prstGeom>
          <a:noFill/>
          <a:effectLst>
            <a:softEdge rad="63500"/>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4168893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bg>
      <p:bgPr>
        <a:pattFill prst="pct90">
          <a:fgClr>
            <a:schemeClr val="tx1">
              <a:lumMod val="85000"/>
              <a:lumOff val="15000"/>
            </a:schemeClr>
          </a:fgClr>
          <a:bgClr>
            <a:schemeClr val="bg2">
              <a:lumMod val="75000"/>
            </a:schemeClr>
          </a:bgClr>
        </a:pattFill>
        <a:effectLst/>
      </p:bgPr>
    </p:bg>
    <p:spTree>
      <p:nvGrpSpPr>
        <p:cNvPr id="1" name="">
          <a:extLst>
            <a:ext uri="{FF2B5EF4-FFF2-40B4-BE49-F238E27FC236}">
              <a16:creationId xmlns:a16="http://schemas.microsoft.com/office/drawing/2014/main" id="{8F221975-1E77-5DEB-4755-12501D475A1E}"/>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1E8B4904-5DE2-667A-567A-FD156641003D}"/>
              </a:ext>
            </a:extLst>
          </p:cNvPr>
          <p:cNvSpPr/>
          <p:nvPr/>
        </p:nvSpPr>
        <p:spPr>
          <a:xfrm>
            <a:off x="6659759" y="183495"/>
            <a:ext cx="5029454" cy="1754326"/>
          </a:xfrm>
          <a:prstGeom prst="rect">
            <a:avLst/>
          </a:prstGeom>
          <a:noFill/>
        </p:spPr>
        <p:txBody>
          <a:bodyPr wrap="none" lIns="91440" tIns="45720" rIns="91440" bIns="45720">
            <a:spAutoFit/>
          </a:bodyPr>
          <a:lstStyle/>
          <a:p>
            <a:pPr algn="ctr"/>
            <a:r>
              <a:rPr lang="en-US" sz="5400" b="1" cap="none" spc="50" dirty="0">
                <a:ln w="9525" cmpd="sng">
                  <a:solidFill>
                    <a:schemeClr val="accent1"/>
                  </a:solidFill>
                  <a:prstDash val="solid"/>
                </a:ln>
                <a:solidFill>
                  <a:srgbClr val="70AD47">
                    <a:tint val="1000"/>
                  </a:srgbClr>
                </a:solidFill>
                <a:effectLst>
                  <a:glow rad="38100">
                    <a:schemeClr val="accent1">
                      <a:alpha val="40000"/>
                    </a:schemeClr>
                  </a:glow>
                </a:effectLst>
              </a:rPr>
              <a:t>Docker </a:t>
            </a:r>
          </a:p>
          <a:p>
            <a:pPr algn="ctr"/>
            <a:r>
              <a:rPr lang="en-US" sz="5400" b="1" cap="none" spc="50" dirty="0">
                <a:ln w="9525" cmpd="sng">
                  <a:solidFill>
                    <a:schemeClr val="accent1"/>
                  </a:solidFill>
                  <a:prstDash val="solid"/>
                </a:ln>
                <a:solidFill>
                  <a:srgbClr val="70AD47">
                    <a:tint val="1000"/>
                  </a:srgbClr>
                </a:solidFill>
                <a:effectLst>
                  <a:glow rad="38100">
                    <a:schemeClr val="accent1">
                      <a:alpha val="40000"/>
                    </a:schemeClr>
                  </a:glow>
                </a:effectLst>
              </a:rPr>
              <a:t>Containerization</a:t>
            </a:r>
          </a:p>
        </p:txBody>
      </p:sp>
      <p:sp>
        <p:nvSpPr>
          <p:cNvPr id="4" name="TextBox 3">
            <a:extLst>
              <a:ext uri="{FF2B5EF4-FFF2-40B4-BE49-F238E27FC236}">
                <a16:creationId xmlns:a16="http://schemas.microsoft.com/office/drawing/2014/main" id="{BD7190DE-9DBB-5F3A-C698-B26F510DC649}"/>
              </a:ext>
            </a:extLst>
          </p:cNvPr>
          <p:cNvSpPr txBox="1"/>
          <p:nvPr/>
        </p:nvSpPr>
        <p:spPr>
          <a:xfrm>
            <a:off x="6096000" y="2317095"/>
            <a:ext cx="5821680" cy="3046988"/>
          </a:xfrm>
          <a:prstGeom prst="rect">
            <a:avLst/>
          </a:prstGeom>
          <a:noFill/>
        </p:spPr>
        <p:txBody>
          <a:bodyPr wrap="square">
            <a:spAutoFit/>
          </a:bodyPr>
          <a:lstStyle/>
          <a:p>
            <a:pPr algn="just"/>
            <a:r>
              <a:rPr lang="en-IN" sz="3200" dirty="0">
                <a:solidFill>
                  <a:schemeClr val="bg1"/>
                </a:solidFill>
              </a:rPr>
              <a:t>Docker containerization ensures that the application can be easily deployed and scaled, allowing for consistent environments across different stages of development and production.</a:t>
            </a:r>
          </a:p>
        </p:txBody>
      </p:sp>
      <p:pic>
        <p:nvPicPr>
          <p:cNvPr id="3074" name="Picture 2" descr="Containerization using Docker - GeeksforGeeks">
            <a:extLst>
              <a:ext uri="{FF2B5EF4-FFF2-40B4-BE49-F238E27FC236}">
                <a16:creationId xmlns:a16="http://schemas.microsoft.com/office/drawing/2014/main" id="{C8C6C768-8F53-0353-88D4-65F626700C6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4320" y="1239575"/>
            <a:ext cx="5561504" cy="4686661"/>
          </a:xfrm>
          <a:prstGeom prst="rect">
            <a:avLst/>
          </a:prstGeom>
          <a:noFill/>
          <a:effectLst>
            <a:softEdge rad="63500"/>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4889339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bg>
      <p:bgPr>
        <a:pattFill prst="pct90">
          <a:fgClr>
            <a:schemeClr val="tx1">
              <a:lumMod val="85000"/>
              <a:lumOff val="15000"/>
            </a:schemeClr>
          </a:fgClr>
          <a:bgClr>
            <a:schemeClr val="bg2">
              <a:lumMod val="75000"/>
            </a:schemeClr>
          </a:bgClr>
        </a:pattFill>
        <a:effectLst/>
      </p:bgPr>
    </p:bg>
    <p:spTree>
      <p:nvGrpSpPr>
        <p:cNvPr id="1" name="">
          <a:extLst>
            <a:ext uri="{FF2B5EF4-FFF2-40B4-BE49-F238E27FC236}">
              <a16:creationId xmlns:a16="http://schemas.microsoft.com/office/drawing/2014/main" id="{599F50C1-6A12-0C26-507C-F5C67212F43E}"/>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CEC50F70-CE52-DCB6-8EC0-636EA9711A58}"/>
              </a:ext>
            </a:extLst>
          </p:cNvPr>
          <p:cNvSpPr/>
          <p:nvPr/>
        </p:nvSpPr>
        <p:spPr>
          <a:xfrm>
            <a:off x="6624197" y="256649"/>
            <a:ext cx="3434338" cy="1754326"/>
          </a:xfrm>
          <a:prstGeom prst="rect">
            <a:avLst/>
          </a:prstGeom>
          <a:noFill/>
        </p:spPr>
        <p:txBody>
          <a:bodyPr wrap="none" lIns="91440" tIns="45720" rIns="91440" bIns="45720">
            <a:spAutoFit/>
          </a:bodyPr>
          <a:lstStyle/>
          <a:p>
            <a:pPr algn="ctr"/>
            <a:r>
              <a:rPr lang="en-US" sz="5400" b="1" cap="none" spc="50" dirty="0">
                <a:ln w="9525" cmpd="sng">
                  <a:solidFill>
                    <a:schemeClr val="accent1"/>
                  </a:solidFill>
                  <a:prstDash val="solid"/>
                </a:ln>
                <a:solidFill>
                  <a:srgbClr val="70AD47">
                    <a:tint val="1000"/>
                  </a:srgbClr>
                </a:solidFill>
                <a:effectLst>
                  <a:glow rad="38100">
                    <a:schemeClr val="accent1">
                      <a:alpha val="40000"/>
                    </a:schemeClr>
                  </a:glow>
                </a:effectLst>
              </a:rPr>
              <a:t>Rest API </a:t>
            </a:r>
          </a:p>
          <a:p>
            <a:pPr algn="ctr"/>
            <a:r>
              <a:rPr lang="en-US" sz="5400" b="1" cap="none" spc="50" dirty="0">
                <a:ln w="9525" cmpd="sng">
                  <a:solidFill>
                    <a:schemeClr val="accent1"/>
                  </a:solidFill>
                  <a:prstDash val="solid"/>
                </a:ln>
                <a:solidFill>
                  <a:srgbClr val="70AD47">
                    <a:tint val="1000"/>
                  </a:srgbClr>
                </a:solidFill>
                <a:effectLst>
                  <a:glow rad="38100">
                    <a:schemeClr val="accent1">
                      <a:alpha val="40000"/>
                    </a:schemeClr>
                  </a:glow>
                </a:effectLst>
              </a:rPr>
              <a:t>Integration</a:t>
            </a:r>
          </a:p>
        </p:txBody>
      </p:sp>
      <p:sp>
        <p:nvSpPr>
          <p:cNvPr id="4" name="TextBox 3">
            <a:extLst>
              <a:ext uri="{FF2B5EF4-FFF2-40B4-BE49-F238E27FC236}">
                <a16:creationId xmlns:a16="http://schemas.microsoft.com/office/drawing/2014/main" id="{1BED8581-3D1F-906B-C327-ED31E0212396}"/>
              </a:ext>
            </a:extLst>
          </p:cNvPr>
          <p:cNvSpPr txBox="1"/>
          <p:nvPr/>
        </p:nvSpPr>
        <p:spPr>
          <a:xfrm>
            <a:off x="5953968" y="2620575"/>
            <a:ext cx="5872272" cy="3046988"/>
          </a:xfrm>
          <a:prstGeom prst="rect">
            <a:avLst/>
          </a:prstGeom>
          <a:noFill/>
        </p:spPr>
        <p:txBody>
          <a:bodyPr wrap="square">
            <a:spAutoFit/>
          </a:bodyPr>
          <a:lstStyle/>
          <a:p>
            <a:r>
              <a:rPr lang="en-IN" sz="3200" dirty="0">
                <a:solidFill>
                  <a:schemeClr val="bg1"/>
                </a:solidFill>
              </a:rPr>
              <a:t>Future plans include integrating REST APIs for seamless interaction with external systems, enhancing the system's capabilities and allowing for real-time data exchange.</a:t>
            </a:r>
          </a:p>
        </p:txBody>
      </p:sp>
      <p:pic>
        <p:nvPicPr>
          <p:cNvPr id="4098" name="Picture 2" descr="REST API Connections. | Download Scientific Diagram">
            <a:extLst>
              <a:ext uri="{FF2B5EF4-FFF2-40B4-BE49-F238E27FC236}">
                <a16:creationId xmlns:a16="http://schemas.microsoft.com/office/drawing/2014/main" id="{698E4043-33C6-EDE1-C402-BB9D6CB77ED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4458" y="1477021"/>
            <a:ext cx="5123346" cy="4190542"/>
          </a:xfrm>
          <a:prstGeom prst="rect">
            <a:avLst/>
          </a:prstGeom>
          <a:noFill/>
          <a:effectLst>
            <a:softEdge rad="31750"/>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7504152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tx1"/>
            </a:gs>
            <a:gs pos="73000">
              <a:schemeClr val="tx1">
                <a:lumMod val="85000"/>
                <a:lumOff val="15000"/>
              </a:schemeClr>
            </a:gs>
            <a:gs pos="35000">
              <a:schemeClr val="tx1">
                <a:lumMod val="85000"/>
                <a:lumOff val="15000"/>
              </a:schemeClr>
            </a:gs>
            <a:gs pos="100000">
              <a:schemeClr val="tx1"/>
            </a:gs>
          </a:gsLst>
          <a:path path="circle">
            <a:fillToRect l="100000" t="100000"/>
          </a:path>
          <a:tileRect r="-100000" b="-100000"/>
        </a:gradFill>
        <a:effectLst/>
      </p:bgPr>
    </p:bg>
    <p:spTree>
      <p:nvGrpSpPr>
        <p:cNvPr id="1" name="">
          <a:extLst>
            <a:ext uri="{FF2B5EF4-FFF2-40B4-BE49-F238E27FC236}">
              <a16:creationId xmlns:a16="http://schemas.microsoft.com/office/drawing/2014/main" id="{9770E725-E14C-9DC0-6808-67174605966F}"/>
            </a:ext>
          </a:extLst>
        </p:cNvPr>
        <p:cNvGrpSpPr/>
        <p:nvPr/>
      </p:nvGrpSpPr>
      <p:grpSpPr>
        <a:xfrm>
          <a:off x="0" y="0"/>
          <a:ext cx="0" cy="0"/>
          <a:chOff x="0" y="0"/>
          <a:chExt cx="0" cy="0"/>
        </a:xfrm>
      </p:grpSpPr>
      <p:pic>
        <p:nvPicPr>
          <p:cNvPr id="3074" name="Picture 2" descr="55,400+ Business Scalability Stock Illustrations, Royalty-Free Vector  Graphics &amp; Clip Art - iStock">
            <a:extLst>
              <a:ext uri="{FF2B5EF4-FFF2-40B4-BE49-F238E27FC236}">
                <a16:creationId xmlns:a16="http://schemas.microsoft.com/office/drawing/2014/main" id="{8F2488A5-8377-07E9-0310-7CB611296BE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2153920"/>
            <a:ext cx="6096000" cy="4702810"/>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Rounded Corners 2">
            <a:extLst>
              <a:ext uri="{FF2B5EF4-FFF2-40B4-BE49-F238E27FC236}">
                <a16:creationId xmlns:a16="http://schemas.microsoft.com/office/drawing/2014/main" id="{BDCC14F9-7117-0B7F-9679-85E7A099A203}"/>
              </a:ext>
            </a:extLst>
          </p:cNvPr>
          <p:cNvSpPr/>
          <p:nvPr/>
        </p:nvSpPr>
        <p:spPr>
          <a:xfrm>
            <a:off x="1706880" y="848360"/>
            <a:ext cx="4500880" cy="1737360"/>
          </a:xfrm>
          <a:prstGeom prst="roundRect">
            <a:avLst>
              <a:gd name="adj" fmla="val 22515"/>
            </a:avLst>
          </a:prstGeom>
          <a:effectLst>
            <a:glow rad="63500">
              <a:schemeClr val="accent3">
                <a:satMod val="175000"/>
                <a:alpha val="40000"/>
              </a:schemeClr>
            </a:glow>
            <a:outerShdw blurRad="177800" dist="76200" sx="101000" sy="101000" algn="l" rotWithShape="0">
              <a:schemeClr val="bg2">
                <a:alpha val="30000"/>
              </a:schemeClr>
            </a:outerShdw>
            <a:softEdge rad="63500"/>
          </a:effectLst>
        </p:spPr>
        <p:style>
          <a:lnRef idx="1">
            <a:schemeClr val="accent3"/>
          </a:lnRef>
          <a:fillRef idx="2">
            <a:schemeClr val="accent3"/>
          </a:fillRef>
          <a:effectRef idx="1">
            <a:schemeClr val="accent3"/>
          </a:effectRef>
          <a:fontRef idx="minor">
            <a:schemeClr val="dk1"/>
          </a:fontRef>
        </p:style>
        <p:txBody>
          <a:bodyPr rtlCol="0" anchor="ctr"/>
          <a:lstStyle/>
          <a:p>
            <a:pPr algn="ctr"/>
            <a:r>
              <a:rPr lang="en-IN" sz="4000" b="1" spc="50" dirty="0">
                <a:ln w="9525" cmpd="sng">
                  <a:solidFill>
                    <a:schemeClr val="accent1"/>
                  </a:solidFill>
                  <a:prstDash val="solid"/>
                </a:ln>
                <a:solidFill>
                  <a:srgbClr val="70AD47">
                    <a:tint val="1000"/>
                  </a:srgbClr>
                </a:solidFill>
                <a:effectLst>
                  <a:glow rad="38100">
                    <a:schemeClr val="accent1">
                      <a:alpha val="40000"/>
                    </a:schemeClr>
                  </a:glow>
                </a:effectLst>
              </a:rPr>
              <a:t>Scalability Consideration</a:t>
            </a:r>
          </a:p>
        </p:txBody>
      </p:sp>
      <p:graphicFrame>
        <p:nvGraphicFramePr>
          <p:cNvPr id="2" name="Table 1">
            <a:extLst>
              <a:ext uri="{FF2B5EF4-FFF2-40B4-BE49-F238E27FC236}">
                <a16:creationId xmlns:a16="http://schemas.microsoft.com/office/drawing/2014/main" id="{55B50031-D4BD-7D60-36F8-A74A43CE186D}"/>
              </a:ext>
            </a:extLst>
          </p:cNvPr>
          <p:cNvGraphicFramePr>
            <a:graphicFrameLocks noGrp="1"/>
          </p:cNvGraphicFramePr>
          <p:nvPr>
            <p:extLst>
              <p:ext uri="{D42A27DB-BD31-4B8C-83A1-F6EECF244321}">
                <p14:modId xmlns:p14="http://schemas.microsoft.com/office/powerpoint/2010/main" val="2745162738"/>
              </p:ext>
            </p:extLst>
          </p:nvPr>
        </p:nvGraphicFramePr>
        <p:xfrm>
          <a:off x="6096000" y="365760"/>
          <a:ext cx="5913120" cy="6313424"/>
        </p:xfrm>
        <a:graphic>
          <a:graphicData uri="http://schemas.openxmlformats.org/drawingml/2006/table">
            <a:tbl>
              <a:tblPr firstRow="1" bandRow="1">
                <a:tableStyleId>{8799B23B-EC83-4686-B30A-512413B5E67A}</a:tableStyleId>
              </a:tblPr>
              <a:tblGrid>
                <a:gridCol w="5913120">
                  <a:extLst>
                    <a:ext uri="{9D8B030D-6E8A-4147-A177-3AD203B41FA5}">
                      <a16:colId xmlns:a16="http://schemas.microsoft.com/office/drawing/2014/main" val="3841797971"/>
                    </a:ext>
                  </a:extLst>
                </a:gridCol>
              </a:tblGrid>
              <a:tr h="1235456">
                <a:tc>
                  <a:txBody>
                    <a:bodyPr/>
                    <a:lstStyle/>
                    <a:p>
                      <a:pPr lvl="3"/>
                      <a:r>
                        <a:rPr lang="en-US" sz="2800" dirty="0">
                          <a:solidFill>
                            <a:schemeClr val="bg1"/>
                          </a:solidFill>
                        </a:rPr>
                        <a:t>Support for high transaction volumes</a:t>
                      </a:r>
                      <a:endParaRPr lang="en-IN" sz="2800" dirty="0">
                        <a:solidFill>
                          <a:schemeClr val="bg1"/>
                        </a:solidFill>
                      </a:endParaRPr>
                    </a:p>
                  </a:txBody>
                  <a:tcPr/>
                </a:tc>
                <a:extLst>
                  <a:ext uri="{0D108BD9-81ED-4DB2-BD59-A6C34878D82A}">
                    <a16:rowId xmlns:a16="http://schemas.microsoft.com/office/drawing/2014/main" val="662809716"/>
                  </a:ext>
                </a:extLst>
              </a:tr>
              <a:tr h="1235456">
                <a:tc>
                  <a:txBody>
                    <a:bodyPr/>
                    <a:lstStyle/>
                    <a:p>
                      <a:pPr marL="1371600" marR="0" lvl="3" indent="0" algn="l" defTabSz="914400" rtl="0" eaLnBrk="1" fontAlgn="auto" latinLnBrk="0" hangingPunct="1">
                        <a:lnSpc>
                          <a:spcPct val="100000"/>
                        </a:lnSpc>
                        <a:spcBef>
                          <a:spcPts val="0"/>
                        </a:spcBef>
                        <a:spcAft>
                          <a:spcPts val="0"/>
                        </a:spcAft>
                        <a:buClrTx/>
                        <a:buSzTx/>
                        <a:buFontTx/>
                        <a:buNone/>
                        <a:tabLst/>
                        <a:defRPr/>
                      </a:pPr>
                      <a:r>
                        <a:rPr lang="en-US" sz="2800" dirty="0">
                          <a:solidFill>
                            <a:schemeClr val="bg1"/>
                          </a:solidFill>
                        </a:rPr>
                        <a:t>Ability to add new features</a:t>
                      </a:r>
                      <a:endParaRPr lang="en-IN" sz="2800" dirty="0">
                        <a:solidFill>
                          <a:schemeClr val="bg1"/>
                        </a:solidFill>
                      </a:endParaRPr>
                    </a:p>
                  </a:txBody>
                  <a:tcPr/>
                </a:tc>
                <a:extLst>
                  <a:ext uri="{0D108BD9-81ED-4DB2-BD59-A6C34878D82A}">
                    <a16:rowId xmlns:a16="http://schemas.microsoft.com/office/drawing/2014/main" val="3103573528"/>
                  </a:ext>
                </a:extLst>
              </a:tr>
              <a:tr h="1235456">
                <a:tc>
                  <a:txBody>
                    <a:bodyPr/>
                    <a:lstStyle/>
                    <a:p>
                      <a:pPr marL="1371600" marR="0" lvl="3" indent="0" algn="l" defTabSz="914400" rtl="0" eaLnBrk="1" fontAlgn="auto" latinLnBrk="0" hangingPunct="1">
                        <a:lnSpc>
                          <a:spcPct val="100000"/>
                        </a:lnSpc>
                        <a:spcBef>
                          <a:spcPts val="0"/>
                        </a:spcBef>
                        <a:spcAft>
                          <a:spcPts val="0"/>
                        </a:spcAft>
                        <a:buClrTx/>
                        <a:buSzTx/>
                        <a:buFontTx/>
                        <a:buNone/>
                        <a:tabLst/>
                        <a:defRPr/>
                      </a:pPr>
                      <a:r>
                        <a:rPr lang="en-US" sz="2800" dirty="0">
                          <a:solidFill>
                            <a:schemeClr val="bg1"/>
                          </a:solidFill>
                        </a:rPr>
                        <a:t>Scaling up for demand</a:t>
                      </a:r>
                      <a:endParaRPr lang="en-IN" sz="2800" dirty="0">
                        <a:solidFill>
                          <a:schemeClr val="bg1"/>
                        </a:solidFill>
                      </a:endParaRPr>
                    </a:p>
                  </a:txBody>
                  <a:tcPr/>
                </a:tc>
                <a:extLst>
                  <a:ext uri="{0D108BD9-81ED-4DB2-BD59-A6C34878D82A}">
                    <a16:rowId xmlns:a16="http://schemas.microsoft.com/office/drawing/2014/main" val="4289059173"/>
                  </a:ext>
                </a:extLst>
              </a:tr>
              <a:tr h="1235456">
                <a:tc>
                  <a:txBody>
                    <a:bodyPr/>
                    <a:lstStyle/>
                    <a:p>
                      <a:pPr marL="1371600" marR="0" lvl="3" indent="0" algn="l" defTabSz="914400" rtl="0" eaLnBrk="1" fontAlgn="auto" latinLnBrk="0" hangingPunct="1">
                        <a:lnSpc>
                          <a:spcPct val="100000"/>
                        </a:lnSpc>
                        <a:spcBef>
                          <a:spcPts val="0"/>
                        </a:spcBef>
                        <a:spcAft>
                          <a:spcPts val="0"/>
                        </a:spcAft>
                        <a:buClrTx/>
                        <a:buSzTx/>
                        <a:buFontTx/>
                        <a:buNone/>
                        <a:tabLst/>
                        <a:defRPr/>
                      </a:pPr>
                      <a:r>
                        <a:rPr lang="en-US" sz="2800" dirty="0">
                          <a:solidFill>
                            <a:schemeClr val="bg1"/>
                          </a:solidFill>
                        </a:rPr>
                        <a:t>Integration with diverse systems</a:t>
                      </a:r>
                      <a:endParaRPr lang="en-IN" sz="2800" dirty="0">
                        <a:solidFill>
                          <a:schemeClr val="bg1"/>
                        </a:solidFill>
                      </a:endParaRPr>
                    </a:p>
                    <a:p>
                      <a:pPr lvl="3"/>
                      <a:endParaRPr lang="en-IN" sz="2800" dirty="0">
                        <a:solidFill>
                          <a:schemeClr val="bg1"/>
                        </a:solidFill>
                      </a:endParaRPr>
                    </a:p>
                  </a:txBody>
                  <a:tcPr/>
                </a:tc>
                <a:extLst>
                  <a:ext uri="{0D108BD9-81ED-4DB2-BD59-A6C34878D82A}">
                    <a16:rowId xmlns:a16="http://schemas.microsoft.com/office/drawing/2014/main" val="337539811"/>
                  </a:ext>
                </a:extLst>
              </a:tr>
              <a:tr h="1235456">
                <a:tc>
                  <a:txBody>
                    <a:bodyPr/>
                    <a:lstStyle/>
                    <a:p>
                      <a:pPr lvl="3"/>
                      <a:r>
                        <a:rPr lang="en-US" sz="2800" dirty="0">
                          <a:solidFill>
                            <a:schemeClr val="bg1"/>
                          </a:solidFill>
                        </a:rPr>
                        <a:t>Cost-effective scaling solutions</a:t>
                      </a:r>
                      <a:endParaRPr lang="en-IN" sz="2800" dirty="0">
                        <a:solidFill>
                          <a:schemeClr val="bg1"/>
                        </a:solidFill>
                      </a:endParaRPr>
                    </a:p>
                  </a:txBody>
                  <a:tcPr/>
                </a:tc>
                <a:extLst>
                  <a:ext uri="{0D108BD9-81ED-4DB2-BD59-A6C34878D82A}">
                    <a16:rowId xmlns:a16="http://schemas.microsoft.com/office/drawing/2014/main" val="4074504308"/>
                  </a:ext>
                </a:extLst>
              </a:tr>
            </a:tbl>
          </a:graphicData>
        </a:graphic>
      </p:graphicFrame>
      <p:pic>
        <p:nvPicPr>
          <p:cNvPr id="5" name="Graphic 4" descr="Bar graph with upward trend with solid fill">
            <a:extLst>
              <a:ext uri="{FF2B5EF4-FFF2-40B4-BE49-F238E27FC236}">
                <a16:creationId xmlns:a16="http://schemas.microsoft.com/office/drawing/2014/main" id="{87A17D88-17A7-332B-6F96-A549CB592B68}"/>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299200" y="391160"/>
            <a:ext cx="914400" cy="914400"/>
          </a:xfrm>
          <a:prstGeom prst="rect">
            <a:avLst/>
          </a:prstGeom>
        </p:spPr>
      </p:pic>
      <p:pic>
        <p:nvPicPr>
          <p:cNvPr id="9" name="Graphic 8" descr="Users with solid fill">
            <a:extLst>
              <a:ext uri="{FF2B5EF4-FFF2-40B4-BE49-F238E27FC236}">
                <a16:creationId xmlns:a16="http://schemas.microsoft.com/office/drawing/2014/main" id="{A3465287-62E0-5FB0-1A76-6B891BE1C282}"/>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299200" y="1717040"/>
            <a:ext cx="914400" cy="914400"/>
          </a:xfrm>
          <a:prstGeom prst="rect">
            <a:avLst/>
          </a:prstGeom>
        </p:spPr>
      </p:pic>
      <p:pic>
        <p:nvPicPr>
          <p:cNvPr id="13" name="Graphic 12" descr="Ruler with solid fill">
            <a:extLst>
              <a:ext uri="{FF2B5EF4-FFF2-40B4-BE49-F238E27FC236}">
                <a16:creationId xmlns:a16="http://schemas.microsoft.com/office/drawing/2014/main" id="{2B5476EE-F101-1F24-CA74-B5D87AAC53AC}"/>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299200" y="3065272"/>
            <a:ext cx="914400" cy="914400"/>
          </a:xfrm>
          <a:prstGeom prst="rect">
            <a:avLst/>
          </a:prstGeom>
        </p:spPr>
      </p:pic>
      <p:pic>
        <p:nvPicPr>
          <p:cNvPr id="16" name="Graphic 15" descr="Monitor with solid fill">
            <a:extLst>
              <a:ext uri="{FF2B5EF4-FFF2-40B4-BE49-F238E27FC236}">
                <a16:creationId xmlns:a16="http://schemas.microsoft.com/office/drawing/2014/main" id="{D5FB7AE6-6BEF-99F9-325E-B06B0B742375}"/>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6299200" y="4413504"/>
            <a:ext cx="914400" cy="914400"/>
          </a:xfrm>
          <a:prstGeom prst="rect">
            <a:avLst/>
          </a:prstGeom>
        </p:spPr>
      </p:pic>
      <p:pic>
        <p:nvPicPr>
          <p:cNvPr id="18" name="Graphic 17" descr="Presentation with bar chart with solid fill">
            <a:extLst>
              <a:ext uri="{FF2B5EF4-FFF2-40B4-BE49-F238E27FC236}">
                <a16:creationId xmlns:a16="http://schemas.microsoft.com/office/drawing/2014/main" id="{08413249-A6CD-7753-C7E0-D27FEDC93806}"/>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6370320" y="5577840"/>
            <a:ext cx="914400" cy="914400"/>
          </a:xfrm>
          <a:prstGeom prst="rect">
            <a:avLst/>
          </a:prstGeom>
        </p:spPr>
      </p:pic>
    </p:spTree>
    <p:extLst>
      <p:ext uri="{BB962C8B-B14F-4D97-AF65-F5344CB8AC3E}">
        <p14:creationId xmlns:p14="http://schemas.microsoft.com/office/powerpoint/2010/main" val="420492596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tx1"/>
            </a:gs>
            <a:gs pos="73000">
              <a:schemeClr val="tx1">
                <a:lumMod val="85000"/>
                <a:lumOff val="15000"/>
              </a:schemeClr>
            </a:gs>
            <a:gs pos="35000">
              <a:schemeClr val="tx1">
                <a:lumMod val="85000"/>
                <a:lumOff val="15000"/>
              </a:schemeClr>
            </a:gs>
            <a:gs pos="100000">
              <a:schemeClr val="tx1"/>
            </a:gs>
          </a:gsLst>
          <a:path path="circle">
            <a:fillToRect l="100000" t="100000"/>
          </a:path>
          <a:tileRect r="-100000" b="-100000"/>
        </a:gradFill>
        <a:effectLst/>
      </p:bgPr>
    </p:bg>
    <p:spTree>
      <p:nvGrpSpPr>
        <p:cNvPr id="1" name="">
          <a:extLst>
            <a:ext uri="{FF2B5EF4-FFF2-40B4-BE49-F238E27FC236}">
              <a16:creationId xmlns:a16="http://schemas.microsoft.com/office/drawing/2014/main" id="{53A2B2DF-6403-8ABD-260D-B01793C28F85}"/>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0EC34B02-B07F-F3EA-B17B-358DD4D2EBAF}"/>
              </a:ext>
            </a:extLst>
          </p:cNvPr>
          <p:cNvSpPr txBox="1"/>
          <p:nvPr/>
        </p:nvSpPr>
        <p:spPr>
          <a:xfrm>
            <a:off x="365760" y="443915"/>
            <a:ext cx="10403840" cy="923330"/>
          </a:xfrm>
          <a:prstGeom prst="rect">
            <a:avLst/>
          </a:prstGeom>
          <a:noFill/>
        </p:spPr>
        <p:txBody>
          <a:bodyPr wrap="square">
            <a:spAutoFit/>
          </a:bodyPr>
          <a:lstStyle/>
          <a:p>
            <a:pPr algn="ctr"/>
            <a:r>
              <a:rPr lang="en-IN" sz="5400" b="1" cap="none" spc="50" dirty="0">
                <a:ln w="9525" cmpd="sng">
                  <a:solidFill>
                    <a:schemeClr val="accent1"/>
                  </a:solidFill>
                  <a:prstDash val="solid"/>
                </a:ln>
                <a:solidFill>
                  <a:srgbClr val="70AD47">
                    <a:tint val="1000"/>
                  </a:srgbClr>
                </a:solidFill>
                <a:effectLst>
                  <a:glow rad="38100">
                    <a:schemeClr val="accent1">
                      <a:alpha val="40000"/>
                    </a:schemeClr>
                  </a:glow>
                </a:effectLst>
              </a:rPr>
              <a:t>Conclusion  and Future </a:t>
            </a:r>
            <a:r>
              <a:rPr lang="en-IN" sz="5400" b="1" spc="50" dirty="0">
                <a:ln w="9525" cmpd="sng">
                  <a:solidFill>
                    <a:schemeClr val="accent1"/>
                  </a:solidFill>
                  <a:prstDash val="solid"/>
                </a:ln>
                <a:solidFill>
                  <a:srgbClr val="70AD47">
                    <a:tint val="1000"/>
                  </a:srgbClr>
                </a:solidFill>
                <a:effectLst>
                  <a:glow rad="38100">
                    <a:schemeClr val="accent1">
                      <a:alpha val="40000"/>
                    </a:schemeClr>
                  </a:glow>
                </a:effectLst>
              </a:rPr>
              <a:t>S</a:t>
            </a:r>
            <a:r>
              <a:rPr lang="en-IN" sz="5400" b="1" cap="none" spc="50" dirty="0">
                <a:ln w="9525" cmpd="sng">
                  <a:solidFill>
                    <a:schemeClr val="accent1"/>
                  </a:solidFill>
                  <a:prstDash val="solid"/>
                </a:ln>
                <a:solidFill>
                  <a:srgbClr val="70AD47">
                    <a:tint val="1000"/>
                  </a:srgbClr>
                </a:solidFill>
                <a:effectLst>
                  <a:glow rad="38100">
                    <a:schemeClr val="accent1">
                      <a:alpha val="40000"/>
                    </a:schemeClr>
                  </a:glow>
                </a:effectLst>
              </a:rPr>
              <a:t>cope</a:t>
            </a:r>
            <a:endParaRPr lang="en-US" sz="5400" b="1" cap="none" spc="50" dirty="0">
              <a:ln w="9525" cmpd="sng">
                <a:solidFill>
                  <a:schemeClr val="accent1"/>
                </a:solidFill>
                <a:prstDash val="solid"/>
              </a:ln>
              <a:solidFill>
                <a:srgbClr val="70AD47">
                  <a:tint val="1000"/>
                </a:srgbClr>
              </a:solidFill>
              <a:effectLst>
                <a:glow rad="38100">
                  <a:schemeClr val="accent1">
                    <a:alpha val="40000"/>
                  </a:schemeClr>
                </a:glow>
              </a:effectLst>
            </a:endParaRPr>
          </a:p>
        </p:txBody>
      </p:sp>
      <p:sp>
        <p:nvSpPr>
          <p:cNvPr id="5" name="TextBox 4">
            <a:extLst>
              <a:ext uri="{FF2B5EF4-FFF2-40B4-BE49-F238E27FC236}">
                <a16:creationId xmlns:a16="http://schemas.microsoft.com/office/drawing/2014/main" id="{C286C480-83DE-1A96-C6A9-72B63F9FE9FA}"/>
              </a:ext>
            </a:extLst>
          </p:cNvPr>
          <p:cNvSpPr txBox="1"/>
          <p:nvPr/>
        </p:nvSpPr>
        <p:spPr>
          <a:xfrm>
            <a:off x="1645920" y="1720840"/>
            <a:ext cx="7884160" cy="2677656"/>
          </a:xfrm>
          <a:prstGeom prst="rect">
            <a:avLst/>
          </a:prstGeom>
          <a:noFill/>
        </p:spPr>
        <p:txBody>
          <a:bodyPr wrap="square">
            <a:spAutoFit/>
          </a:bodyPr>
          <a:lstStyle/>
          <a:p>
            <a:pPr algn="just"/>
            <a:r>
              <a:rPr lang="en-IN" sz="2400" dirty="0">
                <a:solidFill>
                  <a:schemeClr val="bg2"/>
                </a:solidFill>
              </a:rPr>
              <a:t>The project successfully delivers a robust end-to-end fraud detection system, integrating machine learning for predictive analysis with a user-friendly live dashboard. This system not only exhibits high accuracy and responsiveness but is also designed for seamless integration into enterprise financial infrastructures, paving the way for enhanced security and operational efficiency.</a:t>
            </a:r>
          </a:p>
        </p:txBody>
      </p:sp>
    </p:spTree>
    <p:extLst>
      <p:ext uri="{BB962C8B-B14F-4D97-AF65-F5344CB8AC3E}">
        <p14:creationId xmlns:p14="http://schemas.microsoft.com/office/powerpoint/2010/main" val="269835399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tx1"/>
            </a:gs>
            <a:gs pos="73000">
              <a:schemeClr val="tx1">
                <a:lumMod val="85000"/>
                <a:lumOff val="15000"/>
              </a:schemeClr>
            </a:gs>
            <a:gs pos="35000">
              <a:schemeClr val="tx1">
                <a:lumMod val="85000"/>
                <a:lumOff val="15000"/>
              </a:schemeClr>
            </a:gs>
            <a:gs pos="100000">
              <a:schemeClr val="tx1"/>
            </a:gs>
          </a:gsLst>
          <a:path path="circle">
            <a:fillToRect l="100000" t="100000"/>
          </a:path>
          <a:tileRect r="-100000" b="-100000"/>
        </a:gradFill>
        <a:effectLst/>
      </p:bgPr>
    </p:bg>
    <p:spTree>
      <p:nvGrpSpPr>
        <p:cNvPr id="1" name="">
          <a:extLst>
            <a:ext uri="{FF2B5EF4-FFF2-40B4-BE49-F238E27FC236}">
              <a16:creationId xmlns:a16="http://schemas.microsoft.com/office/drawing/2014/main" id="{0EC1AF4D-BCCC-781D-FEA2-297420A8F8A3}"/>
            </a:ext>
          </a:extLst>
        </p:cNvPr>
        <p:cNvGrpSpPr/>
        <p:nvPr/>
      </p:nvGrpSpPr>
      <p:grpSpPr>
        <a:xfrm>
          <a:off x="0" y="0"/>
          <a:ext cx="0" cy="0"/>
          <a:chOff x="0" y="0"/>
          <a:chExt cx="0" cy="0"/>
        </a:xfrm>
      </p:grpSpPr>
      <p:pic>
        <p:nvPicPr>
          <p:cNvPr id="1026" name="Picture 2" descr="Group meeting Images - Free Download on Freepik">
            <a:extLst>
              <a:ext uri="{FF2B5EF4-FFF2-40B4-BE49-F238E27FC236}">
                <a16:creationId xmlns:a16="http://schemas.microsoft.com/office/drawing/2014/main" id="{22E7C29D-AEE7-5766-A6BF-46DE3D979AC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2519680"/>
            <a:ext cx="12192000" cy="4338320"/>
          </a:xfrm>
          <a:prstGeom prst="rect">
            <a:avLst/>
          </a:prstGeom>
          <a:noFill/>
          <a:effectLst>
            <a:softEdge rad="127000"/>
          </a:effectLst>
          <a:extLst>
            <a:ext uri="{909E8E84-426E-40DD-AFC4-6F175D3DCCD1}">
              <a14:hiddenFill xmlns:a14="http://schemas.microsoft.com/office/drawing/2010/main">
                <a:solidFill>
                  <a:srgbClr val="FFFFFF"/>
                </a:solidFill>
              </a14:hiddenFill>
            </a:ext>
          </a:extLst>
        </p:spPr>
      </p:pic>
      <p:sp>
        <p:nvSpPr>
          <p:cNvPr id="2" name="Rectangle: Rounded Corners 1">
            <a:extLst>
              <a:ext uri="{FF2B5EF4-FFF2-40B4-BE49-F238E27FC236}">
                <a16:creationId xmlns:a16="http://schemas.microsoft.com/office/drawing/2014/main" id="{9549C2B4-D18A-413F-8942-70BF7E1A27C3}"/>
              </a:ext>
            </a:extLst>
          </p:cNvPr>
          <p:cNvSpPr/>
          <p:nvPr/>
        </p:nvSpPr>
        <p:spPr>
          <a:xfrm>
            <a:off x="0" y="2016760"/>
            <a:ext cx="4500880" cy="1737360"/>
          </a:xfrm>
          <a:prstGeom prst="roundRect">
            <a:avLst>
              <a:gd name="adj" fmla="val 22515"/>
            </a:avLst>
          </a:prstGeom>
          <a:effectLst>
            <a:glow rad="63500">
              <a:schemeClr val="accent3">
                <a:satMod val="175000"/>
                <a:alpha val="40000"/>
              </a:schemeClr>
            </a:glow>
            <a:outerShdw blurRad="177800" dist="76200" sx="101000" sy="101000" algn="l" rotWithShape="0">
              <a:schemeClr val="bg2">
                <a:alpha val="30000"/>
              </a:schemeClr>
            </a:outerShdw>
            <a:softEdge rad="63500"/>
          </a:effectLst>
        </p:spPr>
        <p:style>
          <a:lnRef idx="1">
            <a:schemeClr val="accent3"/>
          </a:lnRef>
          <a:fillRef idx="2">
            <a:schemeClr val="accent3"/>
          </a:fillRef>
          <a:effectRef idx="1">
            <a:schemeClr val="accent3"/>
          </a:effectRef>
          <a:fontRef idx="minor">
            <a:schemeClr val="dk1"/>
          </a:fontRef>
        </p:style>
        <p:txBody>
          <a:bodyPr rtlCol="0" anchor="ctr"/>
          <a:lstStyle/>
          <a:p>
            <a:pPr algn="ctr"/>
            <a:r>
              <a:rPr lang="en-IN" sz="4000" b="1" spc="50" dirty="0">
                <a:ln w="9525" cmpd="sng">
                  <a:solidFill>
                    <a:schemeClr val="accent1"/>
                  </a:solidFill>
                  <a:prstDash val="solid"/>
                </a:ln>
                <a:solidFill>
                  <a:srgbClr val="70AD47">
                    <a:tint val="1000"/>
                  </a:srgbClr>
                </a:solidFill>
                <a:effectLst>
                  <a:glow rad="38100">
                    <a:schemeClr val="accent1">
                      <a:alpha val="40000"/>
                    </a:schemeClr>
                  </a:glow>
                </a:effectLst>
              </a:rPr>
              <a:t>Challenges and Learning</a:t>
            </a:r>
          </a:p>
        </p:txBody>
      </p:sp>
      <mc:AlternateContent xmlns:mc="http://schemas.openxmlformats.org/markup-compatibility/2006" xmlns:pslz="http://schemas.microsoft.com/office/powerpoint/2016/slidezoom">
        <mc:Choice Requires="pslz">
          <p:graphicFrame>
            <p:nvGraphicFramePr>
              <p:cNvPr id="4" name="Slide Zoom 3">
                <a:extLst>
                  <a:ext uri="{FF2B5EF4-FFF2-40B4-BE49-F238E27FC236}">
                    <a16:creationId xmlns:a16="http://schemas.microsoft.com/office/drawing/2014/main" id="{99807AFA-0303-709F-88DB-60C03DFDFACC}"/>
                  </a:ext>
                </a:extLst>
              </p:cNvPr>
              <p:cNvGraphicFramePr>
                <a:graphicFrameLocks noChangeAspect="1"/>
              </p:cNvGraphicFramePr>
              <p:nvPr>
                <p:extLst>
                  <p:ext uri="{D42A27DB-BD31-4B8C-83A1-F6EECF244321}">
                    <p14:modId xmlns:p14="http://schemas.microsoft.com/office/powerpoint/2010/main" val="1038385652"/>
                  </p:ext>
                </p:extLst>
              </p:nvPr>
            </p:nvGraphicFramePr>
            <p:xfrm>
              <a:off x="355601" y="427990"/>
              <a:ext cx="2181013" cy="1226820"/>
            </p:xfrm>
            <a:graphic>
              <a:graphicData uri="http://schemas.microsoft.com/office/powerpoint/2016/slidezoom">
                <pslz:sldZm>
                  <pslz:sldZmObj sldId="306" cId="893174892">
                    <pslz:zmPr id="{7614150D-7318-486E-AE49-2F74C3386D42}" returnToParent="0" transitionDur="1000">
                      <p166:blipFill xmlns:p166="http://schemas.microsoft.com/office/powerpoint/2016/6/main">
                        <a:blip r:embed="rId3"/>
                        <a:stretch>
                          <a:fillRect/>
                        </a:stretch>
                      </p166:blipFill>
                      <p166:spPr xmlns:p166="http://schemas.microsoft.com/office/powerpoint/2016/6/main">
                        <a:xfrm>
                          <a:off x="0" y="0"/>
                          <a:ext cx="2181013" cy="1226820"/>
                        </a:xfrm>
                        <a:prstGeom prst="rect">
                          <a:avLst/>
                        </a:prstGeom>
                        <a:ln w="3175">
                          <a:solidFill>
                            <a:prstClr val="ltGray"/>
                          </a:solidFill>
                        </a:ln>
                      </p166:spPr>
                    </pslz:zmPr>
                  </pslz:sldZmObj>
                </pslz:sldZm>
              </a:graphicData>
            </a:graphic>
          </p:graphicFrame>
        </mc:Choice>
        <mc:Fallback xmlns="">
          <p:pic>
            <p:nvPicPr>
              <p:cNvPr id="4" name="Slide Zoom 3">
                <a:extLst>
                  <a:ext uri="{FF2B5EF4-FFF2-40B4-BE49-F238E27FC236}">
                    <a16:creationId xmlns:a16="http://schemas.microsoft.com/office/drawing/2014/main" id="{99807AFA-0303-709F-88DB-60C03DFDFACC}"/>
                  </a:ext>
                </a:extLst>
              </p:cNvPr>
              <p:cNvPicPr>
                <a:picLocks noGrp="1" noRot="1" noChangeAspect="1" noMove="1" noResize="1" noEditPoints="1" noAdjustHandles="1" noChangeArrowheads="1" noChangeShapeType="1"/>
              </p:cNvPicPr>
              <p:nvPr/>
            </p:nvPicPr>
            <p:blipFill>
              <a:blip r:embed="rId4"/>
              <a:stretch>
                <a:fillRect/>
              </a:stretch>
            </p:blipFill>
            <p:spPr>
              <a:xfrm>
                <a:off x="355601" y="427990"/>
                <a:ext cx="2181013" cy="1226820"/>
              </a:xfrm>
              <a:prstGeom prst="rect">
                <a:avLst/>
              </a:prstGeom>
              <a:ln w="3175">
                <a:solidFill>
                  <a:prstClr val="ltGray"/>
                </a:solidFill>
              </a:ln>
            </p:spPr>
          </p:pic>
        </mc:Fallback>
      </mc:AlternateContent>
      <mc:AlternateContent xmlns:mc="http://schemas.openxmlformats.org/markup-compatibility/2006" xmlns:pslz="http://schemas.microsoft.com/office/powerpoint/2016/slidezoom">
        <mc:Choice Requires="pslz">
          <p:graphicFrame>
            <p:nvGraphicFramePr>
              <p:cNvPr id="6" name="Slide Zoom 5">
                <a:extLst>
                  <a:ext uri="{FF2B5EF4-FFF2-40B4-BE49-F238E27FC236}">
                    <a16:creationId xmlns:a16="http://schemas.microsoft.com/office/drawing/2014/main" id="{E3C5C206-8D37-CBD7-0166-0A7C44F3DFE9}"/>
                  </a:ext>
                </a:extLst>
              </p:cNvPr>
              <p:cNvGraphicFramePr>
                <a:graphicFrameLocks noChangeAspect="1"/>
              </p:cNvGraphicFramePr>
              <p:nvPr>
                <p:extLst>
                  <p:ext uri="{D42A27DB-BD31-4B8C-83A1-F6EECF244321}">
                    <p14:modId xmlns:p14="http://schemas.microsoft.com/office/powerpoint/2010/main" val="3416172328"/>
                  </p:ext>
                </p:extLst>
              </p:nvPr>
            </p:nvGraphicFramePr>
            <p:xfrm>
              <a:off x="3418840" y="332740"/>
              <a:ext cx="2402840" cy="1351598"/>
            </p:xfrm>
            <a:graphic>
              <a:graphicData uri="http://schemas.microsoft.com/office/powerpoint/2016/slidezoom">
                <pslz:sldZm>
                  <pslz:sldZmObj sldId="316" cId="2527786849">
                    <pslz:zmPr id="{3BC95002-258F-42D2-B76F-1F39487550E4}" returnToParent="0" transitionDur="1000">
                      <p166:blipFill xmlns:p166="http://schemas.microsoft.com/office/powerpoint/2016/6/main">
                        <a:blip r:embed="rId5"/>
                        <a:stretch>
                          <a:fillRect/>
                        </a:stretch>
                      </p166:blipFill>
                      <p166:spPr xmlns:p166="http://schemas.microsoft.com/office/powerpoint/2016/6/main">
                        <a:xfrm>
                          <a:off x="0" y="0"/>
                          <a:ext cx="2402840" cy="1351598"/>
                        </a:xfrm>
                        <a:prstGeom prst="rect">
                          <a:avLst/>
                        </a:prstGeom>
                        <a:ln w="3175">
                          <a:solidFill>
                            <a:prstClr val="ltGray"/>
                          </a:solidFill>
                        </a:ln>
                      </p166:spPr>
                    </pslz:zmPr>
                  </pslz:sldZmObj>
                </pslz:sldZm>
              </a:graphicData>
            </a:graphic>
          </p:graphicFrame>
        </mc:Choice>
        <mc:Fallback xmlns="">
          <p:pic>
            <p:nvPicPr>
              <p:cNvPr id="6" name="Slide Zoom 5">
                <a:extLst>
                  <a:ext uri="{FF2B5EF4-FFF2-40B4-BE49-F238E27FC236}">
                    <a16:creationId xmlns:a16="http://schemas.microsoft.com/office/drawing/2014/main" id="{E3C5C206-8D37-CBD7-0166-0A7C44F3DFE9}"/>
                  </a:ext>
                </a:extLst>
              </p:cNvPr>
              <p:cNvPicPr>
                <a:picLocks noGrp="1" noRot="1" noChangeAspect="1" noMove="1" noResize="1" noEditPoints="1" noAdjustHandles="1" noChangeArrowheads="1" noChangeShapeType="1"/>
              </p:cNvPicPr>
              <p:nvPr/>
            </p:nvPicPr>
            <p:blipFill>
              <a:blip r:embed="rId6"/>
              <a:stretch>
                <a:fillRect/>
              </a:stretch>
            </p:blipFill>
            <p:spPr>
              <a:xfrm>
                <a:off x="3418840" y="332740"/>
                <a:ext cx="2402840" cy="1351598"/>
              </a:xfrm>
              <a:prstGeom prst="rect">
                <a:avLst/>
              </a:prstGeom>
              <a:ln w="3175">
                <a:solidFill>
                  <a:prstClr val="ltGray"/>
                </a:solidFill>
              </a:ln>
            </p:spPr>
          </p:pic>
        </mc:Fallback>
      </mc:AlternateContent>
      <mc:AlternateContent xmlns:mc="http://schemas.openxmlformats.org/markup-compatibility/2006" xmlns:pslz="http://schemas.microsoft.com/office/powerpoint/2016/slidezoom">
        <mc:Choice Requires="pslz">
          <p:graphicFrame>
            <p:nvGraphicFramePr>
              <p:cNvPr id="8" name="Slide Zoom 7">
                <a:extLst>
                  <a:ext uri="{FF2B5EF4-FFF2-40B4-BE49-F238E27FC236}">
                    <a16:creationId xmlns:a16="http://schemas.microsoft.com/office/drawing/2014/main" id="{4895952C-7589-3641-1A72-AD0F690A2BA7}"/>
                  </a:ext>
                </a:extLst>
              </p:cNvPr>
              <p:cNvGraphicFramePr>
                <a:graphicFrameLocks noChangeAspect="1"/>
              </p:cNvGraphicFramePr>
              <p:nvPr>
                <p:extLst>
                  <p:ext uri="{D42A27DB-BD31-4B8C-83A1-F6EECF244321}">
                    <p14:modId xmlns:p14="http://schemas.microsoft.com/office/powerpoint/2010/main" val="1187691043"/>
                  </p:ext>
                </p:extLst>
              </p:nvPr>
            </p:nvGraphicFramePr>
            <p:xfrm>
              <a:off x="6365240" y="332740"/>
              <a:ext cx="2402840" cy="1351598"/>
            </p:xfrm>
            <a:graphic>
              <a:graphicData uri="http://schemas.microsoft.com/office/powerpoint/2016/slidezoom">
                <pslz:sldZm>
                  <pslz:sldZmObj sldId="317" cId="4022432776">
                    <pslz:zmPr id="{1524E3FC-EAB7-4426-A8AD-A8337540A378}" returnToParent="0" transitionDur="1000">
                      <p166:blipFill xmlns:p166="http://schemas.microsoft.com/office/powerpoint/2016/6/main">
                        <a:blip r:embed="rId7"/>
                        <a:stretch>
                          <a:fillRect/>
                        </a:stretch>
                      </p166:blipFill>
                      <p166:spPr xmlns:p166="http://schemas.microsoft.com/office/powerpoint/2016/6/main">
                        <a:xfrm>
                          <a:off x="0" y="0"/>
                          <a:ext cx="2402840" cy="1351598"/>
                        </a:xfrm>
                        <a:prstGeom prst="rect">
                          <a:avLst/>
                        </a:prstGeom>
                        <a:ln w="3175">
                          <a:solidFill>
                            <a:prstClr val="ltGray"/>
                          </a:solidFill>
                        </a:ln>
                      </p166:spPr>
                    </pslz:zmPr>
                  </pslz:sldZmObj>
                </pslz:sldZm>
              </a:graphicData>
            </a:graphic>
          </p:graphicFrame>
        </mc:Choice>
        <mc:Fallback xmlns="">
          <p:pic>
            <p:nvPicPr>
              <p:cNvPr id="8" name="Slide Zoom 7">
                <a:extLst>
                  <a:ext uri="{FF2B5EF4-FFF2-40B4-BE49-F238E27FC236}">
                    <a16:creationId xmlns:a16="http://schemas.microsoft.com/office/drawing/2014/main" id="{4895952C-7589-3641-1A72-AD0F690A2BA7}"/>
                  </a:ext>
                </a:extLst>
              </p:cNvPr>
              <p:cNvPicPr>
                <a:picLocks noGrp="1" noRot="1" noChangeAspect="1" noMove="1" noResize="1" noEditPoints="1" noAdjustHandles="1" noChangeArrowheads="1" noChangeShapeType="1"/>
              </p:cNvPicPr>
              <p:nvPr/>
            </p:nvPicPr>
            <p:blipFill>
              <a:blip r:embed="rId8"/>
              <a:stretch>
                <a:fillRect/>
              </a:stretch>
            </p:blipFill>
            <p:spPr>
              <a:xfrm>
                <a:off x="6365240" y="332740"/>
                <a:ext cx="2402840" cy="1351598"/>
              </a:xfrm>
              <a:prstGeom prst="rect">
                <a:avLst/>
              </a:prstGeom>
              <a:ln w="3175">
                <a:solidFill>
                  <a:prstClr val="ltGray"/>
                </a:solidFill>
              </a:ln>
            </p:spPr>
          </p:pic>
        </mc:Fallback>
      </mc:AlternateContent>
      <mc:AlternateContent xmlns:mc="http://schemas.openxmlformats.org/markup-compatibility/2006" xmlns:pslz="http://schemas.microsoft.com/office/powerpoint/2016/slidezoom">
        <mc:Choice Requires="pslz">
          <p:graphicFrame>
            <p:nvGraphicFramePr>
              <p:cNvPr id="10" name="Slide Zoom 9">
                <a:extLst>
                  <a:ext uri="{FF2B5EF4-FFF2-40B4-BE49-F238E27FC236}">
                    <a16:creationId xmlns:a16="http://schemas.microsoft.com/office/drawing/2014/main" id="{2F179BB5-C304-C2BF-2CAE-345A0EAB592F}"/>
                  </a:ext>
                </a:extLst>
              </p:cNvPr>
              <p:cNvGraphicFramePr>
                <a:graphicFrameLocks noChangeAspect="1"/>
              </p:cNvGraphicFramePr>
              <p:nvPr>
                <p:extLst>
                  <p:ext uri="{D42A27DB-BD31-4B8C-83A1-F6EECF244321}">
                    <p14:modId xmlns:p14="http://schemas.microsoft.com/office/powerpoint/2010/main" val="3048059786"/>
                  </p:ext>
                </p:extLst>
              </p:nvPr>
            </p:nvGraphicFramePr>
            <p:xfrm>
              <a:off x="9311640" y="332740"/>
              <a:ext cx="2402840" cy="1351598"/>
            </p:xfrm>
            <a:graphic>
              <a:graphicData uri="http://schemas.microsoft.com/office/powerpoint/2016/slidezoom">
                <pslz:sldZm>
                  <pslz:sldZmObj sldId="318" cId="3012423092">
                    <pslz:zmPr id="{D330A5FD-2141-402A-8500-E88B44F2B668}" returnToParent="0" transitionDur="1000">
                      <p166:blipFill xmlns:p166="http://schemas.microsoft.com/office/powerpoint/2016/6/main">
                        <a:blip r:embed="rId9"/>
                        <a:stretch>
                          <a:fillRect/>
                        </a:stretch>
                      </p166:blipFill>
                      <p166:spPr xmlns:p166="http://schemas.microsoft.com/office/powerpoint/2016/6/main">
                        <a:xfrm>
                          <a:off x="0" y="0"/>
                          <a:ext cx="2402840" cy="1351598"/>
                        </a:xfrm>
                        <a:prstGeom prst="rect">
                          <a:avLst/>
                        </a:prstGeom>
                        <a:ln w="3175">
                          <a:solidFill>
                            <a:prstClr val="ltGray"/>
                          </a:solidFill>
                        </a:ln>
                      </p166:spPr>
                    </pslz:zmPr>
                  </pslz:sldZmObj>
                </pslz:sldZm>
              </a:graphicData>
            </a:graphic>
          </p:graphicFrame>
        </mc:Choice>
        <mc:Fallback xmlns="">
          <p:pic>
            <p:nvPicPr>
              <p:cNvPr id="10" name="Slide Zoom 9">
                <a:extLst>
                  <a:ext uri="{FF2B5EF4-FFF2-40B4-BE49-F238E27FC236}">
                    <a16:creationId xmlns:a16="http://schemas.microsoft.com/office/drawing/2014/main" id="{2F179BB5-C304-C2BF-2CAE-345A0EAB592F}"/>
                  </a:ext>
                </a:extLst>
              </p:cNvPr>
              <p:cNvPicPr>
                <a:picLocks noGrp="1" noRot="1" noChangeAspect="1" noMove="1" noResize="1" noEditPoints="1" noAdjustHandles="1" noChangeArrowheads="1" noChangeShapeType="1"/>
              </p:cNvPicPr>
              <p:nvPr/>
            </p:nvPicPr>
            <p:blipFill>
              <a:blip r:embed="rId10"/>
              <a:stretch>
                <a:fillRect/>
              </a:stretch>
            </p:blipFill>
            <p:spPr>
              <a:xfrm>
                <a:off x="9311640" y="332740"/>
                <a:ext cx="2402840" cy="1351598"/>
              </a:xfrm>
              <a:prstGeom prst="rect">
                <a:avLst/>
              </a:prstGeom>
              <a:ln w="3175">
                <a:solidFill>
                  <a:prstClr val="ltGray"/>
                </a:solidFill>
              </a:ln>
            </p:spPr>
          </p:pic>
        </mc:Fallback>
      </mc:AlternateContent>
    </p:spTree>
    <p:extLst>
      <p:ext uri="{BB962C8B-B14F-4D97-AF65-F5344CB8AC3E}">
        <p14:creationId xmlns:p14="http://schemas.microsoft.com/office/powerpoint/2010/main" val="176269349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tx1"/>
            </a:gs>
            <a:gs pos="73000">
              <a:schemeClr val="tx1">
                <a:lumMod val="85000"/>
                <a:lumOff val="15000"/>
              </a:schemeClr>
            </a:gs>
            <a:gs pos="35000">
              <a:schemeClr val="tx1">
                <a:lumMod val="85000"/>
                <a:lumOff val="15000"/>
              </a:schemeClr>
            </a:gs>
            <a:gs pos="100000">
              <a:schemeClr val="tx1"/>
            </a:gs>
          </a:gsLst>
          <a:path path="circle">
            <a:fillToRect l="100000" t="100000"/>
          </a:path>
          <a:tileRect r="-100000" b="-100000"/>
        </a:gradFill>
        <a:effectLst/>
      </p:bgPr>
    </p:bg>
    <p:spTree>
      <p:nvGrpSpPr>
        <p:cNvPr id="1" name="">
          <a:extLst>
            <a:ext uri="{FF2B5EF4-FFF2-40B4-BE49-F238E27FC236}">
              <a16:creationId xmlns:a16="http://schemas.microsoft.com/office/drawing/2014/main" id="{A0EE158E-C27C-00DF-C8E3-671FCC934A21}"/>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017CCFDB-1B72-82A0-1F70-56C7E4FC0161}"/>
              </a:ext>
            </a:extLst>
          </p:cNvPr>
          <p:cNvSpPr txBox="1"/>
          <p:nvPr/>
        </p:nvSpPr>
        <p:spPr>
          <a:xfrm>
            <a:off x="894080" y="1388795"/>
            <a:ext cx="10403840" cy="923330"/>
          </a:xfrm>
          <a:prstGeom prst="rect">
            <a:avLst/>
          </a:prstGeom>
          <a:noFill/>
        </p:spPr>
        <p:txBody>
          <a:bodyPr wrap="square">
            <a:spAutoFit/>
          </a:bodyPr>
          <a:lstStyle/>
          <a:p>
            <a:pPr algn="ctr"/>
            <a:r>
              <a:rPr lang="en-IN" sz="5400" b="1" cap="none" spc="50" dirty="0">
                <a:ln w="9525" cmpd="sng">
                  <a:solidFill>
                    <a:schemeClr val="accent1"/>
                  </a:solidFill>
                  <a:prstDash val="solid"/>
                </a:ln>
                <a:solidFill>
                  <a:srgbClr val="70AD47">
                    <a:tint val="1000"/>
                  </a:srgbClr>
                </a:solidFill>
                <a:effectLst>
                  <a:glow rad="38100">
                    <a:schemeClr val="accent1">
                      <a:alpha val="40000"/>
                    </a:schemeClr>
                  </a:glow>
                </a:effectLst>
              </a:rPr>
              <a:t>Handling </a:t>
            </a:r>
            <a:r>
              <a:rPr lang="en-IN" sz="5400" b="1" spc="50" dirty="0">
                <a:ln w="9525" cmpd="sng">
                  <a:solidFill>
                    <a:schemeClr val="accent1"/>
                  </a:solidFill>
                  <a:prstDash val="solid"/>
                </a:ln>
                <a:solidFill>
                  <a:srgbClr val="70AD47">
                    <a:tint val="1000"/>
                  </a:srgbClr>
                </a:solidFill>
                <a:effectLst>
                  <a:glow rad="38100">
                    <a:schemeClr val="accent1">
                      <a:alpha val="40000"/>
                    </a:schemeClr>
                  </a:glow>
                </a:effectLst>
              </a:rPr>
              <a:t>I</a:t>
            </a:r>
            <a:r>
              <a:rPr lang="en-IN" sz="5400" b="1" cap="none" spc="50" dirty="0">
                <a:ln w="9525" cmpd="sng">
                  <a:solidFill>
                    <a:schemeClr val="accent1"/>
                  </a:solidFill>
                  <a:prstDash val="solid"/>
                </a:ln>
                <a:solidFill>
                  <a:srgbClr val="70AD47">
                    <a:tint val="1000"/>
                  </a:srgbClr>
                </a:solidFill>
                <a:effectLst>
                  <a:glow rad="38100">
                    <a:schemeClr val="accent1">
                      <a:alpha val="40000"/>
                    </a:schemeClr>
                  </a:glow>
                </a:effectLst>
              </a:rPr>
              <a:t>mbalanced Datasets</a:t>
            </a:r>
            <a:endParaRPr lang="en-US" sz="5400" b="1" cap="none" spc="50" dirty="0">
              <a:ln w="9525" cmpd="sng">
                <a:solidFill>
                  <a:schemeClr val="accent1"/>
                </a:solidFill>
                <a:prstDash val="solid"/>
              </a:ln>
              <a:solidFill>
                <a:srgbClr val="70AD47">
                  <a:tint val="1000"/>
                </a:srgbClr>
              </a:solidFill>
              <a:effectLst>
                <a:glow rad="38100">
                  <a:schemeClr val="accent1">
                    <a:alpha val="40000"/>
                  </a:schemeClr>
                </a:glow>
              </a:effectLst>
            </a:endParaRPr>
          </a:p>
        </p:txBody>
      </p:sp>
      <p:sp>
        <p:nvSpPr>
          <p:cNvPr id="5" name="TextBox 4">
            <a:extLst>
              <a:ext uri="{FF2B5EF4-FFF2-40B4-BE49-F238E27FC236}">
                <a16:creationId xmlns:a16="http://schemas.microsoft.com/office/drawing/2014/main" id="{5E6A89AE-4620-BAC6-8E6E-17F28EC5CAD7}"/>
              </a:ext>
            </a:extLst>
          </p:cNvPr>
          <p:cNvSpPr txBox="1"/>
          <p:nvPr/>
        </p:nvSpPr>
        <p:spPr>
          <a:xfrm>
            <a:off x="2082800" y="2858760"/>
            <a:ext cx="7884160" cy="2308324"/>
          </a:xfrm>
          <a:prstGeom prst="rect">
            <a:avLst/>
          </a:prstGeom>
          <a:noFill/>
        </p:spPr>
        <p:txBody>
          <a:bodyPr wrap="square">
            <a:spAutoFit/>
          </a:bodyPr>
          <a:lstStyle/>
          <a:p>
            <a:pPr algn="just"/>
            <a:r>
              <a:rPr lang="en-US" sz="2400" dirty="0">
                <a:solidFill>
                  <a:schemeClr val="bg2"/>
                </a:solidFill>
              </a:rPr>
              <a:t>One of the significant challenges faced was the handling of highly imbalanced datasets, where fraudulent transactions represented a small percentage of the total data. This necessitated the implementation of techniques such as oversampling and under-sampling in the XGBoost model to improve detection rates.</a:t>
            </a:r>
            <a:endParaRPr lang="en-IN" sz="2400" dirty="0">
              <a:solidFill>
                <a:schemeClr val="bg2"/>
              </a:solidFill>
            </a:endParaRPr>
          </a:p>
        </p:txBody>
      </p:sp>
    </p:spTree>
    <p:extLst>
      <p:ext uri="{BB962C8B-B14F-4D97-AF65-F5344CB8AC3E}">
        <p14:creationId xmlns:p14="http://schemas.microsoft.com/office/powerpoint/2010/main" val="89317489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tx1"/>
            </a:gs>
            <a:gs pos="73000">
              <a:schemeClr val="tx1">
                <a:lumMod val="85000"/>
                <a:lumOff val="15000"/>
              </a:schemeClr>
            </a:gs>
            <a:gs pos="35000">
              <a:schemeClr val="tx1">
                <a:lumMod val="85000"/>
                <a:lumOff val="15000"/>
              </a:schemeClr>
            </a:gs>
            <a:gs pos="100000">
              <a:schemeClr val="tx1"/>
            </a:gs>
          </a:gsLst>
          <a:path path="circle">
            <a:fillToRect l="100000" t="100000"/>
          </a:path>
          <a:tileRect r="-100000" b="-100000"/>
        </a:gradFill>
        <a:effectLst/>
      </p:bgPr>
    </p:bg>
    <p:spTree>
      <p:nvGrpSpPr>
        <p:cNvPr id="1" name="">
          <a:extLst>
            <a:ext uri="{FF2B5EF4-FFF2-40B4-BE49-F238E27FC236}">
              <a16:creationId xmlns:a16="http://schemas.microsoft.com/office/drawing/2014/main" id="{B5E66015-B26B-E268-67EC-655C99129B60}"/>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04E1A3D3-794D-7B24-589E-EA23866C9CB4}"/>
              </a:ext>
            </a:extLst>
          </p:cNvPr>
          <p:cNvSpPr txBox="1"/>
          <p:nvPr/>
        </p:nvSpPr>
        <p:spPr>
          <a:xfrm>
            <a:off x="894080" y="1195755"/>
            <a:ext cx="10403840" cy="923330"/>
          </a:xfrm>
          <a:prstGeom prst="rect">
            <a:avLst/>
          </a:prstGeom>
          <a:noFill/>
        </p:spPr>
        <p:txBody>
          <a:bodyPr wrap="square">
            <a:spAutoFit/>
          </a:bodyPr>
          <a:lstStyle/>
          <a:p>
            <a:pPr algn="ctr"/>
            <a:r>
              <a:rPr lang="en-IN" sz="5400" b="1" cap="none" spc="50" dirty="0">
                <a:ln w="9525" cmpd="sng">
                  <a:solidFill>
                    <a:schemeClr val="accent1"/>
                  </a:solidFill>
                  <a:prstDash val="solid"/>
                </a:ln>
                <a:solidFill>
                  <a:srgbClr val="70AD47">
                    <a:tint val="1000"/>
                  </a:srgbClr>
                </a:solidFill>
                <a:effectLst>
                  <a:glow rad="38100">
                    <a:schemeClr val="accent1">
                      <a:alpha val="40000"/>
                    </a:schemeClr>
                  </a:glow>
                </a:effectLst>
              </a:rPr>
              <a:t>Synchronizing Dashboard </a:t>
            </a:r>
            <a:r>
              <a:rPr lang="en-IN" sz="5400" b="1" spc="50" dirty="0">
                <a:ln w="9525" cmpd="sng">
                  <a:solidFill>
                    <a:schemeClr val="accent1"/>
                  </a:solidFill>
                  <a:prstDash val="solid"/>
                </a:ln>
                <a:solidFill>
                  <a:srgbClr val="70AD47">
                    <a:tint val="1000"/>
                  </a:srgbClr>
                </a:solidFill>
                <a:effectLst>
                  <a:glow rad="38100">
                    <a:schemeClr val="accent1">
                      <a:alpha val="40000"/>
                    </a:schemeClr>
                  </a:glow>
                </a:effectLst>
              </a:rPr>
              <a:t>R</a:t>
            </a:r>
            <a:r>
              <a:rPr lang="en-IN" sz="5400" b="1" cap="none" spc="50" dirty="0">
                <a:ln w="9525" cmpd="sng">
                  <a:solidFill>
                    <a:schemeClr val="accent1"/>
                  </a:solidFill>
                  <a:prstDash val="solid"/>
                </a:ln>
                <a:solidFill>
                  <a:srgbClr val="70AD47">
                    <a:tint val="1000"/>
                  </a:srgbClr>
                </a:solidFill>
                <a:effectLst>
                  <a:glow rad="38100">
                    <a:schemeClr val="accent1">
                      <a:alpha val="40000"/>
                    </a:schemeClr>
                  </a:glow>
                </a:effectLst>
              </a:rPr>
              <a:t>efresh</a:t>
            </a:r>
            <a:endParaRPr lang="en-US" sz="5400" b="1" cap="none" spc="50" dirty="0">
              <a:ln w="9525" cmpd="sng">
                <a:solidFill>
                  <a:schemeClr val="accent1"/>
                </a:solidFill>
                <a:prstDash val="solid"/>
              </a:ln>
              <a:solidFill>
                <a:srgbClr val="70AD47">
                  <a:tint val="1000"/>
                </a:srgbClr>
              </a:solidFill>
              <a:effectLst>
                <a:glow rad="38100">
                  <a:schemeClr val="accent1">
                    <a:alpha val="40000"/>
                  </a:schemeClr>
                </a:glow>
              </a:effectLst>
            </a:endParaRPr>
          </a:p>
        </p:txBody>
      </p:sp>
      <p:sp>
        <p:nvSpPr>
          <p:cNvPr id="5" name="TextBox 4">
            <a:extLst>
              <a:ext uri="{FF2B5EF4-FFF2-40B4-BE49-F238E27FC236}">
                <a16:creationId xmlns:a16="http://schemas.microsoft.com/office/drawing/2014/main" id="{799A9F8F-821D-C91A-A6B3-182BB0EDD16D}"/>
              </a:ext>
            </a:extLst>
          </p:cNvPr>
          <p:cNvSpPr txBox="1"/>
          <p:nvPr/>
        </p:nvSpPr>
        <p:spPr>
          <a:xfrm>
            <a:off x="2021840" y="3041640"/>
            <a:ext cx="7884160" cy="1938992"/>
          </a:xfrm>
          <a:prstGeom prst="rect">
            <a:avLst/>
          </a:prstGeom>
          <a:noFill/>
        </p:spPr>
        <p:txBody>
          <a:bodyPr wrap="square">
            <a:spAutoFit/>
          </a:bodyPr>
          <a:lstStyle/>
          <a:p>
            <a:pPr algn="just"/>
            <a:r>
              <a:rPr lang="en-US" sz="2400" dirty="0">
                <a:solidFill>
                  <a:schemeClr val="bg2"/>
                </a:solidFill>
              </a:rPr>
              <a:t>Synchronizing real-time dashboard refresh posed another challenge, as it required ensuring that the analytics presented to users were always up-to-date. This involved optimizing the data flow and refreshing intervals without compromising performance, thus maintaining a seamless user experience.</a:t>
            </a:r>
            <a:endParaRPr lang="en-IN" sz="2400" dirty="0">
              <a:solidFill>
                <a:schemeClr val="bg2"/>
              </a:solidFill>
            </a:endParaRPr>
          </a:p>
        </p:txBody>
      </p:sp>
    </p:spTree>
    <p:extLst>
      <p:ext uri="{BB962C8B-B14F-4D97-AF65-F5344CB8AC3E}">
        <p14:creationId xmlns:p14="http://schemas.microsoft.com/office/powerpoint/2010/main" val="252778684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tx1"/>
            </a:gs>
            <a:gs pos="73000">
              <a:schemeClr val="tx1">
                <a:lumMod val="85000"/>
                <a:lumOff val="15000"/>
              </a:schemeClr>
            </a:gs>
            <a:gs pos="35000">
              <a:schemeClr val="tx1">
                <a:lumMod val="85000"/>
                <a:lumOff val="15000"/>
              </a:schemeClr>
            </a:gs>
            <a:gs pos="100000">
              <a:schemeClr val="tx1"/>
            </a:gs>
          </a:gsLst>
          <a:path path="circle">
            <a:fillToRect l="100000" t="100000"/>
          </a:path>
          <a:tileRect r="-100000" b="-100000"/>
        </a:gradFill>
        <a:effectLst/>
      </p:bgPr>
    </p:bg>
    <p:spTree>
      <p:nvGrpSpPr>
        <p:cNvPr id="1" name="">
          <a:extLst>
            <a:ext uri="{FF2B5EF4-FFF2-40B4-BE49-F238E27FC236}">
              <a16:creationId xmlns:a16="http://schemas.microsoft.com/office/drawing/2014/main" id="{28469D08-49E3-043E-6CFC-0B38F6789089}"/>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8D368246-05C0-F4A6-8231-A93A13CB2E2E}"/>
              </a:ext>
            </a:extLst>
          </p:cNvPr>
          <p:cNvSpPr txBox="1"/>
          <p:nvPr/>
        </p:nvSpPr>
        <p:spPr>
          <a:xfrm>
            <a:off x="894080" y="1663115"/>
            <a:ext cx="10403840" cy="923330"/>
          </a:xfrm>
          <a:prstGeom prst="rect">
            <a:avLst/>
          </a:prstGeom>
          <a:noFill/>
        </p:spPr>
        <p:txBody>
          <a:bodyPr wrap="square">
            <a:spAutoFit/>
          </a:bodyPr>
          <a:lstStyle/>
          <a:p>
            <a:pPr algn="ctr"/>
            <a:r>
              <a:rPr lang="en-IN" sz="5400" b="1" cap="none" spc="50" dirty="0">
                <a:ln w="9525" cmpd="sng">
                  <a:solidFill>
                    <a:schemeClr val="accent1"/>
                  </a:solidFill>
                  <a:prstDash val="solid"/>
                </a:ln>
                <a:solidFill>
                  <a:srgbClr val="70AD47">
                    <a:tint val="1000"/>
                  </a:srgbClr>
                </a:solidFill>
                <a:effectLst>
                  <a:glow rad="38100">
                    <a:schemeClr val="accent1">
                      <a:alpha val="40000"/>
                    </a:schemeClr>
                  </a:glow>
                </a:effectLst>
              </a:rPr>
              <a:t>Understanding ML Pipelines</a:t>
            </a:r>
            <a:endParaRPr lang="en-US" sz="5400" b="1" cap="none" spc="50" dirty="0">
              <a:ln w="9525" cmpd="sng">
                <a:solidFill>
                  <a:schemeClr val="accent1"/>
                </a:solidFill>
                <a:prstDash val="solid"/>
              </a:ln>
              <a:solidFill>
                <a:srgbClr val="70AD47">
                  <a:tint val="1000"/>
                </a:srgbClr>
              </a:solidFill>
              <a:effectLst>
                <a:glow rad="38100">
                  <a:schemeClr val="accent1">
                    <a:alpha val="40000"/>
                  </a:schemeClr>
                </a:glow>
              </a:effectLst>
            </a:endParaRPr>
          </a:p>
        </p:txBody>
      </p:sp>
      <p:sp>
        <p:nvSpPr>
          <p:cNvPr id="5" name="TextBox 4">
            <a:extLst>
              <a:ext uri="{FF2B5EF4-FFF2-40B4-BE49-F238E27FC236}">
                <a16:creationId xmlns:a16="http://schemas.microsoft.com/office/drawing/2014/main" id="{38A680C9-5E25-C3E0-BE56-49A937D2AF49}"/>
              </a:ext>
            </a:extLst>
          </p:cNvPr>
          <p:cNvSpPr txBox="1"/>
          <p:nvPr/>
        </p:nvSpPr>
        <p:spPr>
          <a:xfrm>
            <a:off x="2153920" y="2992120"/>
            <a:ext cx="7884160" cy="1938992"/>
          </a:xfrm>
          <a:prstGeom prst="rect">
            <a:avLst/>
          </a:prstGeom>
          <a:noFill/>
        </p:spPr>
        <p:txBody>
          <a:bodyPr wrap="square">
            <a:spAutoFit/>
          </a:bodyPr>
          <a:lstStyle/>
          <a:p>
            <a:pPr algn="just"/>
            <a:r>
              <a:rPr lang="en-US" sz="2400" dirty="0">
                <a:solidFill>
                  <a:schemeClr val="bg2"/>
                </a:solidFill>
              </a:rPr>
              <a:t>Through the project, there was a significant improvement in understanding machine learning pipelines, including data preprocessing, model training, and evaluation techniques. This knowledge is crucial for future projects involving predictive analytics.</a:t>
            </a:r>
            <a:endParaRPr lang="en-IN" sz="2400" dirty="0">
              <a:solidFill>
                <a:schemeClr val="bg2"/>
              </a:solidFill>
            </a:endParaRPr>
          </a:p>
        </p:txBody>
      </p:sp>
    </p:spTree>
    <p:extLst>
      <p:ext uri="{BB962C8B-B14F-4D97-AF65-F5344CB8AC3E}">
        <p14:creationId xmlns:p14="http://schemas.microsoft.com/office/powerpoint/2010/main" val="402243277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tx1"/>
            </a:gs>
            <a:gs pos="73000">
              <a:schemeClr val="tx1">
                <a:lumMod val="85000"/>
                <a:lumOff val="15000"/>
              </a:schemeClr>
            </a:gs>
            <a:gs pos="35000">
              <a:schemeClr val="tx1">
                <a:lumMod val="85000"/>
                <a:lumOff val="15000"/>
              </a:schemeClr>
            </a:gs>
            <a:gs pos="100000">
              <a:schemeClr val="tx1"/>
            </a:gs>
          </a:gsLst>
          <a:path path="circle">
            <a:fillToRect l="100000" t="100000"/>
          </a:path>
          <a:tileRect r="-100000" b="-100000"/>
        </a:gradFill>
        <a:effectLst/>
      </p:bgPr>
    </p:bg>
    <p:spTree>
      <p:nvGrpSpPr>
        <p:cNvPr id="1" name="">
          <a:extLst>
            <a:ext uri="{FF2B5EF4-FFF2-40B4-BE49-F238E27FC236}">
              <a16:creationId xmlns:a16="http://schemas.microsoft.com/office/drawing/2014/main" id="{0DD04646-CA09-B85C-CE32-2CC310DE2EDE}"/>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AB680151-27D4-7459-4B01-AA43559125FF}"/>
              </a:ext>
            </a:extLst>
          </p:cNvPr>
          <p:cNvSpPr txBox="1"/>
          <p:nvPr/>
        </p:nvSpPr>
        <p:spPr>
          <a:xfrm>
            <a:off x="894080" y="1581835"/>
            <a:ext cx="10403840" cy="923330"/>
          </a:xfrm>
          <a:prstGeom prst="rect">
            <a:avLst/>
          </a:prstGeom>
          <a:noFill/>
        </p:spPr>
        <p:txBody>
          <a:bodyPr wrap="square">
            <a:spAutoFit/>
          </a:bodyPr>
          <a:lstStyle/>
          <a:p>
            <a:pPr algn="ctr"/>
            <a:r>
              <a:rPr lang="en-IN" sz="5400" b="1" cap="none" spc="50" dirty="0">
                <a:ln w="9525" cmpd="sng">
                  <a:solidFill>
                    <a:schemeClr val="accent1"/>
                  </a:solidFill>
                  <a:prstDash val="solid"/>
                </a:ln>
                <a:solidFill>
                  <a:srgbClr val="70AD47">
                    <a:tint val="1000"/>
                  </a:srgbClr>
                </a:solidFill>
                <a:effectLst>
                  <a:glow rad="38100">
                    <a:schemeClr val="accent1">
                      <a:alpha val="40000"/>
                    </a:schemeClr>
                  </a:glow>
                </a:effectLst>
              </a:rPr>
              <a:t>Experience </a:t>
            </a:r>
            <a:r>
              <a:rPr lang="en-IN" sz="5400" b="1" spc="50" dirty="0">
                <a:ln w="9525" cmpd="sng">
                  <a:solidFill>
                    <a:schemeClr val="accent1"/>
                  </a:solidFill>
                  <a:prstDash val="solid"/>
                </a:ln>
                <a:solidFill>
                  <a:srgbClr val="70AD47">
                    <a:tint val="1000"/>
                  </a:srgbClr>
                </a:solidFill>
                <a:effectLst>
                  <a:glow rad="38100">
                    <a:schemeClr val="accent1">
                      <a:alpha val="40000"/>
                    </a:schemeClr>
                  </a:glow>
                </a:effectLst>
              </a:rPr>
              <a:t>w</a:t>
            </a:r>
            <a:r>
              <a:rPr lang="en-IN" sz="5400" b="1" cap="none" spc="50" dirty="0">
                <a:ln w="9525" cmpd="sng">
                  <a:solidFill>
                    <a:schemeClr val="accent1"/>
                  </a:solidFill>
                  <a:prstDash val="solid"/>
                </a:ln>
                <a:solidFill>
                  <a:srgbClr val="70AD47">
                    <a:tint val="1000"/>
                  </a:srgbClr>
                </a:solidFill>
                <a:effectLst>
                  <a:glow rad="38100">
                    <a:schemeClr val="accent1">
                      <a:alpha val="40000"/>
                    </a:schemeClr>
                  </a:glow>
                </a:effectLst>
              </a:rPr>
              <a:t>ith </a:t>
            </a:r>
            <a:r>
              <a:rPr lang="en-IN" sz="5400" b="1" spc="50" dirty="0">
                <a:ln w="9525" cmpd="sng">
                  <a:solidFill>
                    <a:schemeClr val="accent1"/>
                  </a:solidFill>
                  <a:prstDash val="solid"/>
                </a:ln>
                <a:solidFill>
                  <a:srgbClr val="70AD47">
                    <a:tint val="1000"/>
                  </a:srgbClr>
                </a:solidFill>
                <a:effectLst>
                  <a:glow rad="38100">
                    <a:schemeClr val="accent1">
                      <a:alpha val="40000"/>
                    </a:schemeClr>
                  </a:glow>
                </a:effectLst>
              </a:rPr>
              <a:t>D</a:t>
            </a:r>
            <a:r>
              <a:rPr lang="en-IN" sz="5400" b="1" cap="none" spc="50" dirty="0">
                <a:ln w="9525" cmpd="sng">
                  <a:solidFill>
                    <a:schemeClr val="accent1"/>
                  </a:solidFill>
                  <a:prstDash val="solid"/>
                </a:ln>
                <a:solidFill>
                  <a:srgbClr val="70AD47">
                    <a:tint val="1000"/>
                  </a:srgbClr>
                </a:solidFill>
                <a:effectLst>
                  <a:glow rad="38100">
                    <a:schemeClr val="accent1">
                      <a:alpha val="40000"/>
                    </a:schemeClr>
                  </a:glow>
                </a:effectLst>
              </a:rPr>
              <a:t>eployment </a:t>
            </a:r>
            <a:r>
              <a:rPr lang="en-IN" sz="5400" b="1" spc="50" dirty="0">
                <a:ln w="9525" cmpd="sng">
                  <a:solidFill>
                    <a:schemeClr val="accent1"/>
                  </a:solidFill>
                  <a:prstDash val="solid"/>
                </a:ln>
                <a:solidFill>
                  <a:srgbClr val="70AD47">
                    <a:tint val="1000"/>
                  </a:srgbClr>
                </a:solidFill>
                <a:effectLst>
                  <a:glow rad="38100">
                    <a:schemeClr val="accent1">
                      <a:alpha val="40000"/>
                    </a:schemeClr>
                  </a:glow>
                </a:effectLst>
              </a:rPr>
              <a:t>T</a:t>
            </a:r>
            <a:r>
              <a:rPr lang="en-IN" sz="5400" b="1" cap="none" spc="50" dirty="0">
                <a:ln w="9525" cmpd="sng">
                  <a:solidFill>
                    <a:schemeClr val="accent1"/>
                  </a:solidFill>
                  <a:prstDash val="solid"/>
                </a:ln>
                <a:solidFill>
                  <a:srgbClr val="70AD47">
                    <a:tint val="1000"/>
                  </a:srgbClr>
                </a:solidFill>
                <a:effectLst>
                  <a:glow rad="38100">
                    <a:schemeClr val="accent1">
                      <a:alpha val="40000"/>
                    </a:schemeClr>
                  </a:glow>
                </a:effectLst>
              </a:rPr>
              <a:t>ools</a:t>
            </a:r>
            <a:endParaRPr lang="en-US" sz="5400" b="1" cap="none" spc="50" dirty="0">
              <a:ln w="9525" cmpd="sng">
                <a:solidFill>
                  <a:schemeClr val="accent1"/>
                </a:solidFill>
                <a:prstDash val="solid"/>
              </a:ln>
              <a:solidFill>
                <a:srgbClr val="70AD47">
                  <a:tint val="1000"/>
                </a:srgbClr>
              </a:solidFill>
              <a:effectLst>
                <a:glow rad="38100">
                  <a:schemeClr val="accent1">
                    <a:alpha val="40000"/>
                  </a:schemeClr>
                </a:glow>
              </a:effectLst>
            </a:endParaRPr>
          </a:p>
        </p:txBody>
      </p:sp>
      <p:sp>
        <p:nvSpPr>
          <p:cNvPr id="5" name="TextBox 4">
            <a:extLst>
              <a:ext uri="{FF2B5EF4-FFF2-40B4-BE49-F238E27FC236}">
                <a16:creationId xmlns:a16="http://schemas.microsoft.com/office/drawing/2014/main" id="{CA98A3ED-E7C7-1FA8-2D88-5E2FC7A90AC8}"/>
              </a:ext>
            </a:extLst>
          </p:cNvPr>
          <p:cNvSpPr txBox="1"/>
          <p:nvPr/>
        </p:nvSpPr>
        <p:spPr>
          <a:xfrm>
            <a:off x="2153920" y="2788920"/>
            <a:ext cx="7884160" cy="1938992"/>
          </a:xfrm>
          <a:prstGeom prst="rect">
            <a:avLst/>
          </a:prstGeom>
          <a:noFill/>
        </p:spPr>
        <p:txBody>
          <a:bodyPr wrap="square">
            <a:spAutoFit/>
          </a:bodyPr>
          <a:lstStyle/>
          <a:p>
            <a:pPr algn="just"/>
            <a:r>
              <a:rPr lang="en-US" sz="2400" dirty="0">
                <a:solidFill>
                  <a:schemeClr val="bg2"/>
                </a:solidFill>
              </a:rPr>
              <a:t>The project also provided valuable experience with deployment tools and visualization frameworks like Streamlit  and Plotly. This hands-on experience is beneficial for effectively presenting data insights and building interactive applications in future endeavors.</a:t>
            </a:r>
            <a:endParaRPr lang="en-IN" sz="2400" dirty="0">
              <a:solidFill>
                <a:schemeClr val="bg2"/>
              </a:solidFill>
            </a:endParaRPr>
          </a:p>
        </p:txBody>
      </p:sp>
    </p:spTree>
    <p:extLst>
      <p:ext uri="{BB962C8B-B14F-4D97-AF65-F5344CB8AC3E}">
        <p14:creationId xmlns:p14="http://schemas.microsoft.com/office/powerpoint/2010/main" val="301242309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FE313FA0-D8A4-6FD0-5E67-68068EA99ABC}"/>
            </a:ext>
          </a:extLst>
        </p:cNvPr>
        <p:cNvGrpSpPr/>
        <p:nvPr/>
      </p:nvGrpSpPr>
      <p:grpSpPr>
        <a:xfrm>
          <a:off x="0" y="0"/>
          <a:ext cx="0" cy="0"/>
          <a:chOff x="0" y="0"/>
          <a:chExt cx="0" cy="0"/>
        </a:xfrm>
      </p:grpSpPr>
      <p:pic>
        <p:nvPicPr>
          <p:cNvPr id="171" name="Picture 170">
            <a:extLst>
              <a:ext uri="{FF2B5EF4-FFF2-40B4-BE49-F238E27FC236}">
                <a16:creationId xmlns:a16="http://schemas.microsoft.com/office/drawing/2014/main" id="{AF9FF07E-0F06-B0F8-8986-F4C04797756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001138" y="2129236"/>
            <a:ext cx="2970122" cy="2008303"/>
          </a:xfrm>
          <a:prstGeom prst="rect">
            <a:avLst/>
          </a:prstGeom>
        </p:spPr>
      </p:pic>
      <p:pic>
        <p:nvPicPr>
          <p:cNvPr id="173" name="Picture 172">
            <a:extLst>
              <a:ext uri="{FF2B5EF4-FFF2-40B4-BE49-F238E27FC236}">
                <a16:creationId xmlns:a16="http://schemas.microsoft.com/office/drawing/2014/main" id="{66BC0BF3-360C-8899-BD35-A6E8C40EB57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404600" y="3820622"/>
            <a:ext cx="1442936" cy="1875816"/>
          </a:xfrm>
          <a:prstGeom prst="rect">
            <a:avLst/>
          </a:prstGeom>
        </p:spPr>
      </p:pic>
      <p:pic>
        <p:nvPicPr>
          <p:cNvPr id="165" name="Picture 164">
            <a:extLst>
              <a:ext uri="{FF2B5EF4-FFF2-40B4-BE49-F238E27FC236}">
                <a16:creationId xmlns:a16="http://schemas.microsoft.com/office/drawing/2014/main" id="{DA1254C1-F98D-C61B-AE2F-E4099181547A}"/>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01915" y="2458294"/>
            <a:ext cx="1447245" cy="1447245"/>
          </a:xfrm>
          <a:prstGeom prst="rect">
            <a:avLst/>
          </a:prstGeom>
        </p:spPr>
      </p:pic>
      <p:pic>
        <p:nvPicPr>
          <p:cNvPr id="169" name="Picture 168">
            <a:extLst>
              <a:ext uri="{FF2B5EF4-FFF2-40B4-BE49-F238E27FC236}">
                <a16:creationId xmlns:a16="http://schemas.microsoft.com/office/drawing/2014/main" id="{FAEB27D9-8548-DDE0-ACD4-84B9E491AB0D}"/>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92480" y="3740123"/>
            <a:ext cx="892832" cy="1020557"/>
          </a:xfrm>
          <a:prstGeom prst="rect">
            <a:avLst/>
          </a:prstGeom>
        </p:spPr>
      </p:pic>
      <p:pic>
        <p:nvPicPr>
          <p:cNvPr id="161" name="Picture 160">
            <a:extLst>
              <a:ext uri="{FF2B5EF4-FFF2-40B4-BE49-F238E27FC236}">
                <a16:creationId xmlns:a16="http://schemas.microsoft.com/office/drawing/2014/main" id="{F3D0A08F-A522-4479-5E67-B1EB4B14BB0C}"/>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2527680" y="2057143"/>
            <a:ext cx="3246484" cy="3246484"/>
          </a:xfrm>
          <a:prstGeom prst="rect">
            <a:avLst/>
          </a:prstGeom>
        </p:spPr>
      </p:pic>
      <p:pic>
        <p:nvPicPr>
          <p:cNvPr id="163" name="Picture 162">
            <a:extLst>
              <a:ext uri="{FF2B5EF4-FFF2-40B4-BE49-F238E27FC236}">
                <a16:creationId xmlns:a16="http://schemas.microsoft.com/office/drawing/2014/main" id="{9951B3A5-97C7-457C-035A-94B11254A8F7}"/>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9811683" y="2868648"/>
            <a:ext cx="3352807" cy="2990094"/>
          </a:xfrm>
          <a:prstGeom prst="rect">
            <a:avLst/>
          </a:prstGeom>
        </p:spPr>
      </p:pic>
      <p:pic>
        <p:nvPicPr>
          <p:cNvPr id="167" name="Picture 166">
            <a:extLst>
              <a:ext uri="{FF2B5EF4-FFF2-40B4-BE49-F238E27FC236}">
                <a16:creationId xmlns:a16="http://schemas.microsoft.com/office/drawing/2014/main" id="{A60E75B8-2D7C-D034-7B68-1AA6D1CBE2B8}"/>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7626987" y="4376132"/>
            <a:ext cx="2578988" cy="2578988"/>
          </a:xfrm>
          <a:prstGeom prst="rect">
            <a:avLst/>
          </a:prstGeom>
        </p:spPr>
      </p:pic>
      <p:sp useBgFill="1">
        <p:nvSpPr>
          <p:cNvPr id="2" name="Title 1">
            <a:extLst>
              <a:ext uri="{FF2B5EF4-FFF2-40B4-BE49-F238E27FC236}">
                <a16:creationId xmlns:a16="http://schemas.microsoft.com/office/drawing/2014/main" id="{B141DA08-E5DE-4578-229D-CA9B7E4B035D}"/>
              </a:ext>
            </a:extLst>
          </p:cNvPr>
          <p:cNvSpPr>
            <a:spLocks noGrp="1"/>
          </p:cNvSpPr>
          <p:nvPr>
            <p:ph type="ctrTitle"/>
          </p:nvPr>
        </p:nvSpPr>
        <p:spPr>
          <a:xfrm>
            <a:off x="436879" y="472339"/>
            <a:ext cx="9845041" cy="1204277"/>
          </a:xfrm>
        </p:spPr>
        <p:txBody>
          <a:bodyPr>
            <a:normAutofit fontScale="90000"/>
            <a:scene3d>
              <a:camera prst="orthographicFront"/>
              <a:lightRig rig="soft" dir="t">
                <a:rot lat="0" lon="0" rev="15600000"/>
              </a:lightRig>
            </a:scene3d>
            <a:sp3d extrusionH="57150" prstMaterial="softEdge">
              <a:bevelT w="25400" h="38100"/>
            </a:sp3d>
          </a:bodyPr>
          <a:lstStyle/>
          <a:p>
            <a:r>
              <a:rPr lang="en-IN" b="1" i="1" dirty="0">
                <a:ln/>
                <a:solidFill>
                  <a:schemeClr val="accent4"/>
                </a:solidFill>
              </a:rPr>
              <a:t>Real time transaction monitoring dashboard</a:t>
            </a:r>
          </a:p>
        </p:txBody>
      </p:sp>
      <p:pic>
        <p:nvPicPr>
          <p:cNvPr id="5" name="Picture 4">
            <a:extLst>
              <a:ext uri="{FF2B5EF4-FFF2-40B4-BE49-F238E27FC236}">
                <a16:creationId xmlns:a16="http://schemas.microsoft.com/office/drawing/2014/main" id="{2431DB73-4DDE-D71A-B521-44ED882ABCF4}"/>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0" y="5725160"/>
            <a:ext cx="1132840" cy="1132840"/>
          </a:xfrm>
          <a:prstGeom prst="rect">
            <a:avLst/>
          </a:prstGeom>
        </p:spPr>
      </p:pic>
      <p:sp>
        <p:nvSpPr>
          <p:cNvPr id="4" name="TextBox 3">
            <a:extLst>
              <a:ext uri="{FF2B5EF4-FFF2-40B4-BE49-F238E27FC236}">
                <a16:creationId xmlns:a16="http://schemas.microsoft.com/office/drawing/2014/main" id="{6B490C5B-CAD8-886C-51CE-14C09BDF9154}"/>
              </a:ext>
            </a:extLst>
          </p:cNvPr>
          <p:cNvSpPr txBox="1"/>
          <p:nvPr/>
        </p:nvSpPr>
        <p:spPr>
          <a:xfrm>
            <a:off x="594498" y="1616901"/>
            <a:ext cx="7249021" cy="923330"/>
          </a:xfrm>
          <a:prstGeom prst="rect">
            <a:avLst/>
          </a:prstGeom>
          <a:noFill/>
        </p:spPr>
        <p:txBody>
          <a:bodyPr wrap="square">
            <a:spAutoFit/>
          </a:bodyPr>
          <a:lstStyle/>
          <a:p>
            <a:pPr algn="just"/>
            <a:r>
              <a:rPr lang="en-IN" dirty="0">
                <a:solidFill>
                  <a:schemeClr val="bg1"/>
                </a:solidFill>
              </a:rPr>
              <a:t>An advanced system leveraging machine learning for the identification of fraudulent financial activities and real-time monitoring using a dynamic user interface.</a:t>
            </a:r>
          </a:p>
        </p:txBody>
      </p:sp>
      <p:pic>
        <p:nvPicPr>
          <p:cNvPr id="132" name="Picture 131">
            <a:extLst>
              <a:ext uri="{FF2B5EF4-FFF2-40B4-BE49-F238E27FC236}">
                <a16:creationId xmlns:a16="http://schemas.microsoft.com/office/drawing/2014/main" id="{A00C8F1B-4C9E-5C65-8739-586351659094}"/>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11051765" y="1386205"/>
            <a:ext cx="939800" cy="939800"/>
          </a:xfrm>
          <a:prstGeom prst="rect">
            <a:avLst/>
          </a:prstGeom>
        </p:spPr>
      </p:pic>
      <p:cxnSp>
        <p:nvCxnSpPr>
          <p:cNvPr id="134" name="Connector: Curved 133">
            <a:extLst>
              <a:ext uri="{FF2B5EF4-FFF2-40B4-BE49-F238E27FC236}">
                <a16:creationId xmlns:a16="http://schemas.microsoft.com/office/drawing/2014/main" id="{B905E877-ACC0-7ECE-E657-96FFC5EB2B3F}"/>
              </a:ext>
            </a:extLst>
          </p:cNvPr>
          <p:cNvCxnSpPr>
            <a:cxnSpLocks/>
            <a:endCxn id="132" idx="1"/>
          </p:cNvCxnSpPr>
          <p:nvPr/>
        </p:nvCxnSpPr>
        <p:spPr>
          <a:xfrm flipV="1">
            <a:off x="995680" y="1856105"/>
            <a:ext cx="10056085" cy="4144645"/>
          </a:xfrm>
          <a:prstGeom prst="curvedConnector3">
            <a:avLst>
              <a:gd name="adj1" fmla="val 55153"/>
            </a:avLst>
          </a:prstGeom>
          <a:ln w="196850">
            <a:solidFill>
              <a:schemeClr val="bg2"/>
            </a:solidFill>
            <a:tailEnd type="triangle"/>
          </a:ln>
        </p:spPr>
        <p:style>
          <a:lnRef idx="3">
            <a:schemeClr val="accent2"/>
          </a:lnRef>
          <a:fillRef idx="0">
            <a:schemeClr val="accent2"/>
          </a:fillRef>
          <a:effectRef idx="2">
            <a:schemeClr val="accent2"/>
          </a:effectRef>
          <a:fontRef idx="minor">
            <a:schemeClr val="tx1"/>
          </a:fontRef>
        </p:style>
      </p:cxnSp>
      <p:cxnSp>
        <p:nvCxnSpPr>
          <p:cNvPr id="137" name="Connector: Curved 136">
            <a:extLst>
              <a:ext uri="{FF2B5EF4-FFF2-40B4-BE49-F238E27FC236}">
                <a16:creationId xmlns:a16="http://schemas.microsoft.com/office/drawing/2014/main" id="{900C92BE-2035-AF52-8B85-CFD475AC83CE}"/>
              </a:ext>
            </a:extLst>
          </p:cNvPr>
          <p:cNvCxnSpPr>
            <a:cxnSpLocks/>
          </p:cNvCxnSpPr>
          <p:nvPr/>
        </p:nvCxnSpPr>
        <p:spPr>
          <a:xfrm flipV="1">
            <a:off x="995680" y="1856105"/>
            <a:ext cx="9865360" cy="4144645"/>
          </a:xfrm>
          <a:prstGeom prst="curvedConnector3">
            <a:avLst>
              <a:gd name="adj1" fmla="val 56385"/>
            </a:avLst>
          </a:prstGeom>
          <a:ln w="34925">
            <a:prstDash val="dashDot"/>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pslz="http://schemas.microsoft.com/office/powerpoint/2016/slidezoom">
        <mc:Choice Requires="pslz">
          <p:graphicFrame>
            <p:nvGraphicFramePr>
              <p:cNvPr id="9" name="Slide Zoom 8">
                <a:extLst>
                  <a:ext uri="{FF2B5EF4-FFF2-40B4-BE49-F238E27FC236}">
                    <a16:creationId xmlns:a16="http://schemas.microsoft.com/office/drawing/2014/main" id="{64118BE6-3A71-6AB1-3898-813CD38A4B09}"/>
                  </a:ext>
                </a:extLst>
              </p:cNvPr>
              <p:cNvGraphicFramePr>
                <a:graphicFrameLocks noChangeAspect="1"/>
              </p:cNvGraphicFramePr>
              <p:nvPr/>
            </p:nvGraphicFramePr>
            <p:xfrm>
              <a:off x="167255" y="5017837"/>
              <a:ext cx="1083733" cy="609600"/>
            </p:xfrm>
            <a:graphic>
              <a:graphicData uri="http://schemas.microsoft.com/office/powerpoint/2016/slidezoom">
                <pslz:sldZm>
                  <pslz:sldZmObj sldId="319" cId="2212548108">
                    <pslz:zmPr id="{75417D6B-449D-4944-A08B-8B1169CA1F0C}" returnToParent="0" transitionDur="1000">
                      <p166:blipFill xmlns:p166="http://schemas.microsoft.com/office/powerpoint/2016/6/main">
                        <a:blip r:embed="rId12"/>
                        <a:stretch>
                          <a:fillRect/>
                        </a:stretch>
                      </p166:blipFill>
                      <p166:spPr xmlns:p166="http://schemas.microsoft.com/office/powerpoint/2016/6/main">
                        <a:xfrm>
                          <a:off x="0" y="0"/>
                          <a:ext cx="1083733" cy="609600"/>
                        </a:xfrm>
                        <a:prstGeom prst="rect">
                          <a:avLst/>
                        </a:prstGeom>
                        <a:ln w="3175">
                          <a:solidFill>
                            <a:prstClr val="ltGray"/>
                          </a:solidFill>
                        </a:ln>
                      </p166:spPr>
                    </pslz:zmPr>
                  </pslz:sldZmObj>
                </pslz:sldZm>
              </a:graphicData>
            </a:graphic>
          </p:graphicFrame>
        </mc:Choice>
        <mc:Fallback xmlns="">
          <p:pic>
            <p:nvPicPr>
              <p:cNvPr id="9" name="Slide Zoom 8">
                <a:extLst>
                  <a:ext uri="{FF2B5EF4-FFF2-40B4-BE49-F238E27FC236}">
                    <a16:creationId xmlns:a16="http://schemas.microsoft.com/office/drawing/2014/main" id="{64118BE6-3A71-6AB1-3898-813CD38A4B09}"/>
                  </a:ext>
                </a:extLst>
              </p:cNvPr>
              <p:cNvPicPr>
                <a:picLocks noGrp="1" noRot="1" noChangeAspect="1" noMove="1" noResize="1" noEditPoints="1" noAdjustHandles="1" noChangeArrowheads="1" noChangeShapeType="1"/>
              </p:cNvPicPr>
              <p:nvPr/>
            </p:nvPicPr>
            <p:blipFill>
              <a:blip r:embed="rId13"/>
              <a:stretch>
                <a:fillRect/>
              </a:stretch>
            </p:blipFill>
            <p:spPr>
              <a:xfrm>
                <a:off x="167255" y="5017837"/>
                <a:ext cx="1083733" cy="609600"/>
              </a:xfrm>
              <a:prstGeom prst="rect">
                <a:avLst/>
              </a:prstGeom>
              <a:ln w="3175">
                <a:solidFill>
                  <a:prstClr val="ltGray"/>
                </a:solidFill>
              </a:ln>
            </p:spPr>
          </p:pic>
        </mc:Fallback>
      </mc:AlternateContent>
      <mc:AlternateContent xmlns:mc="http://schemas.openxmlformats.org/markup-compatibility/2006" xmlns:pslz="http://schemas.microsoft.com/office/powerpoint/2016/slidezoom">
        <mc:Choice Requires="pslz">
          <p:graphicFrame>
            <p:nvGraphicFramePr>
              <p:cNvPr id="14" name="Slide Zoom 13">
                <a:extLst>
                  <a:ext uri="{FF2B5EF4-FFF2-40B4-BE49-F238E27FC236}">
                    <a16:creationId xmlns:a16="http://schemas.microsoft.com/office/drawing/2014/main" id="{D22EA35F-E4BC-1800-D446-A9CC372D0679}"/>
                  </a:ext>
                </a:extLst>
              </p:cNvPr>
              <p:cNvGraphicFramePr>
                <a:graphicFrameLocks noChangeAspect="1"/>
              </p:cNvGraphicFramePr>
              <p:nvPr/>
            </p:nvGraphicFramePr>
            <p:xfrm>
              <a:off x="1276195" y="5322637"/>
              <a:ext cx="140311" cy="78925"/>
            </p:xfrm>
            <a:graphic>
              <a:graphicData uri="http://schemas.microsoft.com/office/powerpoint/2016/slidezoom">
                <pslz:sldZm>
                  <pslz:sldZmObj sldId="258" cId="4219654171">
                    <pslz:zmPr id="{E690D636-F735-4FF6-AD9B-EB2B84A777A9}" returnToParent="0" transitionDur="1000">
                      <p166:blipFill xmlns:p166="http://schemas.microsoft.com/office/powerpoint/2016/6/main">
                        <a:blip r:embed="rId14"/>
                        <a:stretch>
                          <a:fillRect/>
                        </a:stretch>
                      </p166:blipFill>
                      <p166:spPr xmlns:p166="http://schemas.microsoft.com/office/powerpoint/2016/6/main">
                        <a:xfrm>
                          <a:off x="0" y="0"/>
                          <a:ext cx="140311" cy="78925"/>
                        </a:xfrm>
                        <a:prstGeom prst="rect">
                          <a:avLst/>
                        </a:prstGeom>
                        <a:ln w="3175">
                          <a:solidFill>
                            <a:prstClr val="ltGray"/>
                          </a:solidFill>
                        </a:ln>
                      </p166:spPr>
                    </pslz:zmPr>
                  </pslz:sldZmObj>
                </pslz:sldZm>
              </a:graphicData>
            </a:graphic>
          </p:graphicFrame>
        </mc:Choice>
        <mc:Fallback xmlns="">
          <p:pic>
            <p:nvPicPr>
              <p:cNvPr id="14" name="Slide Zoom 13">
                <a:extLst>
                  <a:ext uri="{FF2B5EF4-FFF2-40B4-BE49-F238E27FC236}">
                    <a16:creationId xmlns:a16="http://schemas.microsoft.com/office/drawing/2014/main" id="{D22EA35F-E4BC-1800-D446-A9CC372D0679}"/>
                  </a:ext>
                </a:extLst>
              </p:cNvPr>
              <p:cNvPicPr>
                <a:picLocks noGrp="1" noRot="1" noChangeAspect="1" noMove="1" noResize="1" noEditPoints="1" noAdjustHandles="1" noChangeArrowheads="1" noChangeShapeType="1"/>
              </p:cNvPicPr>
              <p:nvPr/>
            </p:nvPicPr>
            <p:blipFill>
              <a:blip r:embed="rId15"/>
              <a:stretch>
                <a:fillRect/>
              </a:stretch>
            </p:blipFill>
            <p:spPr>
              <a:xfrm>
                <a:off x="1276195" y="5322637"/>
                <a:ext cx="140311" cy="78925"/>
              </a:xfrm>
              <a:prstGeom prst="rect">
                <a:avLst/>
              </a:prstGeom>
              <a:ln w="3175">
                <a:solidFill>
                  <a:prstClr val="ltGray"/>
                </a:solidFill>
              </a:ln>
            </p:spPr>
          </p:pic>
        </mc:Fallback>
      </mc:AlternateContent>
      <mc:AlternateContent xmlns:mc="http://schemas.openxmlformats.org/markup-compatibility/2006" xmlns:pslz="http://schemas.microsoft.com/office/powerpoint/2016/slidezoom">
        <mc:Choice Requires="pslz">
          <p:graphicFrame>
            <p:nvGraphicFramePr>
              <p:cNvPr id="18" name="Slide Zoom 17">
                <a:extLst>
                  <a:ext uri="{FF2B5EF4-FFF2-40B4-BE49-F238E27FC236}">
                    <a16:creationId xmlns:a16="http://schemas.microsoft.com/office/drawing/2014/main" id="{25CCFB6A-422D-CC27-94CC-A7BE03CCC25F}"/>
                  </a:ext>
                </a:extLst>
              </p:cNvPr>
              <p:cNvGraphicFramePr>
                <a:graphicFrameLocks noChangeAspect="1"/>
              </p:cNvGraphicFramePr>
              <p:nvPr/>
            </p:nvGraphicFramePr>
            <p:xfrm>
              <a:off x="1107440" y="6245593"/>
              <a:ext cx="168275" cy="94655"/>
            </p:xfrm>
            <a:graphic>
              <a:graphicData uri="http://schemas.microsoft.com/office/powerpoint/2016/slidezoom">
                <pslz:sldZm>
                  <pslz:sldZmObj sldId="263" cId="3844208508">
                    <pslz:zmPr id="{BE52D20F-6431-413B-BD1B-9675C89EC941}" returnToParent="0" transitionDur="1000">
                      <p166:blipFill xmlns:p166="http://schemas.microsoft.com/office/powerpoint/2016/6/main">
                        <a:blip r:embed="rId16"/>
                        <a:stretch>
                          <a:fillRect/>
                        </a:stretch>
                      </p166:blipFill>
                      <p166:spPr xmlns:p166="http://schemas.microsoft.com/office/powerpoint/2016/6/main">
                        <a:xfrm>
                          <a:off x="0" y="0"/>
                          <a:ext cx="168275" cy="94655"/>
                        </a:xfrm>
                        <a:prstGeom prst="rect">
                          <a:avLst/>
                        </a:prstGeom>
                        <a:ln w="3175">
                          <a:solidFill>
                            <a:prstClr val="ltGray"/>
                          </a:solidFill>
                        </a:ln>
                      </p166:spPr>
                    </pslz:zmPr>
                  </pslz:sldZmObj>
                </pslz:sldZm>
              </a:graphicData>
            </a:graphic>
          </p:graphicFrame>
        </mc:Choice>
        <mc:Fallback xmlns="">
          <p:pic>
            <p:nvPicPr>
              <p:cNvPr id="18" name="Slide Zoom 17">
                <a:extLst>
                  <a:ext uri="{FF2B5EF4-FFF2-40B4-BE49-F238E27FC236}">
                    <a16:creationId xmlns:a16="http://schemas.microsoft.com/office/drawing/2014/main" id="{25CCFB6A-422D-CC27-94CC-A7BE03CCC25F}"/>
                  </a:ext>
                </a:extLst>
              </p:cNvPr>
              <p:cNvPicPr>
                <a:picLocks noGrp="1" noRot="1" noChangeAspect="1" noMove="1" noResize="1" noEditPoints="1" noAdjustHandles="1" noChangeArrowheads="1" noChangeShapeType="1"/>
              </p:cNvPicPr>
              <p:nvPr/>
            </p:nvPicPr>
            <p:blipFill>
              <a:blip r:embed="rId17"/>
              <a:stretch>
                <a:fillRect/>
              </a:stretch>
            </p:blipFill>
            <p:spPr>
              <a:xfrm>
                <a:off x="1107440" y="6245593"/>
                <a:ext cx="168275" cy="94655"/>
              </a:xfrm>
              <a:prstGeom prst="rect">
                <a:avLst/>
              </a:prstGeom>
              <a:ln w="3175">
                <a:solidFill>
                  <a:prstClr val="ltGray"/>
                </a:solidFill>
              </a:ln>
            </p:spPr>
          </p:pic>
        </mc:Fallback>
      </mc:AlternateContent>
      <mc:AlternateContent xmlns:mc="http://schemas.openxmlformats.org/markup-compatibility/2006" xmlns:pslz="http://schemas.microsoft.com/office/powerpoint/2016/slidezoom">
        <mc:Choice Requires="pslz">
          <p:graphicFrame>
            <p:nvGraphicFramePr>
              <p:cNvPr id="22" name="Slide Zoom 21">
                <a:extLst>
                  <a:ext uri="{FF2B5EF4-FFF2-40B4-BE49-F238E27FC236}">
                    <a16:creationId xmlns:a16="http://schemas.microsoft.com/office/drawing/2014/main" id="{89996A3E-6229-9B25-22B8-975E38DE85C2}"/>
                  </a:ext>
                </a:extLst>
              </p:cNvPr>
              <p:cNvGraphicFramePr>
                <a:graphicFrameLocks noChangeAspect="1"/>
              </p:cNvGraphicFramePr>
              <p:nvPr/>
            </p:nvGraphicFramePr>
            <p:xfrm>
              <a:off x="1272378" y="6436437"/>
              <a:ext cx="351635" cy="197795"/>
            </p:xfrm>
            <a:graphic>
              <a:graphicData uri="http://schemas.microsoft.com/office/powerpoint/2016/slidezoom">
                <pslz:sldZm>
                  <pslz:sldZmObj sldId="265" cId="3044569321">
                    <pslz:zmPr id="{8C6183CA-7C58-4D3C-ACBF-3037D86007DE}" returnToParent="0" transitionDur="1000">
                      <p166:blipFill xmlns:p166="http://schemas.microsoft.com/office/powerpoint/2016/6/main">
                        <a:blip r:embed="rId18"/>
                        <a:stretch>
                          <a:fillRect/>
                        </a:stretch>
                      </p166:blipFill>
                      <p166:spPr xmlns:p166="http://schemas.microsoft.com/office/powerpoint/2016/6/main">
                        <a:xfrm>
                          <a:off x="0" y="0"/>
                          <a:ext cx="351635" cy="197795"/>
                        </a:xfrm>
                        <a:prstGeom prst="rect">
                          <a:avLst/>
                        </a:prstGeom>
                        <a:ln w="3175">
                          <a:solidFill>
                            <a:prstClr val="ltGray"/>
                          </a:solidFill>
                        </a:ln>
                      </p166:spPr>
                    </pslz:zmPr>
                  </pslz:sldZmObj>
                </pslz:sldZm>
              </a:graphicData>
            </a:graphic>
          </p:graphicFrame>
        </mc:Choice>
        <mc:Fallback xmlns="">
          <p:pic>
            <p:nvPicPr>
              <p:cNvPr id="22" name="Slide Zoom 21">
                <a:extLst>
                  <a:ext uri="{FF2B5EF4-FFF2-40B4-BE49-F238E27FC236}">
                    <a16:creationId xmlns:a16="http://schemas.microsoft.com/office/drawing/2014/main" id="{89996A3E-6229-9B25-22B8-975E38DE85C2}"/>
                  </a:ext>
                </a:extLst>
              </p:cNvPr>
              <p:cNvPicPr>
                <a:picLocks noGrp="1" noRot="1" noChangeAspect="1" noMove="1" noResize="1" noEditPoints="1" noAdjustHandles="1" noChangeArrowheads="1" noChangeShapeType="1"/>
              </p:cNvPicPr>
              <p:nvPr/>
            </p:nvPicPr>
            <p:blipFill>
              <a:blip r:embed="rId19"/>
              <a:stretch>
                <a:fillRect/>
              </a:stretch>
            </p:blipFill>
            <p:spPr>
              <a:xfrm>
                <a:off x="1272378" y="6436437"/>
                <a:ext cx="351635" cy="197795"/>
              </a:xfrm>
              <a:prstGeom prst="rect">
                <a:avLst/>
              </a:prstGeom>
              <a:ln w="3175">
                <a:solidFill>
                  <a:prstClr val="ltGray"/>
                </a:solidFill>
              </a:ln>
            </p:spPr>
          </p:pic>
        </mc:Fallback>
      </mc:AlternateContent>
      <mc:AlternateContent xmlns:mc="http://schemas.openxmlformats.org/markup-compatibility/2006" xmlns:pslz="http://schemas.microsoft.com/office/powerpoint/2016/slidezoom">
        <mc:Choice Requires="pslz">
          <p:graphicFrame>
            <p:nvGraphicFramePr>
              <p:cNvPr id="26" name="Slide Zoom 25">
                <a:extLst>
                  <a:ext uri="{FF2B5EF4-FFF2-40B4-BE49-F238E27FC236}">
                    <a16:creationId xmlns:a16="http://schemas.microsoft.com/office/drawing/2014/main" id="{68E4A64C-5E48-A174-EEBE-F37C30B6DDF5}"/>
                  </a:ext>
                </a:extLst>
              </p:cNvPr>
              <p:cNvGraphicFramePr>
                <a:graphicFrameLocks noChangeAspect="1"/>
              </p:cNvGraphicFramePr>
              <p:nvPr/>
            </p:nvGraphicFramePr>
            <p:xfrm>
              <a:off x="943334" y="4197514"/>
              <a:ext cx="1083733" cy="667923"/>
            </p:xfrm>
            <a:graphic>
              <a:graphicData uri="http://schemas.microsoft.com/office/powerpoint/2016/slidezoom">
                <pslz:sldZm>
                  <pslz:sldZmObj sldId="259" cId="3467072385">
                    <pslz:zmPr id="{D6F9B3AE-2D24-4316-B593-F36ECE8FB190}" returnToParent="0" transitionDur="1000">
                      <p166:blipFill xmlns:p166="http://schemas.microsoft.com/office/powerpoint/2016/6/main">
                        <a:blip r:embed="rId20"/>
                        <a:stretch>
                          <a:fillRect/>
                        </a:stretch>
                      </p166:blipFill>
                      <p166:spPr xmlns:p166="http://schemas.microsoft.com/office/powerpoint/2016/6/main">
                        <a:xfrm>
                          <a:off x="0" y="0"/>
                          <a:ext cx="1083733" cy="667923"/>
                        </a:xfrm>
                        <a:prstGeom prst="rect">
                          <a:avLst/>
                        </a:prstGeom>
                        <a:ln w="3175">
                          <a:solidFill>
                            <a:prstClr val="ltGray"/>
                          </a:solidFill>
                        </a:ln>
                      </p166:spPr>
                    </pslz:zmPr>
                  </pslz:sldZmObj>
                </pslz:sldZm>
              </a:graphicData>
            </a:graphic>
          </p:graphicFrame>
        </mc:Choice>
        <mc:Fallback xmlns="">
          <p:pic>
            <p:nvPicPr>
              <p:cNvPr id="26" name="Slide Zoom 25">
                <a:extLst>
                  <a:ext uri="{FF2B5EF4-FFF2-40B4-BE49-F238E27FC236}">
                    <a16:creationId xmlns:a16="http://schemas.microsoft.com/office/drawing/2014/main" id="{68E4A64C-5E48-A174-EEBE-F37C30B6DDF5}"/>
                  </a:ext>
                </a:extLst>
              </p:cNvPr>
              <p:cNvPicPr>
                <a:picLocks noGrp="1" noRot="1" noChangeAspect="1" noMove="1" noResize="1" noEditPoints="1" noAdjustHandles="1" noChangeArrowheads="1" noChangeShapeType="1"/>
              </p:cNvPicPr>
              <p:nvPr/>
            </p:nvPicPr>
            <p:blipFill>
              <a:blip r:embed="rId21"/>
              <a:stretch>
                <a:fillRect/>
              </a:stretch>
            </p:blipFill>
            <p:spPr>
              <a:xfrm>
                <a:off x="943334" y="4197514"/>
                <a:ext cx="1083733" cy="667923"/>
              </a:xfrm>
              <a:prstGeom prst="rect">
                <a:avLst/>
              </a:prstGeom>
              <a:ln w="3175">
                <a:solidFill>
                  <a:prstClr val="ltGray"/>
                </a:solidFill>
              </a:ln>
            </p:spPr>
          </p:pic>
        </mc:Fallback>
      </mc:AlternateContent>
      <mc:AlternateContent xmlns:mc="http://schemas.openxmlformats.org/markup-compatibility/2006" xmlns:pslz="http://schemas.microsoft.com/office/powerpoint/2016/slidezoom">
        <mc:Choice Requires="pslz">
          <p:graphicFrame>
            <p:nvGraphicFramePr>
              <p:cNvPr id="30" name="Slide Zoom 29">
                <a:extLst>
                  <a:ext uri="{FF2B5EF4-FFF2-40B4-BE49-F238E27FC236}">
                    <a16:creationId xmlns:a16="http://schemas.microsoft.com/office/drawing/2014/main" id="{C5B9104F-CD59-3E03-1DCE-A4F456A61241}"/>
                  </a:ext>
                </a:extLst>
              </p:cNvPr>
              <p:cNvGraphicFramePr>
                <a:graphicFrameLocks noChangeAspect="1"/>
              </p:cNvGraphicFramePr>
              <p:nvPr/>
            </p:nvGraphicFramePr>
            <p:xfrm>
              <a:off x="2041672" y="4204465"/>
              <a:ext cx="205739" cy="132050"/>
            </p:xfrm>
            <a:graphic>
              <a:graphicData uri="http://schemas.microsoft.com/office/powerpoint/2016/slidezoom">
                <pslz:sldZm>
                  <pslz:sldZmObj sldId="260" cId="3483977700">
                    <pslz:zmPr id="{C89AA6F3-F793-4F0B-A4FD-DCACE0174929}" returnToParent="0" transitionDur="1000">
                      <p166:blipFill xmlns:p166="http://schemas.microsoft.com/office/powerpoint/2016/6/main">
                        <a:blip r:embed="rId22"/>
                        <a:stretch>
                          <a:fillRect/>
                        </a:stretch>
                      </p166:blipFill>
                      <p166:spPr xmlns:p166="http://schemas.microsoft.com/office/powerpoint/2016/6/main">
                        <a:xfrm>
                          <a:off x="0" y="0"/>
                          <a:ext cx="205739" cy="132050"/>
                        </a:xfrm>
                        <a:prstGeom prst="rect">
                          <a:avLst/>
                        </a:prstGeom>
                        <a:ln w="3175">
                          <a:solidFill>
                            <a:prstClr val="ltGray"/>
                          </a:solidFill>
                        </a:ln>
                      </p166:spPr>
                    </pslz:zmPr>
                  </pslz:sldZmObj>
                </pslz:sldZm>
              </a:graphicData>
            </a:graphic>
          </p:graphicFrame>
        </mc:Choice>
        <mc:Fallback xmlns="">
          <p:pic>
            <p:nvPicPr>
              <p:cNvPr id="30" name="Slide Zoom 29">
                <a:extLst>
                  <a:ext uri="{FF2B5EF4-FFF2-40B4-BE49-F238E27FC236}">
                    <a16:creationId xmlns:a16="http://schemas.microsoft.com/office/drawing/2014/main" id="{C5B9104F-CD59-3E03-1DCE-A4F456A61241}"/>
                  </a:ext>
                </a:extLst>
              </p:cNvPr>
              <p:cNvPicPr>
                <a:picLocks noGrp="1" noRot="1" noChangeAspect="1" noMove="1" noResize="1" noEditPoints="1" noAdjustHandles="1" noChangeArrowheads="1" noChangeShapeType="1"/>
              </p:cNvPicPr>
              <p:nvPr/>
            </p:nvPicPr>
            <p:blipFill>
              <a:blip r:embed="rId23"/>
              <a:stretch>
                <a:fillRect/>
              </a:stretch>
            </p:blipFill>
            <p:spPr>
              <a:xfrm>
                <a:off x="2041672" y="4204465"/>
                <a:ext cx="205739" cy="132050"/>
              </a:xfrm>
              <a:prstGeom prst="rect">
                <a:avLst/>
              </a:prstGeom>
              <a:ln w="3175">
                <a:solidFill>
                  <a:prstClr val="ltGray"/>
                </a:solidFill>
              </a:ln>
            </p:spPr>
          </p:pic>
        </mc:Fallback>
      </mc:AlternateContent>
      <mc:AlternateContent xmlns:mc="http://schemas.openxmlformats.org/markup-compatibility/2006" xmlns:pslz="http://schemas.microsoft.com/office/powerpoint/2016/slidezoom">
        <mc:Choice Requires="pslz">
          <p:graphicFrame>
            <p:nvGraphicFramePr>
              <p:cNvPr id="34" name="Slide Zoom 33">
                <a:extLst>
                  <a:ext uri="{FF2B5EF4-FFF2-40B4-BE49-F238E27FC236}">
                    <a16:creationId xmlns:a16="http://schemas.microsoft.com/office/drawing/2014/main" id="{4A76F023-F179-424E-E094-48FE4009221B}"/>
                  </a:ext>
                </a:extLst>
              </p:cNvPr>
              <p:cNvGraphicFramePr>
                <a:graphicFrameLocks noChangeAspect="1"/>
              </p:cNvGraphicFramePr>
              <p:nvPr/>
            </p:nvGraphicFramePr>
            <p:xfrm>
              <a:off x="2047804" y="4428587"/>
              <a:ext cx="199607" cy="132050"/>
            </p:xfrm>
            <a:graphic>
              <a:graphicData uri="http://schemas.microsoft.com/office/powerpoint/2016/slidezoom">
                <pslz:sldZm>
                  <pslz:sldZmObj sldId="261" cId="3288343054">
                    <pslz:zmPr id="{0346C1F6-2E6C-4E84-8B9D-4A5AF03FBA15}" returnToParent="0" transitionDur="1000">
                      <p166:blipFill xmlns:p166="http://schemas.microsoft.com/office/powerpoint/2016/6/main">
                        <a:blip r:embed="rId24"/>
                        <a:stretch>
                          <a:fillRect/>
                        </a:stretch>
                      </p166:blipFill>
                      <p166:spPr xmlns:p166="http://schemas.microsoft.com/office/powerpoint/2016/6/main">
                        <a:xfrm>
                          <a:off x="0" y="0"/>
                          <a:ext cx="199607" cy="132050"/>
                        </a:xfrm>
                        <a:prstGeom prst="rect">
                          <a:avLst/>
                        </a:prstGeom>
                        <a:ln w="3175">
                          <a:solidFill>
                            <a:prstClr val="ltGray"/>
                          </a:solidFill>
                        </a:ln>
                      </p166:spPr>
                    </pslz:zmPr>
                  </pslz:sldZmObj>
                </pslz:sldZm>
              </a:graphicData>
            </a:graphic>
          </p:graphicFrame>
        </mc:Choice>
        <mc:Fallback xmlns="">
          <p:pic>
            <p:nvPicPr>
              <p:cNvPr id="34" name="Slide Zoom 33">
                <a:extLst>
                  <a:ext uri="{FF2B5EF4-FFF2-40B4-BE49-F238E27FC236}">
                    <a16:creationId xmlns:a16="http://schemas.microsoft.com/office/drawing/2014/main" id="{4A76F023-F179-424E-E094-48FE4009221B}"/>
                  </a:ext>
                </a:extLst>
              </p:cNvPr>
              <p:cNvPicPr>
                <a:picLocks noGrp="1" noRot="1" noChangeAspect="1" noMove="1" noResize="1" noEditPoints="1" noAdjustHandles="1" noChangeArrowheads="1" noChangeShapeType="1"/>
              </p:cNvPicPr>
              <p:nvPr/>
            </p:nvPicPr>
            <p:blipFill>
              <a:blip r:embed="rId25"/>
              <a:stretch>
                <a:fillRect/>
              </a:stretch>
            </p:blipFill>
            <p:spPr>
              <a:xfrm>
                <a:off x="2047804" y="4428587"/>
                <a:ext cx="199607" cy="132050"/>
              </a:xfrm>
              <a:prstGeom prst="rect">
                <a:avLst/>
              </a:prstGeom>
              <a:ln w="3175">
                <a:solidFill>
                  <a:prstClr val="ltGray"/>
                </a:solidFill>
              </a:ln>
            </p:spPr>
          </p:pic>
        </mc:Fallback>
      </mc:AlternateContent>
      <mc:AlternateContent xmlns:mc="http://schemas.openxmlformats.org/markup-compatibility/2006" xmlns:pslz="http://schemas.microsoft.com/office/powerpoint/2016/slidezoom">
        <mc:Choice Requires="pslz">
          <p:graphicFrame>
            <p:nvGraphicFramePr>
              <p:cNvPr id="38" name="Slide Zoom 37">
                <a:extLst>
                  <a:ext uri="{FF2B5EF4-FFF2-40B4-BE49-F238E27FC236}">
                    <a16:creationId xmlns:a16="http://schemas.microsoft.com/office/drawing/2014/main" id="{EB915001-9B06-15DD-AF42-FD77EA5E40CB}"/>
                  </a:ext>
                </a:extLst>
              </p:cNvPr>
              <p:cNvGraphicFramePr>
                <a:graphicFrameLocks noChangeAspect="1"/>
              </p:cNvGraphicFramePr>
              <p:nvPr/>
            </p:nvGraphicFramePr>
            <p:xfrm>
              <a:off x="2047804" y="4666746"/>
              <a:ext cx="199607" cy="132050"/>
            </p:xfrm>
            <a:graphic>
              <a:graphicData uri="http://schemas.microsoft.com/office/powerpoint/2016/slidezoom">
                <pslz:sldZm>
                  <pslz:sldZmObj sldId="262" cId="2925710915">
                    <pslz:zmPr id="{29C4D6CF-9D8E-4824-9D23-8AC692F72695}" returnToParent="0" transitionDur="1000">
                      <p166:blipFill xmlns:p166="http://schemas.microsoft.com/office/powerpoint/2016/6/main">
                        <a:blip r:embed="rId26"/>
                        <a:stretch>
                          <a:fillRect/>
                        </a:stretch>
                      </p166:blipFill>
                      <p166:spPr xmlns:p166="http://schemas.microsoft.com/office/powerpoint/2016/6/main">
                        <a:xfrm>
                          <a:off x="0" y="0"/>
                          <a:ext cx="199607" cy="132050"/>
                        </a:xfrm>
                        <a:prstGeom prst="rect">
                          <a:avLst/>
                        </a:prstGeom>
                        <a:ln w="3175">
                          <a:solidFill>
                            <a:prstClr val="ltGray"/>
                          </a:solidFill>
                        </a:ln>
                      </p166:spPr>
                    </pslz:zmPr>
                  </pslz:sldZmObj>
                </pslz:sldZm>
              </a:graphicData>
            </a:graphic>
          </p:graphicFrame>
        </mc:Choice>
        <mc:Fallback xmlns="">
          <p:pic>
            <p:nvPicPr>
              <p:cNvPr id="38" name="Slide Zoom 37">
                <a:extLst>
                  <a:ext uri="{FF2B5EF4-FFF2-40B4-BE49-F238E27FC236}">
                    <a16:creationId xmlns:a16="http://schemas.microsoft.com/office/drawing/2014/main" id="{EB915001-9B06-15DD-AF42-FD77EA5E40CB}"/>
                  </a:ext>
                </a:extLst>
              </p:cNvPr>
              <p:cNvPicPr>
                <a:picLocks noGrp="1" noRot="1" noChangeAspect="1" noMove="1" noResize="1" noEditPoints="1" noAdjustHandles="1" noChangeArrowheads="1" noChangeShapeType="1"/>
              </p:cNvPicPr>
              <p:nvPr/>
            </p:nvPicPr>
            <p:blipFill>
              <a:blip r:embed="rId27"/>
              <a:stretch>
                <a:fillRect/>
              </a:stretch>
            </p:blipFill>
            <p:spPr>
              <a:xfrm>
                <a:off x="2047804" y="4666746"/>
                <a:ext cx="199607" cy="132050"/>
              </a:xfrm>
              <a:prstGeom prst="rect">
                <a:avLst/>
              </a:prstGeom>
              <a:ln w="3175">
                <a:solidFill>
                  <a:prstClr val="ltGray"/>
                </a:solidFill>
              </a:ln>
            </p:spPr>
          </p:pic>
        </mc:Fallback>
      </mc:AlternateContent>
      <mc:AlternateContent xmlns:mc="http://schemas.openxmlformats.org/markup-compatibility/2006" xmlns:pslz="http://schemas.microsoft.com/office/powerpoint/2016/slidezoom">
        <mc:Choice Requires="pslz">
          <p:graphicFrame>
            <p:nvGraphicFramePr>
              <p:cNvPr id="42" name="Slide Zoom 41">
                <a:extLst>
                  <a:ext uri="{FF2B5EF4-FFF2-40B4-BE49-F238E27FC236}">
                    <a16:creationId xmlns:a16="http://schemas.microsoft.com/office/drawing/2014/main" id="{36E3946A-0DAD-A67B-CD89-9C2EE3307AA7}"/>
                  </a:ext>
                </a:extLst>
              </p:cNvPr>
              <p:cNvGraphicFramePr>
                <a:graphicFrameLocks noChangeAspect="1"/>
              </p:cNvGraphicFramePr>
              <p:nvPr/>
            </p:nvGraphicFramePr>
            <p:xfrm>
              <a:off x="2207242" y="6092822"/>
              <a:ext cx="1041253" cy="629405"/>
            </p:xfrm>
            <a:graphic>
              <a:graphicData uri="http://schemas.microsoft.com/office/powerpoint/2016/slidezoom">
                <pslz:sldZm>
                  <pslz:sldZmObj sldId="266" cId="1884865604">
                    <pslz:zmPr id="{97E11310-A489-4364-8C61-778EBA04F05F}" returnToParent="0" transitionDur="1000">
                      <p166:blipFill xmlns:p166="http://schemas.microsoft.com/office/powerpoint/2016/6/main">
                        <a:blip r:embed="rId28"/>
                        <a:stretch>
                          <a:fillRect/>
                        </a:stretch>
                      </p166:blipFill>
                      <p166:spPr xmlns:p166="http://schemas.microsoft.com/office/powerpoint/2016/6/main">
                        <a:xfrm>
                          <a:off x="0" y="0"/>
                          <a:ext cx="1041253" cy="629405"/>
                        </a:xfrm>
                        <a:prstGeom prst="rect">
                          <a:avLst/>
                        </a:prstGeom>
                        <a:ln w="3175">
                          <a:solidFill>
                            <a:prstClr val="ltGray"/>
                          </a:solidFill>
                        </a:ln>
                      </p166:spPr>
                    </pslz:zmPr>
                  </pslz:sldZmObj>
                </pslz:sldZm>
              </a:graphicData>
            </a:graphic>
          </p:graphicFrame>
        </mc:Choice>
        <mc:Fallback xmlns="">
          <p:pic>
            <p:nvPicPr>
              <p:cNvPr id="42" name="Slide Zoom 41">
                <a:extLst>
                  <a:ext uri="{FF2B5EF4-FFF2-40B4-BE49-F238E27FC236}">
                    <a16:creationId xmlns:a16="http://schemas.microsoft.com/office/drawing/2014/main" id="{36E3946A-0DAD-A67B-CD89-9C2EE3307AA7}"/>
                  </a:ext>
                </a:extLst>
              </p:cNvPr>
              <p:cNvPicPr>
                <a:picLocks noGrp="1" noRot="1" noChangeAspect="1" noMove="1" noResize="1" noEditPoints="1" noAdjustHandles="1" noChangeArrowheads="1" noChangeShapeType="1"/>
              </p:cNvPicPr>
              <p:nvPr/>
            </p:nvPicPr>
            <p:blipFill>
              <a:blip r:embed="rId29"/>
              <a:stretch>
                <a:fillRect/>
              </a:stretch>
            </p:blipFill>
            <p:spPr>
              <a:xfrm>
                <a:off x="2207242" y="6092822"/>
                <a:ext cx="1041253" cy="629405"/>
              </a:xfrm>
              <a:prstGeom prst="rect">
                <a:avLst/>
              </a:prstGeom>
              <a:ln w="3175">
                <a:solidFill>
                  <a:prstClr val="ltGray"/>
                </a:solidFill>
              </a:ln>
            </p:spPr>
          </p:pic>
        </mc:Fallback>
      </mc:AlternateContent>
      <mc:AlternateContent xmlns:mc="http://schemas.openxmlformats.org/markup-compatibility/2006" xmlns:pslz="http://schemas.microsoft.com/office/powerpoint/2016/slidezoom">
        <mc:Choice Requires="pslz">
          <p:graphicFrame>
            <p:nvGraphicFramePr>
              <p:cNvPr id="46" name="Slide Zoom 45">
                <a:extLst>
                  <a:ext uri="{FF2B5EF4-FFF2-40B4-BE49-F238E27FC236}">
                    <a16:creationId xmlns:a16="http://schemas.microsoft.com/office/drawing/2014/main" id="{88D5CD07-1CD6-0046-F8D9-B7ED5D06C6C5}"/>
                  </a:ext>
                </a:extLst>
              </p:cNvPr>
              <p:cNvGraphicFramePr>
                <a:graphicFrameLocks noChangeAspect="1"/>
              </p:cNvGraphicFramePr>
              <p:nvPr/>
            </p:nvGraphicFramePr>
            <p:xfrm>
              <a:off x="2041672" y="6103084"/>
              <a:ext cx="111610" cy="62781"/>
            </p:xfrm>
            <a:graphic>
              <a:graphicData uri="http://schemas.microsoft.com/office/powerpoint/2016/slidezoom">
                <pslz:sldZm>
                  <pslz:sldZmObj sldId="268" cId="1068971947">
                    <pslz:zmPr id="{AAB9C534-0999-4CF8-A14B-ABD428F44AE5}" returnToParent="0" transitionDur="1000">
                      <p166:blipFill xmlns:p166="http://schemas.microsoft.com/office/powerpoint/2016/6/main">
                        <a:blip r:embed="rId30"/>
                        <a:stretch>
                          <a:fillRect/>
                        </a:stretch>
                      </p166:blipFill>
                      <p166:spPr xmlns:p166="http://schemas.microsoft.com/office/powerpoint/2016/6/main">
                        <a:xfrm>
                          <a:off x="0" y="0"/>
                          <a:ext cx="111610" cy="62781"/>
                        </a:xfrm>
                        <a:prstGeom prst="rect">
                          <a:avLst/>
                        </a:prstGeom>
                        <a:ln w="3175">
                          <a:solidFill>
                            <a:prstClr val="ltGray"/>
                          </a:solidFill>
                        </a:ln>
                      </p166:spPr>
                    </pslz:zmPr>
                  </pslz:sldZmObj>
                </pslz:sldZm>
              </a:graphicData>
            </a:graphic>
          </p:graphicFrame>
        </mc:Choice>
        <mc:Fallback xmlns="">
          <p:pic>
            <p:nvPicPr>
              <p:cNvPr id="46" name="Slide Zoom 45">
                <a:extLst>
                  <a:ext uri="{FF2B5EF4-FFF2-40B4-BE49-F238E27FC236}">
                    <a16:creationId xmlns:a16="http://schemas.microsoft.com/office/drawing/2014/main" id="{88D5CD07-1CD6-0046-F8D9-B7ED5D06C6C5}"/>
                  </a:ext>
                </a:extLst>
              </p:cNvPr>
              <p:cNvPicPr>
                <a:picLocks noGrp="1" noRot="1" noChangeAspect="1" noMove="1" noResize="1" noEditPoints="1" noAdjustHandles="1" noChangeArrowheads="1" noChangeShapeType="1"/>
              </p:cNvPicPr>
              <p:nvPr/>
            </p:nvPicPr>
            <p:blipFill>
              <a:blip r:embed="rId31"/>
              <a:stretch>
                <a:fillRect/>
              </a:stretch>
            </p:blipFill>
            <p:spPr>
              <a:xfrm>
                <a:off x="2041672" y="6103084"/>
                <a:ext cx="111610" cy="62781"/>
              </a:xfrm>
              <a:prstGeom prst="rect">
                <a:avLst/>
              </a:prstGeom>
              <a:ln w="3175">
                <a:solidFill>
                  <a:prstClr val="ltGray"/>
                </a:solidFill>
              </a:ln>
            </p:spPr>
          </p:pic>
        </mc:Fallback>
      </mc:AlternateContent>
      <mc:AlternateContent xmlns:mc="http://schemas.openxmlformats.org/markup-compatibility/2006" xmlns:pslz="http://schemas.microsoft.com/office/powerpoint/2016/slidezoom">
        <mc:Choice Requires="pslz">
          <p:graphicFrame>
            <p:nvGraphicFramePr>
              <p:cNvPr id="50" name="Slide Zoom 49">
                <a:extLst>
                  <a:ext uri="{FF2B5EF4-FFF2-40B4-BE49-F238E27FC236}">
                    <a16:creationId xmlns:a16="http://schemas.microsoft.com/office/drawing/2014/main" id="{42CCF963-BF69-4788-2CA0-45EED5967361}"/>
                  </a:ext>
                </a:extLst>
              </p:cNvPr>
              <p:cNvGraphicFramePr>
                <a:graphicFrameLocks noChangeAspect="1"/>
              </p:cNvGraphicFramePr>
              <p:nvPr/>
            </p:nvGraphicFramePr>
            <p:xfrm>
              <a:off x="2042626" y="6231140"/>
              <a:ext cx="110656" cy="74117"/>
            </p:xfrm>
            <a:graphic>
              <a:graphicData uri="http://schemas.microsoft.com/office/powerpoint/2016/slidezoom">
                <pslz:sldZm>
                  <pslz:sldZmObj sldId="271" cId="162204613">
                    <pslz:zmPr id="{19D9863C-FF23-48C5-B9B1-A7B9F1142E4B}" returnToParent="0" transitionDur="1000">
                      <p166:blipFill xmlns:p166="http://schemas.microsoft.com/office/powerpoint/2016/6/main">
                        <a:blip r:embed="rId32"/>
                        <a:stretch>
                          <a:fillRect/>
                        </a:stretch>
                      </p166:blipFill>
                      <p166:spPr xmlns:p166="http://schemas.microsoft.com/office/powerpoint/2016/6/main">
                        <a:xfrm>
                          <a:off x="0" y="0"/>
                          <a:ext cx="110656" cy="74117"/>
                        </a:xfrm>
                        <a:prstGeom prst="rect">
                          <a:avLst/>
                        </a:prstGeom>
                        <a:ln w="3175">
                          <a:solidFill>
                            <a:prstClr val="ltGray"/>
                          </a:solidFill>
                        </a:ln>
                      </p166:spPr>
                    </pslz:zmPr>
                  </pslz:sldZmObj>
                </pslz:sldZm>
              </a:graphicData>
            </a:graphic>
          </p:graphicFrame>
        </mc:Choice>
        <mc:Fallback xmlns="">
          <p:pic>
            <p:nvPicPr>
              <p:cNvPr id="50" name="Slide Zoom 49">
                <a:extLst>
                  <a:ext uri="{FF2B5EF4-FFF2-40B4-BE49-F238E27FC236}">
                    <a16:creationId xmlns:a16="http://schemas.microsoft.com/office/drawing/2014/main" id="{42CCF963-BF69-4788-2CA0-45EED5967361}"/>
                  </a:ext>
                </a:extLst>
              </p:cNvPr>
              <p:cNvPicPr>
                <a:picLocks noGrp="1" noRot="1" noChangeAspect="1" noMove="1" noResize="1" noEditPoints="1" noAdjustHandles="1" noChangeArrowheads="1" noChangeShapeType="1"/>
              </p:cNvPicPr>
              <p:nvPr/>
            </p:nvPicPr>
            <p:blipFill>
              <a:blip r:embed="rId33"/>
              <a:stretch>
                <a:fillRect/>
              </a:stretch>
            </p:blipFill>
            <p:spPr>
              <a:xfrm>
                <a:off x="2042626" y="6231140"/>
                <a:ext cx="110656" cy="74117"/>
              </a:xfrm>
              <a:prstGeom prst="rect">
                <a:avLst/>
              </a:prstGeom>
              <a:ln w="3175">
                <a:solidFill>
                  <a:prstClr val="ltGray"/>
                </a:solidFill>
              </a:ln>
            </p:spPr>
          </p:pic>
        </mc:Fallback>
      </mc:AlternateContent>
      <mc:AlternateContent xmlns:mc="http://schemas.openxmlformats.org/markup-compatibility/2006" xmlns:pslz="http://schemas.microsoft.com/office/powerpoint/2016/slidezoom">
        <mc:Choice Requires="pslz">
          <p:graphicFrame>
            <p:nvGraphicFramePr>
              <p:cNvPr id="52" name="Slide Zoom 51">
                <a:extLst>
                  <a:ext uri="{FF2B5EF4-FFF2-40B4-BE49-F238E27FC236}">
                    <a16:creationId xmlns:a16="http://schemas.microsoft.com/office/drawing/2014/main" id="{00AC0FCE-2AA7-684E-830D-565671E25792}"/>
                  </a:ext>
                </a:extLst>
              </p:cNvPr>
              <p:cNvGraphicFramePr>
                <a:graphicFrameLocks noChangeAspect="1"/>
              </p:cNvGraphicFramePr>
              <p:nvPr/>
            </p:nvGraphicFramePr>
            <p:xfrm>
              <a:off x="2042626" y="6364009"/>
              <a:ext cx="112953" cy="65365"/>
            </p:xfrm>
            <a:graphic>
              <a:graphicData uri="http://schemas.microsoft.com/office/powerpoint/2016/slidezoom">
                <pslz:sldZm>
                  <pslz:sldZmObj sldId="272" cId="862168544">
                    <pslz:zmPr id="{0801D425-3204-439F-BAFA-B5DCBED5CB6B}" returnToParent="0" transitionDur="1000">
                      <p166:blipFill xmlns:p166="http://schemas.microsoft.com/office/powerpoint/2016/6/main">
                        <a:blip r:embed="rId34"/>
                        <a:stretch>
                          <a:fillRect/>
                        </a:stretch>
                      </p166:blipFill>
                      <p166:spPr xmlns:p166="http://schemas.microsoft.com/office/powerpoint/2016/6/main">
                        <a:xfrm>
                          <a:off x="0" y="0"/>
                          <a:ext cx="112953" cy="65365"/>
                        </a:xfrm>
                        <a:prstGeom prst="rect">
                          <a:avLst/>
                        </a:prstGeom>
                        <a:ln w="3175">
                          <a:solidFill>
                            <a:prstClr val="ltGray"/>
                          </a:solidFill>
                        </a:ln>
                      </p166:spPr>
                    </pslz:zmPr>
                  </pslz:sldZmObj>
                </pslz:sldZm>
              </a:graphicData>
            </a:graphic>
          </p:graphicFrame>
        </mc:Choice>
        <mc:Fallback xmlns="">
          <p:pic>
            <p:nvPicPr>
              <p:cNvPr id="52" name="Slide Zoom 51">
                <a:extLst>
                  <a:ext uri="{FF2B5EF4-FFF2-40B4-BE49-F238E27FC236}">
                    <a16:creationId xmlns:a16="http://schemas.microsoft.com/office/drawing/2014/main" id="{00AC0FCE-2AA7-684E-830D-565671E25792}"/>
                  </a:ext>
                </a:extLst>
              </p:cNvPr>
              <p:cNvPicPr>
                <a:picLocks noGrp="1" noRot="1" noChangeAspect="1" noMove="1" noResize="1" noEditPoints="1" noAdjustHandles="1" noChangeArrowheads="1" noChangeShapeType="1"/>
              </p:cNvPicPr>
              <p:nvPr/>
            </p:nvPicPr>
            <p:blipFill>
              <a:blip r:embed="rId35"/>
              <a:stretch>
                <a:fillRect/>
              </a:stretch>
            </p:blipFill>
            <p:spPr>
              <a:xfrm>
                <a:off x="2042626" y="6364009"/>
                <a:ext cx="112953" cy="65365"/>
              </a:xfrm>
              <a:prstGeom prst="rect">
                <a:avLst/>
              </a:prstGeom>
              <a:ln w="3175">
                <a:solidFill>
                  <a:prstClr val="ltGray"/>
                </a:solidFill>
              </a:ln>
            </p:spPr>
          </p:pic>
        </mc:Fallback>
      </mc:AlternateContent>
      <mc:AlternateContent xmlns:mc="http://schemas.openxmlformats.org/markup-compatibility/2006" xmlns:pslz="http://schemas.microsoft.com/office/powerpoint/2016/slidezoom">
        <mc:Choice Requires="pslz">
          <p:graphicFrame>
            <p:nvGraphicFramePr>
              <p:cNvPr id="54" name="Slide Zoom 53">
                <a:extLst>
                  <a:ext uri="{FF2B5EF4-FFF2-40B4-BE49-F238E27FC236}">
                    <a16:creationId xmlns:a16="http://schemas.microsoft.com/office/drawing/2014/main" id="{C6DEE7F0-775E-7060-14FC-5813E7CA4B24}"/>
                  </a:ext>
                </a:extLst>
              </p:cNvPr>
              <p:cNvGraphicFramePr>
                <a:graphicFrameLocks noChangeAspect="1"/>
              </p:cNvGraphicFramePr>
              <p:nvPr/>
            </p:nvGraphicFramePr>
            <p:xfrm>
              <a:off x="2041672" y="6491456"/>
              <a:ext cx="113907" cy="73514"/>
            </p:xfrm>
            <a:graphic>
              <a:graphicData uri="http://schemas.microsoft.com/office/powerpoint/2016/slidezoom">
                <pslz:sldZm>
                  <pslz:sldZmObj sldId="269" cId="3792771495">
                    <pslz:zmPr id="{CB032E01-229C-4F55-B561-FB7FA514F196}" returnToParent="0" transitionDur="1000">
                      <p166:blipFill xmlns:p166="http://schemas.microsoft.com/office/powerpoint/2016/6/main">
                        <a:blip r:embed="rId36"/>
                        <a:stretch>
                          <a:fillRect/>
                        </a:stretch>
                      </p166:blipFill>
                      <p166:spPr xmlns:p166="http://schemas.microsoft.com/office/powerpoint/2016/6/main">
                        <a:xfrm>
                          <a:off x="0" y="0"/>
                          <a:ext cx="113907" cy="73514"/>
                        </a:xfrm>
                        <a:prstGeom prst="rect">
                          <a:avLst/>
                        </a:prstGeom>
                        <a:ln w="3175">
                          <a:solidFill>
                            <a:prstClr val="ltGray"/>
                          </a:solidFill>
                        </a:ln>
                      </p166:spPr>
                    </pslz:zmPr>
                  </pslz:sldZmObj>
                </pslz:sldZm>
              </a:graphicData>
            </a:graphic>
          </p:graphicFrame>
        </mc:Choice>
        <mc:Fallback xmlns="">
          <p:pic>
            <p:nvPicPr>
              <p:cNvPr id="54" name="Slide Zoom 53">
                <a:extLst>
                  <a:ext uri="{FF2B5EF4-FFF2-40B4-BE49-F238E27FC236}">
                    <a16:creationId xmlns:a16="http://schemas.microsoft.com/office/drawing/2014/main" id="{C6DEE7F0-775E-7060-14FC-5813E7CA4B24}"/>
                  </a:ext>
                </a:extLst>
              </p:cNvPr>
              <p:cNvPicPr>
                <a:picLocks noGrp="1" noRot="1" noChangeAspect="1" noMove="1" noResize="1" noEditPoints="1" noAdjustHandles="1" noChangeArrowheads="1" noChangeShapeType="1"/>
              </p:cNvPicPr>
              <p:nvPr/>
            </p:nvPicPr>
            <p:blipFill>
              <a:blip r:embed="rId37"/>
              <a:stretch>
                <a:fillRect/>
              </a:stretch>
            </p:blipFill>
            <p:spPr>
              <a:xfrm>
                <a:off x="2041672" y="6491456"/>
                <a:ext cx="113907" cy="73514"/>
              </a:xfrm>
              <a:prstGeom prst="rect">
                <a:avLst/>
              </a:prstGeom>
              <a:ln w="3175">
                <a:solidFill>
                  <a:prstClr val="ltGray"/>
                </a:solidFill>
              </a:ln>
            </p:spPr>
          </p:pic>
        </mc:Fallback>
      </mc:AlternateContent>
      <mc:AlternateContent xmlns:mc="http://schemas.openxmlformats.org/markup-compatibility/2006" xmlns:pslz="http://schemas.microsoft.com/office/powerpoint/2016/slidezoom">
        <mc:Choice Requires="pslz">
          <p:graphicFrame>
            <p:nvGraphicFramePr>
              <p:cNvPr id="58" name="Slide Zoom 57">
                <a:extLst>
                  <a:ext uri="{FF2B5EF4-FFF2-40B4-BE49-F238E27FC236}">
                    <a16:creationId xmlns:a16="http://schemas.microsoft.com/office/drawing/2014/main" id="{5D52CB0D-7B9C-FEFC-F4AF-CC5AA147587F}"/>
                  </a:ext>
                </a:extLst>
              </p:cNvPr>
              <p:cNvGraphicFramePr>
                <a:graphicFrameLocks noChangeAspect="1"/>
              </p:cNvGraphicFramePr>
              <p:nvPr/>
            </p:nvGraphicFramePr>
            <p:xfrm>
              <a:off x="3650402" y="2889112"/>
              <a:ext cx="255328" cy="143622"/>
            </p:xfrm>
            <a:graphic>
              <a:graphicData uri="http://schemas.microsoft.com/office/powerpoint/2016/slidezoom">
                <pslz:sldZm>
                  <pslz:sldZmObj sldId="274" cId="1517884879">
                    <pslz:zmPr id="{DB073309-E4A9-4D7B-90FA-B13EBDF5B56B}" returnToParent="0" transitionDur="1000">
                      <p166:blipFill xmlns:p166="http://schemas.microsoft.com/office/powerpoint/2016/6/main">
                        <a:blip r:embed="rId38"/>
                        <a:stretch>
                          <a:fillRect/>
                        </a:stretch>
                      </p166:blipFill>
                      <p166:spPr xmlns:p166="http://schemas.microsoft.com/office/powerpoint/2016/6/main">
                        <a:xfrm>
                          <a:off x="0" y="0"/>
                          <a:ext cx="255328" cy="143622"/>
                        </a:xfrm>
                        <a:prstGeom prst="rect">
                          <a:avLst/>
                        </a:prstGeom>
                        <a:ln w="3175">
                          <a:solidFill>
                            <a:prstClr val="ltGray"/>
                          </a:solidFill>
                        </a:ln>
                      </p166:spPr>
                    </pslz:zmPr>
                  </pslz:sldZmObj>
                </pslz:sldZm>
              </a:graphicData>
            </a:graphic>
          </p:graphicFrame>
        </mc:Choice>
        <mc:Fallback xmlns="">
          <p:pic>
            <p:nvPicPr>
              <p:cNvPr id="58" name="Slide Zoom 57">
                <a:extLst>
                  <a:ext uri="{FF2B5EF4-FFF2-40B4-BE49-F238E27FC236}">
                    <a16:creationId xmlns:a16="http://schemas.microsoft.com/office/drawing/2014/main" id="{5D52CB0D-7B9C-FEFC-F4AF-CC5AA147587F}"/>
                  </a:ext>
                </a:extLst>
              </p:cNvPr>
              <p:cNvPicPr>
                <a:picLocks noGrp="1" noRot="1" noChangeAspect="1" noMove="1" noResize="1" noEditPoints="1" noAdjustHandles="1" noChangeArrowheads="1" noChangeShapeType="1"/>
              </p:cNvPicPr>
              <p:nvPr/>
            </p:nvPicPr>
            <p:blipFill>
              <a:blip r:embed="rId39"/>
              <a:stretch>
                <a:fillRect/>
              </a:stretch>
            </p:blipFill>
            <p:spPr>
              <a:xfrm>
                <a:off x="3650402" y="2889112"/>
                <a:ext cx="255328" cy="143622"/>
              </a:xfrm>
              <a:prstGeom prst="rect">
                <a:avLst/>
              </a:prstGeom>
              <a:ln w="3175">
                <a:solidFill>
                  <a:prstClr val="ltGray"/>
                </a:solidFill>
              </a:ln>
            </p:spPr>
          </p:pic>
        </mc:Fallback>
      </mc:AlternateContent>
      <mc:AlternateContent xmlns:mc="http://schemas.openxmlformats.org/markup-compatibility/2006" xmlns:pslz="http://schemas.microsoft.com/office/powerpoint/2016/slidezoom">
        <mc:Choice Requires="pslz">
          <p:graphicFrame>
            <p:nvGraphicFramePr>
              <p:cNvPr id="60" name="Slide Zoom 59">
                <a:extLst>
                  <a:ext uri="{FF2B5EF4-FFF2-40B4-BE49-F238E27FC236}">
                    <a16:creationId xmlns:a16="http://schemas.microsoft.com/office/drawing/2014/main" id="{9A42AFFE-461C-092F-4A0F-18C38B53FABF}"/>
                  </a:ext>
                </a:extLst>
              </p:cNvPr>
              <p:cNvGraphicFramePr>
                <a:graphicFrameLocks noChangeAspect="1"/>
              </p:cNvGraphicFramePr>
              <p:nvPr/>
            </p:nvGraphicFramePr>
            <p:xfrm>
              <a:off x="3650402" y="3110106"/>
              <a:ext cx="255328" cy="143622"/>
            </p:xfrm>
            <a:graphic>
              <a:graphicData uri="http://schemas.microsoft.com/office/powerpoint/2016/slidezoom">
                <pslz:sldZm>
                  <pslz:sldZmObj sldId="276" cId="1739233074">
                    <pslz:zmPr id="{5D7ED0BB-9B02-43A3-8929-D0186A13200F}" returnToParent="0" transitionDur="1000">
                      <p166:blipFill xmlns:p166="http://schemas.microsoft.com/office/powerpoint/2016/6/main">
                        <a:blip r:embed="rId40"/>
                        <a:stretch>
                          <a:fillRect/>
                        </a:stretch>
                      </p166:blipFill>
                      <p166:spPr xmlns:p166="http://schemas.microsoft.com/office/powerpoint/2016/6/main">
                        <a:xfrm>
                          <a:off x="0" y="0"/>
                          <a:ext cx="255328" cy="143622"/>
                        </a:xfrm>
                        <a:prstGeom prst="rect">
                          <a:avLst/>
                        </a:prstGeom>
                        <a:ln w="3175">
                          <a:solidFill>
                            <a:prstClr val="ltGray"/>
                          </a:solidFill>
                        </a:ln>
                      </p166:spPr>
                    </pslz:zmPr>
                  </pslz:sldZmObj>
                </pslz:sldZm>
              </a:graphicData>
            </a:graphic>
          </p:graphicFrame>
        </mc:Choice>
        <mc:Fallback xmlns="">
          <p:pic>
            <p:nvPicPr>
              <p:cNvPr id="60" name="Slide Zoom 59">
                <a:extLst>
                  <a:ext uri="{FF2B5EF4-FFF2-40B4-BE49-F238E27FC236}">
                    <a16:creationId xmlns:a16="http://schemas.microsoft.com/office/drawing/2014/main" id="{9A42AFFE-461C-092F-4A0F-18C38B53FABF}"/>
                  </a:ext>
                </a:extLst>
              </p:cNvPr>
              <p:cNvPicPr>
                <a:picLocks noGrp="1" noRot="1" noChangeAspect="1" noMove="1" noResize="1" noEditPoints="1" noAdjustHandles="1" noChangeArrowheads="1" noChangeShapeType="1"/>
              </p:cNvPicPr>
              <p:nvPr/>
            </p:nvPicPr>
            <p:blipFill>
              <a:blip r:embed="rId41"/>
              <a:stretch>
                <a:fillRect/>
              </a:stretch>
            </p:blipFill>
            <p:spPr>
              <a:xfrm>
                <a:off x="3650402" y="3110106"/>
                <a:ext cx="255328" cy="143622"/>
              </a:xfrm>
              <a:prstGeom prst="rect">
                <a:avLst/>
              </a:prstGeom>
              <a:ln w="3175">
                <a:solidFill>
                  <a:prstClr val="ltGray"/>
                </a:solidFill>
              </a:ln>
            </p:spPr>
          </p:pic>
        </mc:Fallback>
      </mc:AlternateContent>
      <mc:AlternateContent xmlns:mc="http://schemas.openxmlformats.org/markup-compatibility/2006" xmlns:pslz="http://schemas.microsoft.com/office/powerpoint/2016/slidezoom">
        <mc:Choice Requires="pslz">
          <p:graphicFrame>
            <p:nvGraphicFramePr>
              <p:cNvPr id="62" name="Slide Zoom 61">
                <a:extLst>
                  <a:ext uri="{FF2B5EF4-FFF2-40B4-BE49-F238E27FC236}">
                    <a16:creationId xmlns:a16="http://schemas.microsoft.com/office/drawing/2014/main" id="{7666679B-AB3B-F7E1-1CCF-C03242CEF985}"/>
                  </a:ext>
                </a:extLst>
              </p:cNvPr>
              <p:cNvGraphicFramePr>
                <a:graphicFrameLocks noChangeAspect="1"/>
              </p:cNvGraphicFramePr>
              <p:nvPr/>
            </p:nvGraphicFramePr>
            <p:xfrm>
              <a:off x="3650402" y="3321108"/>
              <a:ext cx="275013" cy="171534"/>
            </p:xfrm>
            <a:graphic>
              <a:graphicData uri="http://schemas.microsoft.com/office/powerpoint/2016/slidezoom">
                <pslz:sldZm>
                  <pslz:sldZmObj sldId="278" cId="2392129402">
                    <pslz:zmPr id="{AFE5B367-AB0D-4354-9887-FB183635CE54}" returnToParent="0" transitionDur="1000">
                      <p166:blipFill xmlns:p166="http://schemas.microsoft.com/office/powerpoint/2016/6/main">
                        <a:blip r:embed="rId42"/>
                        <a:stretch>
                          <a:fillRect/>
                        </a:stretch>
                      </p166:blipFill>
                      <p166:spPr xmlns:p166="http://schemas.microsoft.com/office/powerpoint/2016/6/main">
                        <a:xfrm>
                          <a:off x="0" y="0"/>
                          <a:ext cx="275013" cy="171534"/>
                        </a:xfrm>
                        <a:prstGeom prst="rect">
                          <a:avLst/>
                        </a:prstGeom>
                        <a:ln w="3175">
                          <a:solidFill>
                            <a:prstClr val="ltGray"/>
                          </a:solidFill>
                        </a:ln>
                      </p166:spPr>
                    </pslz:zmPr>
                  </pslz:sldZmObj>
                </pslz:sldZm>
              </a:graphicData>
            </a:graphic>
          </p:graphicFrame>
        </mc:Choice>
        <mc:Fallback xmlns="">
          <p:pic>
            <p:nvPicPr>
              <p:cNvPr id="62" name="Slide Zoom 61">
                <a:extLst>
                  <a:ext uri="{FF2B5EF4-FFF2-40B4-BE49-F238E27FC236}">
                    <a16:creationId xmlns:a16="http://schemas.microsoft.com/office/drawing/2014/main" id="{7666679B-AB3B-F7E1-1CCF-C03242CEF985}"/>
                  </a:ext>
                </a:extLst>
              </p:cNvPr>
              <p:cNvPicPr>
                <a:picLocks noGrp="1" noRot="1" noChangeAspect="1" noMove="1" noResize="1" noEditPoints="1" noAdjustHandles="1" noChangeArrowheads="1" noChangeShapeType="1"/>
              </p:cNvPicPr>
              <p:nvPr/>
            </p:nvPicPr>
            <p:blipFill>
              <a:blip r:embed="rId43"/>
              <a:stretch>
                <a:fillRect/>
              </a:stretch>
            </p:blipFill>
            <p:spPr>
              <a:xfrm>
                <a:off x="3650402" y="3321108"/>
                <a:ext cx="275013" cy="171534"/>
              </a:xfrm>
              <a:prstGeom prst="rect">
                <a:avLst/>
              </a:prstGeom>
              <a:ln w="3175">
                <a:solidFill>
                  <a:prstClr val="ltGray"/>
                </a:solidFill>
              </a:ln>
            </p:spPr>
          </p:pic>
        </mc:Fallback>
      </mc:AlternateContent>
      <mc:AlternateContent xmlns:mc="http://schemas.openxmlformats.org/markup-compatibility/2006" xmlns:pslz="http://schemas.microsoft.com/office/powerpoint/2016/slidezoom">
        <mc:Choice Requires="pslz">
          <p:graphicFrame>
            <p:nvGraphicFramePr>
              <p:cNvPr id="128" name="Slide Zoom 127">
                <a:extLst>
                  <a:ext uri="{FF2B5EF4-FFF2-40B4-BE49-F238E27FC236}">
                    <a16:creationId xmlns:a16="http://schemas.microsoft.com/office/drawing/2014/main" id="{0293C502-3723-BBAF-A389-6C456717FAD8}"/>
                  </a:ext>
                </a:extLst>
              </p:cNvPr>
              <p:cNvGraphicFramePr>
                <a:graphicFrameLocks noChangeAspect="1"/>
              </p:cNvGraphicFramePr>
              <p:nvPr/>
            </p:nvGraphicFramePr>
            <p:xfrm>
              <a:off x="3649449" y="3540464"/>
              <a:ext cx="275966" cy="148000"/>
            </p:xfrm>
            <a:graphic>
              <a:graphicData uri="http://schemas.microsoft.com/office/powerpoint/2016/slidezoom">
                <pslz:sldZm>
                  <pslz:sldZmObj sldId="279" cId="3197189488">
                    <pslz:zmPr id="{AF87E7FA-12C8-48AA-B9FB-1EB3EDEEEC86}" returnToParent="0" transitionDur="1000">
                      <p166:blipFill xmlns:p166="http://schemas.microsoft.com/office/powerpoint/2016/6/main">
                        <a:blip r:embed="rId44"/>
                        <a:stretch>
                          <a:fillRect/>
                        </a:stretch>
                      </p166:blipFill>
                      <p166:spPr xmlns:p166="http://schemas.microsoft.com/office/powerpoint/2016/6/main">
                        <a:xfrm>
                          <a:off x="0" y="0"/>
                          <a:ext cx="275966" cy="148000"/>
                        </a:xfrm>
                        <a:prstGeom prst="rect">
                          <a:avLst/>
                        </a:prstGeom>
                        <a:ln w="3175">
                          <a:solidFill>
                            <a:prstClr val="ltGray"/>
                          </a:solidFill>
                        </a:ln>
                      </p166:spPr>
                    </pslz:zmPr>
                  </pslz:sldZmObj>
                </pslz:sldZm>
              </a:graphicData>
            </a:graphic>
          </p:graphicFrame>
        </mc:Choice>
        <mc:Fallback xmlns="">
          <p:pic>
            <p:nvPicPr>
              <p:cNvPr id="128" name="Slide Zoom 127">
                <a:extLst>
                  <a:ext uri="{FF2B5EF4-FFF2-40B4-BE49-F238E27FC236}">
                    <a16:creationId xmlns:a16="http://schemas.microsoft.com/office/drawing/2014/main" id="{0293C502-3723-BBAF-A389-6C456717FAD8}"/>
                  </a:ext>
                </a:extLst>
              </p:cNvPr>
              <p:cNvPicPr>
                <a:picLocks noGrp="1" noRot="1" noChangeAspect="1" noMove="1" noResize="1" noEditPoints="1" noAdjustHandles="1" noChangeArrowheads="1" noChangeShapeType="1"/>
              </p:cNvPicPr>
              <p:nvPr/>
            </p:nvPicPr>
            <p:blipFill>
              <a:blip r:embed="rId45"/>
              <a:stretch>
                <a:fillRect/>
              </a:stretch>
            </p:blipFill>
            <p:spPr>
              <a:xfrm>
                <a:off x="3649449" y="3540464"/>
                <a:ext cx="275966" cy="148000"/>
              </a:xfrm>
              <a:prstGeom prst="rect">
                <a:avLst/>
              </a:prstGeom>
              <a:ln w="3175">
                <a:solidFill>
                  <a:prstClr val="ltGray"/>
                </a:solidFill>
              </a:ln>
            </p:spPr>
          </p:pic>
        </mc:Fallback>
      </mc:AlternateContent>
      <mc:AlternateContent xmlns:mc="http://schemas.openxmlformats.org/markup-compatibility/2006" xmlns:pslz="http://schemas.microsoft.com/office/powerpoint/2016/slidezoom">
        <mc:Choice Requires="pslz">
          <p:graphicFrame>
            <p:nvGraphicFramePr>
              <p:cNvPr id="130" name="Slide Zoom 129">
                <a:extLst>
                  <a:ext uri="{FF2B5EF4-FFF2-40B4-BE49-F238E27FC236}">
                    <a16:creationId xmlns:a16="http://schemas.microsoft.com/office/drawing/2014/main" id="{316E6F86-AAFB-E744-F1C8-B6295BA59951}"/>
                  </a:ext>
                </a:extLst>
              </p:cNvPr>
              <p:cNvGraphicFramePr>
                <a:graphicFrameLocks noChangeAspect="1"/>
              </p:cNvGraphicFramePr>
              <p:nvPr/>
            </p:nvGraphicFramePr>
            <p:xfrm>
              <a:off x="3649450" y="3746069"/>
              <a:ext cx="275966" cy="171534"/>
            </p:xfrm>
            <a:graphic>
              <a:graphicData uri="http://schemas.microsoft.com/office/powerpoint/2016/slidezoom">
                <pslz:sldZm>
                  <pslz:sldZmObj sldId="277" cId="157234478">
                    <pslz:zmPr id="{B2723497-866E-499D-B3A3-4FD2D82CE5D5}" returnToParent="0" transitionDur="1000">
                      <p166:blipFill xmlns:p166="http://schemas.microsoft.com/office/powerpoint/2016/6/main">
                        <a:blip r:embed="rId46"/>
                        <a:stretch>
                          <a:fillRect/>
                        </a:stretch>
                      </p166:blipFill>
                      <p166:spPr xmlns:p166="http://schemas.microsoft.com/office/powerpoint/2016/6/main">
                        <a:xfrm>
                          <a:off x="0" y="0"/>
                          <a:ext cx="275966" cy="171534"/>
                        </a:xfrm>
                        <a:prstGeom prst="rect">
                          <a:avLst/>
                        </a:prstGeom>
                        <a:ln w="3175">
                          <a:solidFill>
                            <a:prstClr val="ltGray"/>
                          </a:solidFill>
                        </a:ln>
                      </p166:spPr>
                    </pslz:zmPr>
                  </pslz:sldZmObj>
                </pslz:sldZm>
              </a:graphicData>
            </a:graphic>
          </p:graphicFrame>
        </mc:Choice>
        <mc:Fallback xmlns="">
          <p:pic>
            <p:nvPicPr>
              <p:cNvPr id="130" name="Slide Zoom 129">
                <a:extLst>
                  <a:ext uri="{FF2B5EF4-FFF2-40B4-BE49-F238E27FC236}">
                    <a16:creationId xmlns:a16="http://schemas.microsoft.com/office/drawing/2014/main" id="{316E6F86-AAFB-E744-F1C8-B6295BA59951}"/>
                  </a:ext>
                </a:extLst>
              </p:cNvPr>
              <p:cNvPicPr>
                <a:picLocks noGrp="1" noRot="1" noChangeAspect="1" noMove="1" noResize="1" noEditPoints="1" noAdjustHandles="1" noChangeArrowheads="1" noChangeShapeType="1"/>
              </p:cNvPicPr>
              <p:nvPr/>
            </p:nvPicPr>
            <p:blipFill>
              <a:blip r:embed="rId47"/>
              <a:stretch>
                <a:fillRect/>
              </a:stretch>
            </p:blipFill>
            <p:spPr>
              <a:xfrm>
                <a:off x="3649450" y="3746069"/>
                <a:ext cx="275966" cy="171534"/>
              </a:xfrm>
              <a:prstGeom prst="rect">
                <a:avLst/>
              </a:prstGeom>
              <a:ln w="3175">
                <a:solidFill>
                  <a:prstClr val="ltGray"/>
                </a:solidFill>
              </a:ln>
            </p:spPr>
          </p:pic>
        </mc:Fallback>
      </mc:AlternateContent>
      <mc:AlternateContent xmlns:mc="http://schemas.openxmlformats.org/markup-compatibility/2006" xmlns:pslz="http://schemas.microsoft.com/office/powerpoint/2016/slidezoom">
        <mc:Choice Requires="pslz">
          <p:graphicFrame>
            <p:nvGraphicFramePr>
              <p:cNvPr id="133" name="Slide Zoom 132">
                <a:extLst>
                  <a:ext uri="{FF2B5EF4-FFF2-40B4-BE49-F238E27FC236}">
                    <a16:creationId xmlns:a16="http://schemas.microsoft.com/office/drawing/2014/main" id="{EE849245-BC1E-9B86-6377-47F599A011A3}"/>
                  </a:ext>
                </a:extLst>
              </p:cNvPr>
              <p:cNvGraphicFramePr>
                <a:graphicFrameLocks noChangeAspect="1"/>
              </p:cNvGraphicFramePr>
              <p:nvPr/>
            </p:nvGraphicFramePr>
            <p:xfrm>
              <a:off x="2773020" y="4372523"/>
              <a:ext cx="1400682" cy="787884"/>
            </p:xfrm>
            <a:graphic>
              <a:graphicData uri="http://schemas.microsoft.com/office/powerpoint/2016/slidezoom">
                <pslz:sldZm>
                  <pslz:sldZmObj sldId="296" cId="1720586822">
                    <pslz:zmPr id="{5EA0A67C-D747-4DCC-8C94-739BA351169E}" returnToParent="0" transitionDur="1000">
                      <p166:blipFill xmlns:p166="http://schemas.microsoft.com/office/powerpoint/2016/6/main">
                        <a:blip r:embed="rId48"/>
                        <a:stretch>
                          <a:fillRect/>
                        </a:stretch>
                      </p166:blipFill>
                      <p166:spPr xmlns:p166="http://schemas.microsoft.com/office/powerpoint/2016/6/main">
                        <a:xfrm>
                          <a:off x="0" y="0"/>
                          <a:ext cx="1400682" cy="787884"/>
                        </a:xfrm>
                        <a:prstGeom prst="rect">
                          <a:avLst/>
                        </a:prstGeom>
                        <a:ln w="3175">
                          <a:solidFill>
                            <a:prstClr val="ltGray"/>
                          </a:solidFill>
                        </a:ln>
                      </p166:spPr>
                    </pslz:zmPr>
                  </pslz:sldZmObj>
                </pslz:sldZm>
              </a:graphicData>
            </a:graphic>
          </p:graphicFrame>
        </mc:Choice>
        <mc:Fallback xmlns="">
          <p:pic>
            <p:nvPicPr>
              <p:cNvPr id="133" name="Slide Zoom 132">
                <a:extLst>
                  <a:ext uri="{FF2B5EF4-FFF2-40B4-BE49-F238E27FC236}">
                    <a16:creationId xmlns:a16="http://schemas.microsoft.com/office/drawing/2014/main" id="{EE849245-BC1E-9B86-6377-47F599A011A3}"/>
                  </a:ext>
                </a:extLst>
              </p:cNvPr>
              <p:cNvPicPr>
                <a:picLocks noGrp="1" noRot="1" noChangeAspect="1" noMove="1" noResize="1" noEditPoints="1" noAdjustHandles="1" noChangeArrowheads="1" noChangeShapeType="1"/>
              </p:cNvPicPr>
              <p:nvPr/>
            </p:nvPicPr>
            <p:blipFill>
              <a:blip r:embed="rId49"/>
              <a:stretch>
                <a:fillRect/>
              </a:stretch>
            </p:blipFill>
            <p:spPr>
              <a:xfrm>
                <a:off x="2773020" y="4372523"/>
                <a:ext cx="1400682" cy="787884"/>
              </a:xfrm>
              <a:prstGeom prst="rect">
                <a:avLst/>
              </a:prstGeom>
              <a:ln w="3175">
                <a:solidFill>
                  <a:prstClr val="ltGray"/>
                </a:solidFill>
              </a:ln>
            </p:spPr>
          </p:pic>
        </mc:Fallback>
      </mc:AlternateContent>
      <mc:AlternateContent xmlns:mc="http://schemas.openxmlformats.org/markup-compatibility/2006" xmlns:pslz="http://schemas.microsoft.com/office/powerpoint/2016/slidezoom">
        <mc:Choice Requires="pslz">
          <p:graphicFrame>
            <p:nvGraphicFramePr>
              <p:cNvPr id="6" name="Slide Zoom 5">
                <a:extLst>
                  <a:ext uri="{FF2B5EF4-FFF2-40B4-BE49-F238E27FC236}">
                    <a16:creationId xmlns:a16="http://schemas.microsoft.com/office/drawing/2014/main" id="{747C59FE-071D-B86A-0229-69366AF64B07}"/>
                  </a:ext>
                </a:extLst>
              </p:cNvPr>
              <p:cNvGraphicFramePr>
                <a:graphicFrameLocks noChangeAspect="1"/>
              </p:cNvGraphicFramePr>
              <p:nvPr/>
            </p:nvGraphicFramePr>
            <p:xfrm>
              <a:off x="2041671" y="6627052"/>
              <a:ext cx="113907" cy="73514"/>
            </p:xfrm>
            <a:graphic>
              <a:graphicData uri="http://schemas.microsoft.com/office/powerpoint/2016/slidezoom">
                <pslz:sldZm>
                  <pslz:sldZmObj sldId="270" cId="1376759998">
                    <pslz:zmPr id="{18C6290C-A3EC-4730-BC6D-52E2F71A65CA}" returnToParent="0" transitionDur="1000">
                      <p166:blipFill xmlns:p166="http://schemas.microsoft.com/office/powerpoint/2016/6/main">
                        <a:blip r:embed="rId50"/>
                        <a:stretch>
                          <a:fillRect/>
                        </a:stretch>
                      </p166:blipFill>
                      <p166:spPr xmlns:p166="http://schemas.microsoft.com/office/powerpoint/2016/6/main">
                        <a:xfrm>
                          <a:off x="0" y="0"/>
                          <a:ext cx="113907" cy="73514"/>
                        </a:xfrm>
                        <a:prstGeom prst="rect">
                          <a:avLst/>
                        </a:prstGeom>
                        <a:ln w="3175">
                          <a:solidFill>
                            <a:prstClr val="ltGray"/>
                          </a:solidFill>
                        </a:ln>
                      </p166:spPr>
                    </pslz:zmPr>
                  </pslz:sldZmObj>
                </pslz:sldZm>
              </a:graphicData>
            </a:graphic>
          </p:graphicFrame>
        </mc:Choice>
        <mc:Fallback xmlns="">
          <p:pic>
            <p:nvPicPr>
              <p:cNvPr id="6" name="Slide Zoom 5">
                <a:extLst>
                  <a:ext uri="{FF2B5EF4-FFF2-40B4-BE49-F238E27FC236}">
                    <a16:creationId xmlns:a16="http://schemas.microsoft.com/office/drawing/2014/main" id="{747C59FE-071D-B86A-0229-69366AF64B07}"/>
                  </a:ext>
                </a:extLst>
              </p:cNvPr>
              <p:cNvPicPr>
                <a:picLocks noGrp="1" noRot="1" noChangeAspect="1" noMove="1" noResize="1" noEditPoints="1" noAdjustHandles="1" noChangeArrowheads="1" noChangeShapeType="1"/>
              </p:cNvPicPr>
              <p:nvPr/>
            </p:nvPicPr>
            <p:blipFill>
              <a:blip r:embed="rId51"/>
              <a:stretch>
                <a:fillRect/>
              </a:stretch>
            </p:blipFill>
            <p:spPr>
              <a:xfrm>
                <a:off x="2041671" y="6627052"/>
                <a:ext cx="113907" cy="73514"/>
              </a:xfrm>
              <a:prstGeom prst="rect">
                <a:avLst/>
              </a:prstGeom>
              <a:ln w="3175">
                <a:solidFill>
                  <a:prstClr val="ltGray"/>
                </a:solidFill>
              </a:ln>
            </p:spPr>
          </p:pic>
        </mc:Fallback>
      </mc:AlternateContent>
      <mc:AlternateContent xmlns:mc="http://schemas.openxmlformats.org/markup-compatibility/2006" xmlns:pslz="http://schemas.microsoft.com/office/powerpoint/2016/slidezoom">
        <mc:Choice Requires="pslz">
          <p:graphicFrame>
            <p:nvGraphicFramePr>
              <p:cNvPr id="8" name="Slide Zoom 7">
                <a:extLst>
                  <a:ext uri="{FF2B5EF4-FFF2-40B4-BE49-F238E27FC236}">
                    <a16:creationId xmlns:a16="http://schemas.microsoft.com/office/drawing/2014/main" id="{A8DC3169-B015-8932-DD88-C19D37BDB55E}"/>
                  </a:ext>
                </a:extLst>
              </p:cNvPr>
              <p:cNvGraphicFramePr>
                <a:graphicFrameLocks noChangeAspect="1"/>
              </p:cNvGraphicFramePr>
              <p:nvPr/>
            </p:nvGraphicFramePr>
            <p:xfrm>
              <a:off x="1999544" y="2887226"/>
              <a:ext cx="1578827" cy="1067343"/>
            </p:xfrm>
            <a:graphic>
              <a:graphicData uri="http://schemas.microsoft.com/office/powerpoint/2016/slidezoom">
                <pslz:sldZm>
                  <pslz:sldZmObj sldId="273" cId="78632754">
                    <pslz:zmPr id="{F5BFBCC0-F275-42D1-9584-92E246511B25}" returnToParent="0" transitionDur="1000">
                      <p166:blipFill xmlns:p166="http://schemas.microsoft.com/office/powerpoint/2016/6/main">
                        <a:blip r:embed="rId52"/>
                        <a:stretch>
                          <a:fillRect/>
                        </a:stretch>
                      </p166:blipFill>
                      <p166:spPr xmlns:p166="http://schemas.microsoft.com/office/powerpoint/2016/6/main">
                        <a:xfrm>
                          <a:off x="0" y="0"/>
                          <a:ext cx="1578827" cy="1067343"/>
                        </a:xfrm>
                        <a:prstGeom prst="rect">
                          <a:avLst/>
                        </a:prstGeom>
                        <a:ln w="3175">
                          <a:solidFill>
                            <a:prstClr val="ltGray"/>
                          </a:solidFill>
                        </a:ln>
                      </p166:spPr>
                    </pslz:zmPr>
                  </pslz:sldZmObj>
                </pslz:sldZm>
              </a:graphicData>
            </a:graphic>
          </p:graphicFrame>
        </mc:Choice>
        <mc:Fallback xmlns="">
          <p:pic>
            <p:nvPicPr>
              <p:cNvPr id="8" name="Slide Zoom 7">
                <a:extLst>
                  <a:ext uri="{FF2B5EF4-FFF2-40B4-BE49-F238E27FC236}">
                    <a16:creationId xmlns:a16="http://schemas.microsoft.com/office/drawing/2014/main" id="{A8DC3169-B015-8932-DD88-C19D37BDB55E}"/>
                  </a:ext>
                </a:extLst>
              </p:cNvPr>
              <p:cNvPicPr>
                <a:picLocks noGrp="1" noRot="1" noChangeAspect="1" noMove="1" noResize="1" noEditPoints="1" noAdjustHandles="1" noChangeArrowheads="1" noChangeShapeType="1"/>
              </p:cNvPicPr>
              <p:nvPr/>
            </p:nvPicPr>
            <p:blipFill>
              <a:blip r:embed="rId53"/>
              <a:stretch>
                <a:fillRect/>
              </a:stretch>
            </p:blipFill>
            <p:spPr>
              <a:xfrm>
                <a:off x="1999544" y="2887226"/>
                <a:ext cx="1578827" cy="1067343"/>
              </a:xfrm>
              <a:prstGeom prst="rect">
                <a:avLst/>
              </a:prstGeom>
              <a:ln w="3175">
                <a:solidFill>
                  <a:prstClr val="ltGray"/>
                </a:solidFill>
              </a:ln>
            </p:spPr>
          </p:pic>
        </mc:Fallback>
      </mc:AlternateContent>
      <mc:AlternateContent xmlns:mc="http://schemas.openxmlformats.org/markup-compatibility/2006" xmlns:pslz="http://schemas.microsoft.com/office/powerpoint/2016/slidezoom">
        <mc:Choice Requires="pslz">
          <p:graphicFrame>
            <p:nvGraphicFramePr>
              <p:cNvPr id="11" name="Slide Zoom 10">
                <a:extLst>
                  <a:ext uri="{FF2B5EF4-FFF2-40B4-BE49-F238E27FC236}">
                    <a16:creationId xmlns:a16="http://schemas.microsoft.com/office/drawing/2014/main" id="{665E01FA-53F7-629D-274A-950150FDDB34}"/>
                  </a:ext>
                </a:extLst>
              </p:cNvPr>
              <p:cNvGraphicFramePr>
                <a:graphicFrameLocks noChangeAspect="1"/>
              </p:cNvGraphicFramePr>
              <p:nvPr/>
            </p:nvGraphicFramePr>
            <p:xfrm>
              <a:off x="3635458" y="5937324"/>
              <a:ext cx="522340" cy="293816"/>
            </p:xfrm>
            <a:graphic>
              <a:graphicData uri="http://schemas.microsoft.com/office/powerpoint/2016/slidezoom">
                <pslz:sldZm>
                  <pslz:sldZmObj sldId="281" cId="4250933284">
                    <pslz:zmPr id="{16284C36-0C30-4C2C-9BBC-211395D0306E}" returnToParent="0" transitionDur="1000">
                      <p166:blipFill xmlns:p166="http://schemas.microsoft.com/office/powerpoint/2016/6/main">
                        <a:blip r:embed="rId54"/>
                        <a:stretch>
                          <a:fillRect/>
                        </a:stretch>
                      </p166:blipFill>
                      <p166:spPr xmlns:p166="http://schemas.microsoft.com/office/powerpoint/2016/6/main">
                        <a:xfrm>
                          <a:off x="0" y="0"/>
                          <a:ext cx="522340" cy="293816"/>
                        </a:xfrm>
                        <a:prstGeom prst="rect">
                          <a:avLst/>
                        </a:prstGeom>
                        <a:ln w="3175">
                          <a:solidFill>
                            <a:prstClr val="ltGray"/>
                          </a:solidFill>
                        </a:ln>
                      </p166:spPr>
                    </pslz:zmPr>
                  </pslz:sldZmObj>
                </pslz:sldZm>
              </a:graphicData>
            </a:graphic>
          </p:graphicFrame>
        </mc:Choice>
        <mc:Fallback xmlns="">
          <p:pic>
            <p:nvPicPr>
              <p:cNvPr id="11" name="Slide Zoom 10">
                <a:extLst>
                  <a:ext uri="{FF2B5EF4-FFF2-40B4-BE49-F238E27FC236}">
                    <a16:creationId xmlns:a16="http://schemas.microsoft.com/office/drawing/2014/main" id="{665E01FA-53F7-629D-274A-950150FDDB34}"/>
                  </a:ext>
                </a:extLst>
              </p:cNvPr>
              <p:cNvPicPr>
                <a:picLocks noGrp="1" noRot="1" noChangeAspect="1" noMove="1" noResize="1" noEditPoints="1" noAdjustHandles="1" noChangeArrowheads="1" noChangeShapeType="1"/>
              </p:cNvPicPr>
              <p:nvPr/>
            </p:nvPicPr>
            <p:blipFill>
              <a:blip r:embed="rId55"/>
              <a:stretch>
                <a:fillRect/>
              </a:stretch>
            </p:blipFill>
            <p:spPr>
              <a:xfrm>
                <a:off x="3635458" y="5937324"/>
                <a:ext cx="522340" cy="293816"/>
              </a:xfrm>
              <a:prstGeom prst="rect">
                <a:avLst/>
              </a:prstGeom>
              <a:ln w="3175">
                <a:solidFill>
                  <a:prstClr val="ltGray"/>
                </a:solidFill>
              </a:ln>
            </p:spPr>
          </p:pic>
        </mc:Fallback>
      </mc:AlternateContent>
      <mc:AlternateContent xmlns:mc="http://schemas.openxmlformats.org/markup-compatibility/2006" xmlns:pslz="http://schemas.microsoft.com/office/powerpoint/2016/slidezoom">
        <mc:Choice Requires="pslz">
          <p:graphicFrame>
            <p:nvGraphicFramePr>
              <p:cNvPr id="13" name="Slide Zoom 12">
                <a:extLst>
                  <a:ext uri="{FF2B5EF4-FFF2-40B4-BE49-F238E27FC236}">
                    <a16:creationId xmlns:a16="http://schemas.microsoft.com/office/drawing/2014/main" id="{B7F12636-E3BA-F7E0-060F-EEA7A75730CF}"/>
                  </a:ext>
                </a:extLst>
              </p:cNvPr>
              <p:cNvGraphicFramePr>
                <a:graphicFrameLocks noChangeAspect="1"/>
              </p:cNvGraphicFramePr>
              <p:nvPr/>
            </p:nvGraphicFramePr>
            <p:xfrm>
              <a:off x="3578371" y="6364221"/>
              <a:ext cx="608405" cy="342228"/>
            </p:xfrm>
            <a:graphic>
              <a:graphicData uri="http://schemas.microsoft.com/office/powerpoint/2016/slidezoom">
                <pslz:sldZm>
                  <pslz:sldZmObj sldId="282" cId="3690588320">
                    <pslz:zmPr id="{D6E7326E-5852-4283-A66A-A6B9F92EDB97}" returnToParent="0" transitionDur="1000">
                      <p166:blipFill xmlns:p166="http://schemas.microsoft.com/office/powerpoint/2016/6/main">
                        <a:blip r:embed="rId56"/>
                        <a:stretch>
                          <a:fillRect/>
                        </a:stretch>
                      </p166:blipFill>
                      <p166:spPr xmlns:p166="http://schemas.microsoft.com/office/powerpoint/2016/6/main">
                        <a:xfrm>
                          <a:off x="0" y="0"/>
                          <a:ext cx="608405" cy="342228"/>
                        </a:xfrm>
                        <a:prstGeom prst="rect">
                          <a:avLst/>
                        </a:prstGeom>
                        <a:ln w="3175">
                          <a:solidFill>
                            <a:prstClr val="ltGray"/>
                          </a:solidFill>
                        </a:ln>
                      </p166:spPr>
                    </pslz:zmPr>
                  </pslz:sldZmObj>
                </pslz:sldZm>
              </a:graphicData>
            </a:graphic>
          </p:graphicFrame>
        </mc:Choice>
        <mc:Fallback xmlns="">
          <p:pic>
            <p:nvPicPr>
              <p:cNvPr id="13" name="Slide Zoom 12">
                <a:extLst>
                  <a:ext uri="{FF2B5EF4-FFF2-40B4-BE49-F238E27FC236}">
                    <a16:creationId xmlns:a16="http://schemas.microsoft.com/office/drawing/2014/main" id="{B7F12636-E3BA-F7E0-060F-EEA7A75730CF}"/>
                  </a:ext>
                </a:extLst>
              </p:cNvPr>
              <p:cNvPicPr>
                <a:picLocks noGrp="1" noRot="1" noChangeAspect="1" noMove="1" noResize="1" noEditPoints="1" noAdjustHandles="1" noChangeArrowheads="1" noChangeShapeType="1"/>
              </p:cNvPicPr>
              <p:nvPr/>
            </p:nvPicPr>
            <p:blipFill>
              <a:blip r:embed="rId57"/>
              <a:stretch>
                <a:fillRect/>
              </a:stretch>
            </p:blipFill>
            <p:spPr>
              <a:xfrm>
                <a:off x="3578371" y="6364221"/>
                <a:ext cx="608405" cy="342228"/>
              </a:xfrm>
              <a:prstGeom prst="rect">
                <a:avLst/>
              </a:prstGeom>
              <a:ln w="3175">
                <a:solidFill>
                  <a:prstClr val="ltGray"/>
                </a:solidFill>
              </a:ln>
            </p:spPr>
          </p:pic>
        </mc:Fallback>
      </mc:AlternateContent>
      <mc:AlternateContent xmlns:mc="http://schemas.openxmlformats.org/markup-compatibility/2006" xmlns:pslz="http://schemas.microsoft.com/office/powerpoint/2016/slidezoom">
        <mc:Choice Requires="pslz">
          <p:graphicFrame>
            <p:nvGraphicFramePr>
              <p:cNvPr id="16" name="Slide Zoom 15">
                <a:extLst>
                  <a:ext uri="{FF2B5EF4-FFF2-40B4-BE49-F238E27FC236}">
                    <a16:creationId xmlns:a16="http://schemas.microsoft.com/office/drawing/2014/main" id="{DEDF7083-C9B1-A61E-E58C-6A1C95641877}"/>
                  </a:ext>
                </a:extLst>
              </p:cNvPr>
              <p:cNvGraphicFramePr>
                <a:graphicFrameLocks noChangeAspect="1"/>
              </p:cNvGraphicFramePr>
              <p:nvPr/>
            </p:nvGraphicFramePr>
            <p:xfrm>
              <a:off x="4535320" y="5649567"/>
              <a:ext cx="1634887" cy="919624"/>
            </p:xfrm>
            <a:graphic>
              <a:graphicData uri="http://schemas.microsoft.com/office/powerpoint/2016/slidezoom">
                <pslz:sldZm>
                  <pslz:sldZmObj sldId="283" cId="483487439">
                    <pslz:zmPr id="{FB625323-FDCF-4F62-9B11-41F6C140A94B}" returnToParent="0" transitionDur="1000">
                      <p166:blipFill xmlns:p166="http://schemas.microsoft.com/office/powerpoint/2016/6/main">
                        <a:blip r:embed="rId58"/>
                        <a:stretch>
                          <a:fillRect/>
                        </a:stretch>
                      </p166:blipFill>
                      <p166:spPr xmlns:p166="http://schemas.microsoft.com/office/powerpoint/2016/6/main">
                        <a:xfrm>
                          <a:off x="0" y="0"/>
                          <a:ext cx="1634887" cy="919624"/>
                        </a:xfrm>
                        <a:prstGeom prst="rect">
                          <a:avLst/>
                        </a:prstGeom>
                        <a:ln w="3175">
                          <a:solidFill>
                            <a:prstClr val="ltGray"/>
                          </a:solidFill>
                        </a:ln>
                      </p166:spPr>
                    </pslz:zmPr>
                  </pslz:sldZmObj>
                </pslz:sldZm>
              </a:graphicData>
            </a:graphic>
          </p:graphicFrame>
        </mc:Choice>
        <mc:Fallback xmlns="">
          <p:pic>
            <p:nvPicPr>
              <p:cNvPr id="16" name="Slide Zoom 15">
                <a:extLst>
                  <a:ext uri="{FF2B5EF4-FFF2-40B4-BE49-F238E27FC236}">
                    <a16:creationId xmlns:a16="http://schemas.microsoft.com/office/drawing/2014/main" id="{DEDF7083-C9B1-A61E-E58C-6A1C95641877}"/>
                  </a:ext>
                </a:extLst>
              </p:cNvPr>
              <p:cNvPicPr>
                <a:picLocks noGrp="1" noRot="1" noChangeAspect="1" noMove="1" noResize="1" noEditPoints="1" noAdjustHandles="1" noChangeArrowheads="1" noChangeShapeType="1"/>
              </p:cNvPicPr>
              <p:nvPr/>
            </p:nvPicPr>
            <p:blipFill>
              <a:blip r:embed="rId59"/>
              <a:stretch>
                <a:fillRect/>
              </a:stretch>
            </p:blipFill>
            <p:spPr>
              <a:xfrm>
                <a:off x="4535320" y="5649567"/>
                <a:ext cx="1634887" cy="919624"/>
              </a:xfrm>
              <a:prstGeom prst="rect">
                <a:avLst/>
              </a:prstGeom>
              <a:ln w="3175">
                <a:solidFill>
                  <a:prstClr val="ltGray"/>
                </a:solidFill>
              </a:ln>
            </p:spPr>
          </p:pic>
        </mc:Fallback>
      </mc:AlternateContent>
      <mc:AlternateContent xmlns:mc="http://schemas.openxmlformats.org/markup-compatibility/2006" xmlns:pslz="http://schemas.microsoft.com/office/powerpoint/2016/slidezoom">
        <mc:Choice Requires="pslz">
          <p:graphicFrame>
            <p:nvGraphicFramePr>
              <p:cNvPr id="19" name="Slide Zoom 18">
                <a:extLst>
                  <a:ext uri="{FF2B5EF4-FFF2-40B4-BE49-F238E27FC236}">
                    <a16:creationId xmlns:a16="http://schemas.microsoft.com/office/drawing/2014/main" id="{05193D43-47BF-DEB8-2B76-E36163E2CBF5}"/>
                  </a:ext>
                </a:extLst>
              </p:cNvPr>
              <p:cNvGraphicFramePr>
                <a:graphicFrameLocks noChangeAspect="1"/>
              </p:cNvGraphicFramePr>
              <p:nvPr/>
            </p:nvGraphicFramePr>
            <p:xfrm>
              <a:off x="6253385" y="5703354"/>
              <a:ext cx="407031" cy="228955"/>
            </p:xfrm>
            <a:graphic>
              <a:graphicData uri="http://schemas.microsoft.com/office/powerpoint/2016/slidezoom">
                <pslz:sldZm>
                  <pslz:sldZmObj sldId="284" cId="1857111058">
                    <pslz:zmPr id="{625B15E8-AB60-4472-A9A0-FFD546B71313}" returnToParent="0" transitionDur="1000">
                      <p166:blipFill xmlns:p166="http://schemas.microsoft.com/office/powerpoint/2016/6/main">
                        <a:blip r:embed="rId60"/>
                        <a:stretch>
                          <a:fillRect/>
                        </a:stretch>
                      </p166:blipFill>
                      <p166:spPr xmlns:p166="http://schemas.microsoft.com/office/powerpoint/2016/6/main">
                        <a:xfrm>
                          <a:off x="0" y="0"/>
                          <a:ext cx="407031" cy="228955"/>
                        </a:xfrm>
                        <a:prstGeom prst="rect">
                          <a:avLst/>
                        </a:prstGeom>
                        <a:ln w="3175">
                          <a:solidFill>
                            <a:prstClr val="ltGray"/>
                          </a:solidFill>
                        </a:ln>
                      </p166:spPr>
                    </pslz:zmPr>
                  </pslz:sldZmObj>
                </pslz:sldZm>
              </a:graphicData>
            </a:graphic>
          </p:graphicFrame>
        </mc:Choice>
        <mc:Fallback xmlns="">
          <p:pic>
            <p:nvPicPr>
              <p:cNvPr id="19" name="Slide Zoom 18">
                <a:extLst>
                  <a:ext uri="{FF2B5EF4-FFF2-40B4-BE49-F238E27FC236}">
                    <a16:creationId xmlns:a16="http://schemas.microsoft.com/office/drawing/2014/main" id="{05193D43-47BF-DEB8-2B76-E36163E2CBF5}"/>
                  </a:ext>
                </a:extLst>
              </p:cNvPr>
              <p:cNvPicPr>
                <a:picLocks noGrp="1" noRot="1" noChangeAspect="1" noMove="1" noResize="1" noEditPoints="1" noAdjustHandles="1" noChangeArrowheads="1" noChangeShapeType="1"/>
              </p:cNvPicPr>
              <p:nvPr/>
            </p:nvPicPr>
            <p:blipFill>
              <a:blip r:embed="rId61"/>
              <a:stretch>
                <a:fillRect/>
              </a:stretch>
            </p:blipFill>
            <p:spPr>
              <a:xfrm>
                <a:off x="6253385" y="5703354"/>
                <a:ext cx="407031" cy="228955"/>
              </a:xfrm>
              <a:prstGeom prst="rect">
                <a:avLst/>
              </a:prstGeom>
              <a:ln w="3175">
                <a:solidFill>
                  <a:prstClr val="ltGray"/>
                </a:solidFill>
              </a:ln>
            </p:spPr>
          </p:pic>
        </mc:Fallback>
      </mc:AlternateContent>
      <mc:AlternateContent xmlns:mc="http://schemas.openxmlformats.org/markup-compatibility/2006" xmlns:pslz="http://schemas.microsoft.com/office/powerpoint/2016/slidezoom">
        <mc:Choice Requires="pslz">
          <p:graphicFrame>
            <p:nvGraphicFramePr>
              <p:cNvPr id="21" name="Slide Zoom 20">
                <a:extLst>
                  <a:ext uri="{FF2B5EF4-FFF2-40B4-BE49-F238E27FC236}">
                    <a16:creationId xmlns:a16="http://schemas.microsoft.com/office/drawing/2014/main" id="{C6D5FE4D-C11A-4603-0D0A-C052CEB6EC81}"/>
                  </a:ext>
                </a:extLst>
              </p:cNvPr>
              <p:cNvGraphicFramePr>
                <a:graphicFrameLocks noChangeAspect="1"/>
              </p:cNvGraphicFramePr>
              <p:nvPr/>
            </p:nvGraphicFramePr>
            <p:xfrm>
              <a:off x="6253385" y="6004951"/>
              <a:ext cx="407031" cy="228955"/>
            </p:xfrm>
            <a:graphic>
              <a:graphicData uri="http://schemas.microsoft.com/office/powerpoint/2016/slidezoom">
                <pslz:sldZm>
                  <pslz:sldZmObj sldId="285" cId="1382132124">
                    <pslz:zmPr id="{DD014559-0BF8-45C1-BC3B-7D43064BE3D7}" returnToParent="0" transitionDur="1000">
                      <p166:blipFill xmlns:p166="http://schemas.microsoft.com/office/powerpoint/2016/6/main">
                        <a:blip r:embed="rId62"/>
                        <a:stretch>
                          <a:fillRect/>
                        </a:stretch>
                      </p166:blipFill>
                      <p166:spPr xmlns:p166="http://schemas.microsoft.com/office/powerpoint/2016/6/main">
                        <a:xfrm>
                          <a:off x="0" y="0"/>
                          <a:ext cx="407031" cy="228955"/>
                        </a:xfrm>
                        <a:prstGeom prst="rect">
                          <a:avLst/>
                        </a:prstGeom>
                        <a:ln w="3175">
                          <a:solidFill>
                            <a:prstClr val="ltGray"/>
                          </a:solidFill>
                        </a:ln>
                      </p166:spPr>
                    </pslz:zmPr>
                  </pslz:sldZmObj>
                </pslz:sldZm>
              </a:graphicData>
            </a:graphic>
          </p:graphicFrame>
        </mc:Choice>
        <mc:Fallback xmlns="">
          <p:pic>
            <p:nvPicPr>
              <p:cNvPr id="21" name="Slide Zoom 20">
                <a:extLst>
                  <a:ext uri="{FF2B5EF4-FFF2-40B4-BE49-F238E27FC236}">
                    <a16:creationId xmlns:a16="http://schemas.microsoft.com/office/drawing/2014/main" id="{C6D5FE4D-C11A-4603-0D0A-C052CEB6EC81}"/>
                  </a:ext>
                </a:extLst>
              </p:cNvPr>
              <p:cNvPicPr>
                <a:picLocks noGrp="1" noRot="1" noChangeAspect="1" noMove="1" noResize="1" noEditPoints="1" noAdjustHandles="1" noChangeArrowheads="1" noChangeShapeType="1"/>
              </p:cNvPicPr>
              <p:nvPr/>
            </p:nvPicPr>
            <p:blipFill>
              <a:blip r:embed="rId63"/>
              <a:stretch>
                <a:fillRect/>
              </a:stretch>
            </p:blipFill>
            <p:spPr>
              <a:xfrm>
                <a:off x="6253385" y="6004951"/>
                <a:ext cx="407031" cy="228955"/>
              </a:xfrm>
              <a:prstGeom prst="rect">
                <a:avLst/>
              </a:prstGeom>
              <a:ln w="3175">
                <a:solidFill>
                  <a:prstClr val="ltGray"/>
                </a:solidFill>
              </a:ln>
            </p:spPr>
          </p:pic>
        </mc:Fallback>
      </mc:AlternateContent>
      <mc:AlternateContent xmlns:mc="http://schemas.openxmlformats.org/markup-compatibility/2006" xmlns:pslz="http://schemas.microsoft.com/office/powerpoint/2016/slidezoom">
        <mc:Choice Requires="pslz">
          <p:graphicFrame>
            <p:nvGraphicFramePr>
              <p:cNvPr id="24" name="Slide Zoom 23">
                <a:extLst>
                  <a:ext uri="{FF2B5EF4-FFF2-40B4-BE49-F238E27FC236}">
                    <a16:creationId xmlns:a16="http://schemas.microsoft.com/office/drawing/2014/main" id="{538D7E12-B6CA-FDDF-6930-B1582F380408}"/>
                  </a:ext>
                </a:extLst>
              </p:cNvPr>
              <p:cNvGraphicFramePr>
                <a:graphicFrameLocks noChangeAspect="1"/>
              </p:cNvGraphicFramePr>
              <p:nvPr/>
            </p:nvGraphicFramePr>
            <p:xfrm>
              <a:off x="6259636" y="6305257"/>
              <a:ext cx="407031" cy="228955"/>
            </p:xfrm>
            <a:graphic>
              <a:graphicData uri="http://schemas.microsoft.com/office/powerpoint/2016/slidezoom">
                <pslz:sldZm>
                  <pslz:sldZmObj sldId="287" cId="2083117681">
                    <pslz:zmPr id="{52A5ED2B-A6CB-4E31-95B2-5FB1769D2309}" returnToParent="0" transitionDur="1000">
                      <p166:blipFill xmlns:p166="http://schemas.microsoft.com/office/powerpoint/2016/6/main">
                        <a:blip r:embed="rId64"/>
                        <a:stretch>
                          <a:fillRect/>
                        </a:stretch>
                      </p166:blipFill>
                      <p166:spPr xmlns:p166="http://schemas.microsoft.com/office/powerpoint/2016/6/main">
                        <a:xfrm>
                          <a:off x="0" y="0"/>
                          <a:ext cx="407031" cy="228955"/>
                        </a:xfrm>
                        <a:prstGeom prst="rect">
                          <a:avLst/>
                        </a:prstGeom>
                        <a:ln w="3175">
                          <a:solidFill>
                            <a:prstClr val="ltGray"/>
                          </a:solidFill>
                        </a:ln>
                      </p166:spPr>
                    </pslz:zmPr>
                  </pslz:sldZmObj>
                </pslz:sldZm>
              </a:graphicData>
            </a:graphic>
          </p:graphicFrame>
        </mc:Choice>
        <mc:Fallback xmlns="">
          <p:pic>
            <p:nvPicPr>
              <p:cNvPr id="24" name="Slide Zoom 23">
                <a:extLst>
                  <a:ext uri="{FF2B5EF4-FFF2-40B4-BE49-F238E27FC236}">
                    <a16:creationId xmlns:a16="http://schemas.microsoft.com/office/drawing/2014/main" id="{538D7E12-B6CA-FDDF-6930-B1582F380408}"/>
                  </a:ext>
                </a:extLst>
              </p:cNvPr>
              <p:cNvPicPr>
                <a:picLocks noGrp="1" noRot="1" noChangeAspect="1" noMove="1" noResize="1" noEditPoints="1" noAdjustHandles="1" noChangeArrowheads="1" noChangeShapeType="1"/>
              </p:cNvPicPr>
              <p:nvPr/>
            </p:nvPicPr>
            <p:blipFill>
              <a:blip r:embed="rId65"/>
              <a:stretch>
                <a:fillRect/>
              </a:stretch>
            </p:blipFill>
            <p:spPr>
              <a:xfrm>
                <a:off x="6259636" y="6305257"/>
                <a:ext cx="407031" cy="228955"/>
              </a:xfrm>
              <a:prstGeom prst="rect">
                <a:avLst/>
              </a:prstGeom>
              <a:ln w="3175">
                <a:solidFill>
                  <a:prstClr val="ltGray"/>
                </a:solidFill>
              </a:ln>
            </p:spPr>
          </p:pic>
        </mc:Fallback>
      </mc:AlternateContent>
      <mc:AlternateContent xmlns:mc="http://schemas.openxmlformats.org/markup-compatibility/2006" xmlns:pslz="http://schemas.microsoft.com/office/powerpoint/2016/slidezoom">
        <mc:Choice Requires="pslz">
          <p:graphicFrame>
            <p:nvGraphicFramePr>
              <p:cNvPr id="27" name="Slide Zoom 26">
                <a:extLst>
                  <a:ext uri="{FF2B5EF4-FFF2-40B4-BE49-F238E27FC236}">
                    <a16:creationId xmlns:a16="http://schemas.microsoft.com/office/drawing/2014/main" id="{629B4A8A-BBC7-3B42-482B-81971D5B3442}"/>
                  </a:ext>
                </a:extLst>
              </p:cNvPr>
              <p:cNvGraphicFramePr>
                <a:graphicFrameLocks noChangeAspect="1"/>
              </p:cNvGraphicFramePr>
              <p:nvPr/>
            </p:nvGraphicFramePr>
            <p:xfrm>
              <a:off x="4268417" y="3110106"/>
              <a:ext cx="1387366" cy="934847"/>
            </p:xfrm>
            <a:graphic>
              <a:graphicData uri="http://schemas.microsoft.com/office/powerpoint/2016/slidezoom">
                <pslz:sldZm>
                  <pslz:sldZmObj sldId="288" cId="3116099866">
                    <pslz:zmPr id="{E38ACA01-F9C6-4259-B8B1-410907DB9670}" returnToParent="0" transitionDur="1000">
                      <p166:blipFill xmlns:p166="http://schemas.microsoft.com/office/powerpoint/2016/6/main">
                        <a:blip r:embed="rId66"/>
                        <a:stretch>
                          <a:fillRect/>
                        </a:stretch>
                      </p166:blipFill>
                      <p166:spPr xmlns:p166="http://schemas.microsoft.com/office/powerpoint/2016/6/main">
                        <a:xfrm>
                          <a:off x="0" y="0"/>
                          <a:ext cx="1387366" cy="934847"/>
                        </a:xfrm>
                        <a:prstGeom prst="rect">
                          <a:avLst/>
                        </a:prstGeom>
                        <a:ln w="3175">
                          <a:solidFill>
                            <a:prstClr val="ltGray"/>
                          </a:solidFill>
                        </a:ln>
                      </p166:spPr>
                    </pslz:zmPr>
                  </pslz:sldZmObj>
                </pslz:sldZm>
              </a:graphicData>
            </a:graphic>
          </p:graphicFrame>
        </mc:Choice>
        <mc:Fallback xmlns="">
          <p:pic>
            <p:nvPicPr>
              <p:cNvPr id="27" name="Slide Zoom 26">
                <a:extLst>
                  <a:ext uri="{FF2B5EF4-FFF2-40B4-BE49-F238E27FC236}">
                    <a16:creationId xmlns:a16="http://schemas.microsoft.com/office/drawing/2014/main" id="{629B4A8A-BBC7-3B42-482B-81971D5B3442}"/>
                  </a:ext>
                </a:extLst>
              </p:cNvPr>
              <p:cNvPicPr>
                <a:picLocks noGrp="1" noRot="1" noChangeAspect="1" noMove="1" noResize="1" noEditPoints="1" noAdjustHandles="1" noChangeArrowheads="1" noChangeShapeType="1"/>
              </p:cNvPicPr>
              <p:nvPr/>
            </p:nvPicPr>
            <p:blipFill>
              <a:blip r:embed="rId67"/>
              <a:stretch>
                <a:fillRect/>
              </a:stretch>
            </p:blipFill>
            <p:spPr>
              <a:xfrm>
                <a:off x="4268417" y="3110106"/>
                <a:ext cx="1387366" cy="934847"/>
              </a:xfrm>
              <a:prstGeom prst="rect">
                <a:avLst/>
              </a:prstGeom>
              <a:ln w="3175">
                <a:solidFill>
                  <a:prstClr val="ltGray"/>
                </a:solidFill>
              </a:ln>
            </p:spPr>
          </p:pic>
        </mc:Fallback>
      </mc:AlternateContent>
      <mc:AlternateContent xmlns:mc="http://schemas.openxmlformats.org/markup-compatibility/2006" xmlns:pslz="http://schemas.microsoft.com/office/powerpoint/2016/slidezoom">
        <mc:Choice Requires="pslz">
          <p:graphicFrame>
            <p:nvGraphicFramePr>
              <p:cNvPr id="29" name="Slide Zoom 28">
                <a:extLst>
                  <a:ext uri="{FF2B5EF4-FFF2-40B4-BE49-F238E27FC236}">
                    <a16:creationId xmlns:a16="http://schemas.microsoft.com/office/drawing/2014/main" id="{04FEE812-FA0E-03BF-D443-421F6E312662}"/>
                  </a:ext>
                </a:extLst>
              </p:cNvPr>
              <p:cNvGraphicFramePr>
                <a:graphicFrameLocks noChangeAspect="1"/>
              </p:cNvGraphicFramePr>
              <p:nvPr/>
            </p:nvGraphicFramePr>
            <p:xfrm>
              <a:off x="5748804" y="3102975"/>
              <a:ext cx="316900" cy="178256"/>
            </p:xfrm>
            <a:graphic>
              <a:graphicData uri="http://schemas.microsoft.com/office/powerpoint/2016/slidezoom">
                <pslz:sldZm>
                  <pslz:sldZmObj sldId="289" cId="3541640369">
                    <pslz:zmPr id="{86B808B3-3882-4F0B-B01E-F9FB155CD575}" returnToParent="0" transitionDur="1000">
                      <p166:blipFill xmlns:p166="http://schemas.microsoft.com/office/powerpoint/2016/6/main">
                        <a:blip r:embed="rId68"/>
                        <a:stretch>
                          <a:fillRect/>
                        </a:stretch>
                      </p166:blipFill>
                      <p166:spPr xmlns:p166="http://schemas.microsoft.com/office/powerpoint/2016/6/main">
                        <a:xfrm>
                          <a:off x="0" y="0"/>
                          <a:ext cx="316900" cy="178256"/>
                        </a:xfrm>
                        <a:prstGeom prst="rect">
                          <a:avLst/>
                        </a:prstGeom>
                        <a:ln w="3175">
                          <a:solidFill>
                            <a:prstClr val="ltGray"/>
                          </a:solidFill>
                        </a:ln>
                      </p166:spPr>
                    </pslz:zmPr>
                  </pslz:sldZmObj>
                </pslz:sldZm>
              </a:graphicData>
            </a:graphic>
          </p:graphicFrame>
        </mc:Choice>
        <mc:Fallback xmlns="">
          <p:pic>
            <p:nvPicPr>
              <p:cNvPr id="29" name="Slide Zoom 28">
                <a:extLst>
                  <a:ext uri="{FF2B5EF4-FFF2-40B4-BE49-F238E27FC236}">
                    <a16:creationId xmlns:a16="http://schemas.microsoft.com/office/drawing/2014/main" id="{04FEE812-FA0E-03BF-D443-421F6E312662}"/>
                  </a:ext>
                </a:extLst>
              </p:cNvPr>
              <p:cNvPicPr>
                <a:picLocks noGrp="1" noRot="1" noChangeAspect="1" noMove="1" noResize="1" noEditPoints="1" noAdjustHandles="1" noChangeArrowheads="1" noChangeShapeType="1"/>
              </p:cNvPicPr>
              <p:nvPr/>
            </p:nvPicPr>
            <p:blipFill>
              <a:blip r:embed="rId69"/>
              <a:stretch>
                <a:fillRect/>
              </a:stretch>
            </p:blipFill>
            <p:spPr>
              <a:xfrm>
                <a:off x="5748804" y="3102975"/>
                <a:ext cx="316900" cy="178256"/>
              </a:xfrm>
              <a:prstGeom prst="rect">
                <a:avLst/>
              </a:prstGeom>
              <a:ln w="3175">
                <a:solidFill>
                  <a:prstClr val="ltGray"/>
                </a:solidFill>
              </a:ln>
            </p:spPr>
          </p:pic>
        </mc:Fallback>
      </mc:AlternateContent>
      <mc:AlternateContent xmlns:mc="http://schemas.openxmlformats.org/markup-compatibility/2006" xmlns:pslz="http://schemas.microsoft.com/office/powerpoint/2016/slidezoom">
        <mc:Choice Requires="pslz">
          <p:graphicFrame>
            <p:nvGraphicFramePr>
              <p:cNvPr id="32" name="Slide Zoom 31">
                <a:extLst>
                  <a:ext uri="{FF2B5EF4-FFF2-40B4-BE49-F238E27FC236}">
                    <a16:creationId xmlns:a16="http://schemas.microsoft.com/office/drawing/2014/main" id="{B6A2944D-C805-1BC9-44A4-4E6CB6AD58D7}"/>
                  </a:ext>
                </a:extLst>
              </p:cNvPr>
              <p:cNvGraphicFramePr>
                <a:graphicFrameLocks noChangeAspect="1"/>
              </p:cNvGraphicFramePr>
              <p:nvPr/>
            </p:nvGraphicFramePr>
            <p:xfrm>
              <a:off x="5748804" y="3383201"/>
              <a:ext cx="316900" cy="178257"/>
            </p:xfrm>
            <a:graphic>
              <a:graphicData uri="http://schemas.microsoft.com/office/powerpoint/2016/slidezoom">
                <pslz:sldZm>
                  <pslz:sldZmObj sldId="291" cId="3094092618">
                    <pslz:zmPr id="{7EB15EAB-E695-498E-95CE-DB065DE76B04}" returnToParent="0" transitionDur="1000">
                      <p166:blipFill xmlns:p166="http://schemas.microsoft.com/office/powerpoint/2016/6/main">
                        <a:blip r:embed="rId70"/>
                        <a:stretch>
                          <a:fillRect/>
                        </a:stretch>
                      </p166:blipFill>
                      <p166:spPr xmlns:p166="http://schemas.microsoft.com/office/powerpoint/2016/6/main">
                        <a:xfrm>
                          <a:off x="0" y="0"/>
                          <a:ext cx="316900" cy="178257"/>
                        </a:xfrm>
                        <a:prstGeom prst="rect">
                          <a:avLst/>
                        </a:prstGeom>
                        <a:ln w="3175">
                          <a:solidFill>
                            <a:prstClr val="ltGray"/>
                          </a:solidFill>
                        </a:ln>
                      </p166:spPr>
                    </pslz:zmPr>
                  </pslz:sldZmObj>
                </pslz:sldZm>
              </a:graphicData>
            </a:graphic>
          </p:graphicFrame>
        </mc:Choice>
        <mc:Fallback xmlns="">
          <p:pic>
            <p:nvPicPr>
              <p:cNvPr id="32" name="Slide Zoom 31">
                <a:extLst>
                  <a:ext uri="{FF2B5EF4-FFF2-40B4-BE49-F238E27FC236}">
                    <a16:creationId xmlns:a16="http://schemas.microsoft.com/office/drawing/2014/main" id="{B6A2944D-C805-1BC9-44A4-4E6CB6AD58D7}"/>
                  </a:ext>
                </a:extLst>
              </p:cNvPr>
              <p:cNvPicPr>
                <a:picLocks noGrp="1" noRot="1" noChangeAspect="1" noMove="1" noResize="1" noEditPoints="1" noAdjustHandles="1" noChangeArrowheads="1" noChangeShapeType="1"/>
              </p:cNvPicPr>
              <p:nvPr/>
            </p:nvPicPr>
            <p:blipFill>
              <a:blip r:embed="rId71"/>
              <a:stretch>
                <a:fillRect/>
              </a:stretch>
            </p:blipFill>
            <p:spPr>
              <a:xfrm>
                <a:off x="5748804" y="3383201"/>
                <a:ext cx="316900" cy="178257"/>
              </a:xfrm>
              <a:prstGeom prst="rect">
                <a:avLst/>
              </a:prstGeom>
              <a:ln w="3175">
                <a:solidFill>
                  <a:prstClr val="ltGray"/>
                </a:solidFill>
              </a:ln>
            </p:spPr>
          </p:pic>
        </mc:Fallback>
      </mc:AlternateContent>
      <mc:AlternateContent xmlns:mc="http://schemas.openxmlformats.org/markup-compatibility/2006" xmlns:pslz="http://schemas.microsoft.com/office/powerpoint/2016/slidezoom">
        <mc:Choice Requires="pslz">
          <p:graphicFrame>
            <p:nvGraphicFramePr>
              <p:cNvPr id="35" name="Slide Zoom 34">
                <a:extLst>
                  <a:ext uri="{FF2B5EF4-FFF2-40B4-BE49-F238E27FC236}">
                    <a16:creationId xmlns:a16="http://schemas.microsoft.com/office/drawing/2014/main" id="{BAF22473-9FA7-5E04-5AED-109F5F16FC3C}"/>
                  </a:ext>
                </a:extLst>
              </p:cNvPr>
              <p:cNvGraphicFramePr>
                <a:graphicFrameLocks noChangeAspect="1"/>
              </p:cNvGraphicFramePr>
              <p:nvPr/>
            </p:nvGraphicFramePr>
            <p:xfrm>
              <a:off x="5749860" y="3623249"/>
              <a:ext cx="316900" cy="178256"/>
            </p:xfrm>
            <a:graphic>
              <a:graphicData uri="http://schemas.microsoft.com/office/powerpoint/2016/slidezoom">
                <pslz:sldZm>
                  <pslz:sldZmObj sldId="292" cId="2248536211">
                    <pslz:zmPr id="{7B9F77FF-76C1-478C-8202-9A37EFED5DDB}" returnToParent="0" transitionDur="1000">
                      <p166:blipFill xmlns:p166="http://schemas.microsoft.com/office/powerpoint/2016/6/main">
                        <a:blip r:embed="rId72"/>
                        <a:stretch>
                          <a:fillRect/>
                        </a:stretch>
                      </p166:blipFill>
                      <p166:spPr xmlns:p166="http://schemas.microsoft.com/office/powerpoint/2016/6/main">
                        <a:xfrm>
                          <a:off x="0" y="0"/>
                          <a:ext cx="316900" cy="178256"/>
                        </a:xfrm>
                        <a:prstGeom prst="rect">
                          <a:avLst/>
                        </a:prstGeom>
                        <a:ln w="3175">
                          <a:solidFill>
                            <a:prstClr val="ltGray"/>
                          </a:solidFill>
                        </a:ln>
                      </p166:spPr>
                    </pslz:zmPr>
                  </pslz:sldZmObj>
                </pslz:sldZm>
              </a:graphicData>
            </a:graphic>
          </p:graphicFrame>
        </mc:Choice>
        <mc:Fallback xmlns="">
          <p:pic>
            <p:nvPicPr>
              <p:cNvPr id="35" name="Slide Zoom 34">
                <a:extLst>
                  <a:ext uri="{FF2B5EF4-FFF2-40B4-BE49-F238E27FC236}">
                    <a16:creationId xmlns:a16="http://schemas.microsoft.com/office/drawing/2014/main" id="{BAF22473-9FA7-5E04-5AED-109F5F16FC3C}"/>
                  </a:ext>
                </a:extLst>
              </p:cNvPr>
              <p:cNvPicPr>
                <a:picLocks noGrp="1" noRot="1" noChangeAspect="1" noMove="1" noResize="1" noEditPoints="1" noAdjustHandles="1" noChangeArrowheads="1" noChangeShapeType="1"/>
              </p:cNvPicPr>
              <p:nvPr/>
            </p:nvPicPr>
            <p:blipFill>
              <a:blip r:embed="rId73"/>
              <a:stretch>
                <a:fillRect/>
              </a:stretch>
            </p:blipFill>
            <p:spPr>
              <a:xfrm>
                <a:off x="5749860" y="3623249"/>
                <a:ext cx="316900" cy="178256"/>
              </a:xfrm>
              <a:prstGeom prst="rect">
                <a:avLst/>
              </a:prstGeom>
              <a:ln w="3175">
                <a:solidFill>
                  <a:prstClr val="ltGray"/>
                </a:solidFill>
              </a:ln>
            </p:spPr>
          </p:pic>
        </mc:Fallback>
      </mc:AlternateContent>
      <mc:AlternateContent xmlns:mc="http://schemas.openxmlformats.org/markup-compatibility/2006" xmlns:pslz="http://schemas.microsoft.com/office/powerpoint/2016/slidezoom">
        <mc:Choice Requires="pslz">
          <p:graphicFrame>
            <p:nvGraphicFramePr>
              <p:cNvPr id="37" name="Slide Zoom 36">
                <a:extLst>
                  <a:ext uri="{FF2B5EF4-FFF2-40B4-BE49-F238E27FC236}">
                    <a16:creationId xmlns:a16="http://schemas.microsoft.com/office/drawing/2014/main" id="{0E4BD3B8-10CF-8806-AD83-9CFF84FE5B48}"/>
                  </a:ext>
                </a:extLst>
              </p:cNvPr>
              <p:cNvGraphicFramePr>
                <a:graphicFrameLocks noChangeAspect="1"/>
              </p:cNvGraphicFramePr>
              <p:nvPr/>
            </p:nvGraphicFramePr>
            <p:xfrm>
              <a:off x="5734803" y="3871800"/>
              <a:ext cx="330901" cy="186131"/>
            </p:xfrm>
            <a:graphic>
              <a:graphicData uri="http://schemas.microsoft.com/office/powerpoint/2016/slidezoom">
                <pslz:sldZm>
                  <pslz:sldZmObj sldId="290" cId="2076091710">
                    <pslz:zmPr id="{E2B1F636-18D8-48FA-B6B8-B89F0406F26C}" returnToParent="0" transitionDur="1000">
                      <p166:blipFill xmlns:p166="http://schemas.microsoft.com/office/powerpoint/2016/6/main">
                        <a:blip r:embed="rId74"/>
                        <a:stretch>
                          <a:fillRect/>
                        </a:stretch>
                      </p166:blipFill>
                      <p166:spPr xmlns:p166="http://schemas.microsoft.com/office/powerpoint/2016/6/main">
                        <a:xfrm>
                          <a:off x="0" y="0"/>
                          <a:ext cx="330901" cy="186131"/>
                        </a:xfrm>
                        <a:prstGeom prst="rect">
                          <a:avLst/>
                        </a:prstGeom>
                        <a:ln w="3175">
                          <a:solidFill>
                            <a:prstClr val="ltGray"/>
                          </a:solidFill>
                        </a:ln>
                      </p166:spPr>
                    </pslz:zmPr>
                  </pslz:sldZmObj>
                </pslz:sldZm>
              </a:graphicData>
            </a:graphic>
          </p:graphicFrame>
        </mc:Choice>
        <mc:Fallback xmlns="">
          <p:pic>
            <p:nvPicPr>
              <p:cNvPr id="37" name="Slide Zoom 36">
                <a:extLst>
                  <a:ext uri="{FF2B5EF4-FFF2-40B4-BE49-F238E27FC236}">
                    <a16:creationId xmlns:a16="http://schemas.microsoft.com/office/drawing/2014/main" id="{0E4BD3B8-10CF-8806-AD83-9CFF84FE5B48}"/>
                  </a:ext>
                </a:extLst>
              </p:cNvPr>
              <p:cNvPicPr>
                <a:picLocks noGrp="1" noRot="1" noChangeAspect="1" noMove="1" noResize="1" noEditPoints="1" noAdjustHandles="1" noChangeArrowheads="1" noChangeShapeType="1"/>
              </p:cNvPicPr>
              <p:nvPr/>
            </p:nvPicPr>
            <p:blipFill>
              <a:blip r:embed="rId75"/>
              <a:stretch>
                <a:fillRect/>
              </a:stretch>
            </p:blipFill>
            <p:spPr>
              <a:xfrm>
                <a:off x="5734803" y="3871800"/>
                <a:ext cx="330901" cy="186131"/>
              </a:xfrm>
              <a:prstGeom prst="rect">
                <a:avLst/>
              </a:prstGeom>
              <a:ln w="3175">
                <a:solidFill>
                  <a:prstClr val="ltGray"/>
                </a:solidFill>
              </a:ln>
            </p:spPr>
          </p:pic>
        </mc:Fallback>
      </mc:AlternateContent>
      <mc:AlternateContent xmlns:mc="http://schemas.openxmlformats.org/markup-compatibility/2006" xmlns:pslz="http://schemas.microsoft.com/office/powerpoint/2016/slidezoom">
        <mc:Choice Requires="pslz">
          <p:graphicFrame>
            <p:nvGraphicFramePr>
              <p:cNvPr id="40" name="Slide Zoom 39">
                <a:extLst>
                  <a:ext uri="{FF2B5EF4-FFF2-40B4-BE49-F238E27FC236}">
                    <a16:creationId xmlns:a16="http://schemas.microsoft.com/office/drawing/2014/main" id="{B2599FA1-C64E-3B39-7355-13BCFE5E52E1}"/>
                  </a:ext>
                </a:extLst>
              </p:cNvPr>
              <p:cNvGraphicFramePr>
                <a:graphicFrameLocks noChangeAspect="1"/>
              </p:cNvGraphicFramePr>
              <p:nvPr/>
            </p:nvGraphicFramePr>
            <p:xfrm>
              <a:off x="5776727" y="2445180"/>
              <a:ext cx="680173" cy="382597"/>
            </p:xfrm>
            <a:graphic>
              <a:graphicData uri="http://schemas.microsoft.com/office/powerpoint/2016/slidezoom">
                <pslz:sldZm>
                  <pslz:sldZmObj sldId="294" cId="4105372489">
                    <pslz:zmPr id="{A3D62249-B7A0-4033-AA9D-874360DA3F46}" returnToParent="0" transitionDur="1000">
                      <p166:blipFill xmlns:p166="http://schemas.microsoft.com/office/powerpoint/2016/6/main">
                        <a:blip r:embed="rId76"/>
                        <a:stretch>
                          <a:fillRect/>
                        </a:stretch>
                      </p166:blipFill>
                      <p166:spPr xmlns:p166="http://schemas.microsoft.com/office/powerpoint/2016/6/main">
                        <a:xfrm>
                          <a:off x="0" y="0"/>
                          <a:ext cx="680173" cy="382597"/>
                        </a:xfrm>
                        <a:prstGeom prst="rect">
                          <a:avLst/>
                        </a:prstGeom>
                        <a:ln w="3175">
                          <a:solidFill>
                            <a:prstClr val="ltGray"/>
                          </a:solidFill>
                        </a:ln>
                      </p166:spPr>
                    </pslz:zmPr>
                  </pslz:sldZmObj>
                </pslz:sldZm>
              </a:graphicData>
            </a:graphic>
          </p:graphicFrame>
        </mc:Choice>
        <mc:Fallback xmlns="">
          <p:pic>
            <p:nvPicPr>
              <p:cNvPr id="40" name="Slide Zoom 39">
                <a:extLst>
                  <a:ext uri="{FF2B5EF4-FFF2-40B4-BE49-F238E27FC236}">
                    <a16:creationId xmlns:a16="http://schemas.microsoft.com/office/drawing/2014/main" id="{B2599FA1-C64E-3B39-7355-13BCFE5E52E1}"/>
                  </a:ext>
                </a:extLst>
              </p:cNvPr>
              <p:cNvPicPr>
                <a:picLocks noGrp="1" noRot="1" noChangeAspect="1" noMove="1" noResize="1" noEditPoints="1" noAdjustHandles="1" noChangeArrowheads="1" noChangeShapeType="1"/>
              </p:cNvPicPr>
              <p:nvPr/>
            </p:nvPicPr>
            <p:blipFill>
              <a:blip r:embed="rId77"/>
              <a:stretch>
                <a:fillRect/>
              </a:stretch>
            </p:blipFill>
            <p:spPr>
              <a:xfrm>
                <a:off x="5776727" y="2445180"/>
                <a:ext cx="680173" cy="382597"/>
              </a:xfrm>
              <a:prstGeom prst="rect">
                <a:avLst/>
              </a:prstGeom>
              <a:ln w="3175">
                <a:solidFill>
                  <a:prstClr val="ltGray"/>
                </a:solidFill>
              </a:ln>
            </p:spPr>
          </p:pic>
        </mc:Fallback>
      </mc:AlternateContent>
      <mc:AlternateContent xmlns:mc="http://schemas.openxmlformats.org/markup-compatibility/2006" xmlns:pslz="http://schemas.microsoft.com/office/powerpoint/2016/slidezoom">
        <mc:Choice Requires="pslz">
          <p:graphicFrame>
            <p:nvGraphicFramePr>
              <p:cNvPr id="43" name="Slide Zoom 42">
                <a:extLst>
                  <a:ext uri="{FF2B5EF4-FFF2-40B4-BE49-F238E27FC236}">
                    <a16:creationId xmlns:a16="http://schemas.microsoft.com/office/drawing/2014/main" id="{65AE62DE-CB65-E388-981E-EABCC377559C}"/>
                  </a:ext>
                </a:extLst>
              </p:cNvPr>
              <p:cNvGraphicFramePr>
                <a:graphicFrameLocks noChangeAspect="1"/>
              </p:cNvGraphicFramePr>
              <p:nvPr/>
            </p:nvGraphicFramePr>
            <p:xfrm>
              <a:off x="5879721" y="5061791"/>
              <a:ext cx="722868" cy="406613"/>
            </p:xfrm>
            <a:graphic>
              <a:graphicData uri="http://schemas.microsoft.com/office/powerpoint/2016/slidezoom">
                <pslz:sldZm>
                  <pslz:sldZmObj sldId="293" cId="3730635162">
                    <pslz:zmPr id="{6C514167-2D31-4429-BB16-B4D2CF07D29F}" returnToParent="0" transitionDur="1000">
                      <p166:blipFill xmlns:p166="http://schemas.microsoft.com/office/powerpoint/2016/6/main">
                        <a:blip r:embed="rId78"/>
                        <a:stretch>
                          <a:fillRect/>
                        </a:stretch>
                      </p166:blipFill>
                      <p166:spPr xmlns:p166="http://schemas.microsoft.com/office/powerpoint/2016/6/main">
                        <a:xfrm>
                          <a:off x="0" y="0"/>
                          <a:ext cx="722868" cy="406613"/>
                        </a:xfrm>
                        <a:prstGeom prst="rect">
                          <a:avLst/>
                        </a:prstGeom>
                        <a:ln w="3175">
                          <a:solidFill>
                            <a:prstClr val="ltGray"/>
                          </a:solidFill>
                        </a:ln>
                      </p166:spPr>
                    </pslz:zmPr>
                  </pslz:sldZmObj>
                </pslz:sldZm>
              </a:graphicData>
            </a:graphic>
          </p:graphicFrame>
        </mc:Choice>
        <mc:Fallback xmlns="">
          <p:pic>
            <p:nvPicPr>
              <p:cNvPr id="43" name="Slide Zoom 42">
                <a:extLst>
                  <a:ext uri="{FF2B5EF4-FFF2-40B4-BE49-F238E27FC236}">
                    <a16:creationId xmlns:a16="http://schemas.microsoft.com/office/drawing/2014/main" id="{65AE62DE-CB65-E388-981E-EABCC377559C}"/>
                  </a:ext>
                </a:extLst>
              </p:cNvPr>
              <p:cNvPicPr>
                <a:picLocks noGrp="1" noRot="1" noChangeAspect="1" noMove="1" noResize="1" noEditPoints="1" noAdjustHandles="1" noChangeArrowheads="1" noChangeShapeType="1"/>
              </p:cNvPicPr>
              <p:nvPr/>
            </p:nvPicPr>
            <p:blipFill>
              <a:blip r:embed="rId79"/>
              <a:stretch>
                <a:fillRect/>
              </a:stretch>
            </p:blipFill>
            <p:spPr>
              <a:xfrm>
                <a:off x="5879721" y="5061791"/>
                <a:ext cx="722868" cy="406613"/>
              </a:xfrm>
              <a:prstGeom prst="rect">
                <a:avLst/>
              </a:prstGeom>
              <a:ln w="3175">
                <a:solidFill>
                  <a:prstClr val="ltGray"/>
                </a:solidFill>
              </a:ln>
            </p:spPr>
          </p:pic>
        </mc:Fallback>
      </mc:AlternateContent>
      <mc:AlternateContent xmlns:mc="http://schemas.openxmlformats.org/markup-compatibility/2006" xmlns:pslz="http://schemas.microsoft.com/office/powerpoint/2016/slidezoom">
        <mc:Choice Requires="pslz">
          <p:graphicFrame>
            <p:nvGraphicFramePr>
              <p:cNvPr id="45" name="Slide Zoom 44">
                <a:extLst>
                  <a:ext uri="{FF2B5EF4-FFF2-40B4-BE49-F238E27FC236}">
                    <a16:creationId xmlns:a16="http://schemas.microsoft.com/office/drawing/2014/main" id="{B3A8D965-4E1B-DF7C-F59C-73990F8FDD41}"/>
                  </a:ext>
                </a:extLst>
              </p:cNvPr>
              <p:cNvGraphicFramePr>
                <a:graphicFrameLocks noChangeAspect="1"/>
              </p:cNvGraphicFramePr>
              <p:nvPr/>
            </p:nvGraphicFramePr>
            <p:xfrm>
              <a:off x="4834023" y="4424398"/>
              <a:ext cx="525376" cy="398969"/>
            </p:xfrm>
            <a:graphic>
              <a:graphicData uri="http://schemas.microsoft.com/office/powerpoint/2016/slidezoom">
                <pslz:sldZm>
                  <pslz:sldZmObj sldId="295" cId="1543057675">
                    <pslz:zmPr id="{4070E250-BA3F-4D12-9CA4-C315B7859707}" returnToParent="0" transitionDur="1000">
                      <p166:blipFill xmlns:p166="http://schemas.microsoft.com/office/powerpoint/2016/6/main">
                        <a:blip r:embed="rId80"/>
                        <a:stretch>
                          <a:fillRect/>
                        </a:stretch>
                      </p166:blipFill>
                      <p166:spPr xmlns:p166="http://schemas.microsoft.com/office/powerpoint/2016/6/main">
                        <a:xfrm>
                          <a:off x="0" y="0"/>
                          <a:ext cx="525376" cy="398969"/>
                        </a:xfrm>
                        <a:prstGeom prst="rect">
                          <a:avLst/>
                        </a:prstGeom>
                        <a:ln w="3175">
                          <a:solidFill>
                            <a:prstClr val="ltGray"/>
                          </a:solidFill>
                        </a:ln>
                      </p166:spPr>
                    </pslz:zmPr>
                  </pslz:sldZmObj>
                </pslz:sldZm>
              </a:graphicData>
            </a:graphic>
          </p:graphicFrame>
        </mc:Choice>
        <mc:Fallback xmlns="">
          <p:pic>
            <p:nvPicPr>
              <p:cNvPr id="45" name="Slide Zoom 44">
                <a:extLst>
                  <a:ext uri="{FF2B5EF4-FFF2-40B4-BE49-F238E27FC236}">
                    <a16:creationId xmlns:a16="http://schemas.microsoft.com/office/drawing/2014/main" id="{B3A8D965-4E1B-DF7C-F59C-73990F8FDD41}"/>
                  </a:ext>
                </a:extLst>
              </p:cNvPr>
              <p:cNvPicPr>
                <a:picLocks noGrp="1" noRot="1" noChangeAspect="1" noMove="1" noResize="1" noEditPoints="1" noAdjustHandles="1" noChangeArrowheads="1" noChangeShapeType="1"/>
              </p:cNvPicPr>
              <p:nvPr/>
            </p:nvPicPr>
            <p:blipFill>
              <a:blip r:embed="rId81"/>
              <a:stretch>
                <a:fillRect/>
              </a:stretch>
            </p:blipFill>
            <p:spPr>
              <a:xfrm>
                <a:off x="4834023" y="4424398"/>
                <a:ext cx="525376" cy="398969"/>
              </a:xfrm>
              <a:prstGeom prst="rect">
                <a:avLst/>
              </a:prstGeom>
              <a:ln w="3175">
                <a:solidFill>
                  <a:prstClr val="ltGray"/>
                </a:solidFill>
              </a:ln>
            </p:spPr>
          </p:pic>
        </mc:Fallback>
      </mc:AlternateContent>
      <mc:AlternateContent xmlns:mc="http://schemas.openxmlformats.org/markup-compatibility/2006" xmlns:pslz="http://schemas.microsoft.com/office/powerpoint/2016/slidezoom">
        <mc:Choice Requires="pslz">
          <p:graphicFrame>
            <p:nvGraphicFramePr>
              <p:cNvPr id="48" name="Slide Zoom 47">
                <a:extLst>
                  <a:ext uri="{FF2B5EF4-FFF2-40B4-BE49-F238E27FC236}">
                    <a16:creationId xmlns:a16="http://schemas.microsoft.com/office/drawing/2014/main" id="{52537E33-335B-AF14-11F1-92CF22C86077}"/>
                  </a:ext>
                </a:extLst>
              </p:cNvPr>
              <p:cNvGraphicFramePr>
                <a:graphicFrameLocks noChangeAspect="1"/>
              </p:cNvGraphicFramePr>
              <p:nvPr/>
            </p:nvGraphicFramePr>
            <p:xfrm>
              <a:off x="6786797" y="5133690"/>
              <a:ext cx="1779172" cy="1000784"/>
            </p:xfrm>
            <a:graphic>
              <a:graphicData uri="http://schemas.microsoft.com/office/powerpoint/2016/slidezoom">
                <pslz:sldZm>
                  <pslz:sldZmObj sldId="297" cId="3560853432">
                    <pslz:zmPr id="{109B39C9-7D1F-4866-9B5E-24DF92EE4ED8}" returnToParent="0" transitionDur="1000">
                      <p166:blipFill xmlns:p166="http://schemas.microsoft.com/office/powerpoint/2016/6/main">
                        <a:blip r:embed="rId82"/>
                        <a:stretch>
                          <a:fillRect/>
                        </a:stretch>
                      </p166:blipFill>
                      <p166:spPr xmlns:p166="http://schemas.microsoft.com/office/powerpoint/2016/6/main">
                        <a:xfrm>
                          <a:off x="0" y="0"/>
                          <a:ext cx="1779172" cy="1000784"/>
                        </a:xfrm>
                        <a:prstGeom prst="rect">
                          <a:avLst/>
                        </a:prstGeom>
                        <a:ln w="3175">
                          <a:solidFill>
                            <a:prstClr val="ltGray"/>
                          </a:solidFill>
                        </a:ln>
                      </p166:spPr>
                    </pslz:zmPr>
                  </pslz:sldZmObj>
                </pslz:sldZm>
              </a:graphicData>
            </a:graphic>
          </p:graphicFrame>
        </mc:Choice>
        <mc:Fallback xmlns="">
          <p:pic>
            <p:nvPicPr>
              <p:cNvPr id="48" name="Slide Zoom 47">
                <a:extLst>
                  <a:ext uri="{FF2B5EF4-FFF2-40B4-BE49-F238E27FC236}">
                    <a16:creationId xmlns:a16="http://schemas.microsoft.com/office/drawing/2014/main" id="{52537E33-335B-AF14-11F1-92CF22C86077}"/>
                  </a:ext>
                </a:extLst>
              </p:cNvPr>
              <p:cNvPicPr>
                <a:picLocks noGrp="1" noRot="1" noChangeAspect="1" noMove="1" noResize="1" noEditPoints="1" noAdjustHandles="1" noChangeArrowheads="1" noChangeShapeType="1"/>
              </p:cNvPicPr>
              <p:nvPr/>
            </p:nvPicPr>
            <p:blipFill>
              <a:blip r:embed="rId83"/>
              <a:stretch>
                <a:fillRect/>
              </a:stretch>
            </p:blipFill>
            <p:spPr>
              <a:xfrm>
                <a:off x="6786797" y="5133690"/>
                <a:ext cx="1779172" cy="1000784"/>
              </a:xfrm>
              <a:prstGeom prst="rect">
                <a:avLst/>
              </a:prstGeom>
              <a:ln w="3175">
                <a:solidFill>
                  <a:prstClr val="ltGray"/>
                </a:solidFill>
              </a:ln>
            </p:spPr>
          </p:pic>
        </mc:Fallback>
      </mc:AlternateContent>
      <mc:AlternateContent xmlns:mc="http://schemas.openxmlformats.org/markup-compatibility/2006" xmlns:pslz="http://schemas.microsoft.com/office/powerpoint/2016/slidezoom">
        <mc:Choice Requires="pslz">
          <p:graphicFrame>
            <p:nvGraphicFramePr>
              <p:cNvPr id="51" name="Slide Zoom 50">
                <a:extLst>
                  <a:ext uri="{FF2B5EF4-FFF2-40B4-BE49-F238E27FC236}">
                    <a16:creationId xmlns:a16="http://schemas.microsoft.com/office/drawing/2014/main" id="{DB1651F2-6E50-6AF4-CF27-96D1BA26D1BE}"/>
                  </a:ext>
                </a:extLst>
              </p:cNvPr>
              <p:cNvGraphicFramePr>
                <a:graphicFrameLocks noChangeAspect="1"/>
              </p:cNvGraphicFramePr>
              <p:nvPr/>
            </p:nvGraphicFramePr>
            <p:xfrm>
              <a:off x="8718264" y="5130958"/>
              <a:ext cx="407962" cy="229479"/>
            </p:xfrm>
            <a:graphic>
              <a:graphicData uri="http://schemas.microsoft.com/office/powerpoint/2016/slidezoom">
                <pslz:sldZm>
                  <pslz:sldZmObj sldId="298" cId="2997552615">
                    <pslz:zmPr id="{2152409B-4FEA-4E09-B206-970BA0850262}" returnToParent="0" transitionDur="1000">
                      <p166:blipFill xmlns:p166="http://schemas.microsoft.com/office/powerpoint/2016/6/main">
                        <a:blip r:embed="rId84"/>
                        <a:stretch>
                          <a:fillRect/>
                        </a:stretch>
                      </p166:blipFill>
                      <p166:spPr xmlns:p166="http://schemas.microsoft.com/office/powerpoint/2016/6/main">
                        <a:xfrm>
                          <a:off x="0" y="0"/>
                          <a:ext cx="407962" cy="229479"/>
                        </a:xfrm>
                        <a:prstGeom prst="rect">
                          <a:avLst/>
                        </a:prstGeom>
                        <a:ln w="3175">
                          <a:solidFill>
                            <a:prstClr val="ltGray"/>
                          </a:solidFill>
                        </a:ln>
                      </p166:spPr>
                    </pslz:zmPr>
                  </pslz:sldZmObj>
                </pslz:sldZm>
              </a:graphicData>
            </a:graphic>
          </p:graphicFrame>
        </mc:Choice>
        <mc:Fallback xmlns="">
          <p:pic>
            <p:nvPicPr>
              <p:cNvPr id="51" name="Slide Zoom 50">
                <a:extLst>
                  <a:ext uri="{FF2B5EF4-FFF2-40B4-BE49-F238E27FC236}">
                    <a16:creationId xmlns:a16="http://schemas.microsoft.com/office/drawing/2014/main" id="{DB1651F2-6E50-6AF4-CF27-96D1BA26D1BE}"/>
                  </a:ext>
                </a:extLst>
              </p:cNvPr>
              <p:cNvPicPr>
                <a:picLocks noGrp="1" noRot="1" noChangeAspect="1" noMove="1" noResize="1" noEditPoints="1" noAdjustHandles="1" noChangeArrowheads="1" noChangeShapeType="1"/>
              </p:cNvPicPr>
              <p:nvPr/>
            </p:nvPicPr>
            <p:blipFill>
              <a:blip r:embed="rId85"/>
              <a:stretch>
                <a:fillRect/>
              </a:stretch>
            </p:blipFill>
            <p:spPr>
              <a:xfrm>
                <a:off x="8718264" y="5130958"/>
                <a:ext cx="407962" cy="229479"/>
              </a:xfrm>
              <a:prstGeom prst="rect">
                <a:avLst/>
              </a:prstGeom>
              <a:ln w="3175">
                <a:solidFill>
                  <a:prstClr val="ltGray"/>
                </a:solidFill>
              </a:ln>
            </p:spPr>
          </p:pic>
        </mc:Fallback>
      </mc:AlternateContent>
      <mc:AlternateContent xmlns:mc="http://schemas.openxmlformats.org/markup-compatibility/2006" xmlns:pslz="http://schemas.microsoft.com/office/powerpoint/2016/slidezoom">
        <mc:Choice Requires="pslz">
          <p:graphicFrame>
            <p:nvGraphicFramePr>
              <p:cNvPr id="55" name="Slide Zoom 54">
                <a:extLst>
                  <a:ext uri="{FF2B5EF4-FFF2-40B4-BE49-F238E27FC236}">
                    <a16:creationId xmlns:a16="http://schemas.microsoft.com/office/drawing/2014/main" id="{7C5DFE61-8E05-E870-066D-B74EAF8A3B24}"/>
                  </a:ext>
                </a:extLst>
              </p:cNvPr>
              <p:cNvGraphicFramePr>
                <a:graphicFrameLocks noChangeAspect="1"/>
              </p:cNvGraphicFramePr>
              <p:nvPr/>
            </p:nvGraphicFramePr>
            <p:xfrm>
              <a:off x="8712884" y="5481616"/>
              <a:ext cx="407962" cy="229478"/>
            </p:xfrm>
            <a:graphic>
              <a:graphicData uri="http://schemas.microsoft.com/office/powerpoint/2016/slidezoom">
                <pslz:sldZm>
                  <pslz:sldZmObj sldId="299" cId="767322586">
                    <pslz:zmPr id="{9EFA1258-A655-4FA2-B0DD-4E1F2430D2D0}" returnToParent="0" transitionDur="1000">
                      <p166:blipFill xmlns:p166="http://schemas.microsoft.com/office/powerpoint/2016/6/main">
                        <a:blip r:embed="rId86"/>
                        <a:stretch>
                          <a:fillRect/>
                        </a:stretch>
                      </p166:blipFill>
                      <p166:spPr xmlns:p166="http://schemas.microsoft.com/office/powerpoint/2016/6/main">
                        <a:xfrm>
                          <a:off x="0" y="0"/>
                          <a:ext cx="407962" cy="229478"/>
                        </a:xfrm>
                        <a:prstGeom prst="rect">
                          <a:avLst/>
                        </a:prstGeom>
                        <a:ln w="3175">
                          <a:solidFill>
                            <a:prstClr val="ltGray"/>
                          </a:solidFill>
                        </a:ln>
                      </p166:spPr>
                    </pslz:zmPr>
                  </pslz:sldZmObj>
                </pslz:sldZm>
              </a:graphicData>
            </a:graphic>
          </p:graphicFrame>
        </mc:Choice>
        <mc:Fallback xmlns="">
          <p:pic>
            <p:nvPicPr>
              <p:cNvPr id="55" name="Slide Zoom 54">
                <a:extLst>
                  <a:ext uri="{FF2B5EF4-FFF2-40B4-BE49-F238E27FC236}">
                    <a16:creationId xmlns:a16="http://schemas.microsoft.com/office/drawing/2014/main" id="{7C5DFE61-8E05-E870-066D-B74EAF8A3B24}"/>
                  </a:ext>
                </a:extLst>
              </p:cNvPr>
              <p:cNvPicPr>
                <a:picLocks noGrp="1" noRot="1" noChangeAspect="1" noMove="1" noResize="1" noEditPoints="1" noAdjustHandles="1" noChangeArrowheads="1" noChangeShapeType="1"/>
              </p:cNvPicPr>
              <p:nvPr/>
            </p:nvPicPr>
            <p:blipFill>
              <a:blip r:embed="rId87"/>
              <a:stretch>
                <a:fillRect/>
              </a:stretch>
            </p:blipFill>
            <p:spPr>
              <a:xfrm>
                <a:off x="8712884" y="5481616"/>
                <a:ext cx="407962" cy="229478"/>
              </a:xfrm>
              <a:prstGeom prst="rect">
                <a:avLst/>
              </a:prstGeom>
              <a:ln w="3175">
                <a:solidFill>
                  <a:prstClr val="ltGray"/>
                </a:solidFill>
              </a:ln>
            </p:spPr>
          </p:pic>
        </mc:Fallback>
      </mc:AlternateContent>
      <mc:AlternateContent xmlns:mc="http://schemas.openxmlformats.org/markup-compatibility/2006" xmlns:pslz="http://schemas.microsoft.com/office/powerpoint/2016/slidezoom">
        <mc:Choice Requires="pslz">
          <p:graphicFrame>
            <p:nvGraphicFramePr>
              <p:cNvPr id="59" name="Slide Zoom 58">
                <a:extLst>
                  <a:ext uri="{FF2B5EF4-FFF2-40B4-BE49-F238E27FC236}">
                    <a16:creationId xmlns:a16="http://schemas.microsoft.com/office/drawing/2014/main" id="{4267A6D4-AC2D-DCBC-AAB0-8D095D933D82}"/>
                  </a:ext>
                </a:extLst>
              </p:cNvPr>
              <p:cNvGraphicFramePr>
                <a:graphicFrameLocks noChangeAspect="1"/>
              </p:cNvGraphicFramePr>
              <p:nvPr/>
            </p:nvGraphicFramePr>
            <p:xfrm>
              <a:off x="8724138" y="5794992"/>
              <a:ext cx="396708" cy="266348"/>
            </p:xfrm>
            <a:graphic>
              <a:graphicData uri="http://schemas.microsoft.com/office/powerpoint/2016/slidezoom">
                <pslz:sldZm>
                  <pslz:sldZmObj sldId="300" cId="1871225502">
                    <pslz:zmPr id="{46761202-7D0B-4FC9-BB7E-3D62168680F8}" returnToParent="0" transitionDur="1000">
                      <p166:blipFill xmlns:p166="http://schemas.microsoft.com/office/powerpoint/2016/6/main">
                        <a:blip r:embed="rId88"/>
                        <a:stretch>
                          <a:fillRect/>
                        </a:stretch>
                      </p166:blipFill>
                      <p166:spPr xmlns:p166="http://schemas.microsoft.com/office/powerpoint/2016/6/main">
                        <a:xfrm>
                          <a:off x="0" y="0"/>
                          <a:ext cx="396708" cy="266348"/>
                        </a:xfrm>
                        <a:prstGeom prst="rect">
                          <a:avLst/>
                        </a:prstGeom>
                        <a:ln w="3175">
                          <a:solidFill>
                            <a:prstClr val="ltGray"/>
                          </a:solidFill>
                        </a:ln>
                      </p166:spPr>
                    </pslz:zmPr>
                  </pslz:sldZmObj>
                </pslz:sldZm>
              </a:graphicData>
            </a:graphic>
          </p:graphicFrame>
        </mc:Choice>
        <mc:Fallback xmlns="">
          <p:pic>
            <p:nvPicPr>
              <p:cNvPr id="59" name="Slide Zoom 58">
                <a:extLst>
                  <a:ext uri="{FF2B5EF4-FFF2-40B4-BE49-F238E27FC236}">
                    <a16:creationId xmlns:a16="http://schemas.microsoft.com/office/drawing/2014/main" id="{4267A6D4-AC2D-DCBC-AAB0-8D095D933D82}"/>
                  </a:ext>
                </a:extLst>
              </p:cNvPr>
              <p:cNvPicPr>
                <a:picLocks noGrp="1" noRot="1" noChangeAspect="1" noMove="1" noResize="1" noEditPoints="1" noAdjustHandles="1" noChangeArrowheads="1" noChangeShapeType="1"/>
              </p:cNvPicPr>
              <p:nvPr/>
            </p:nvPicPr>
            <p:blipFill>
              <a:blip r:embed="rId89"/>
              <a:stretch>
                <a:fillRect/>
              </a:stretch>
            </p:blipFill>
            <p:spPr>
              <a:xfrm>
                <a:off x="8724138" y="5794992"/>
                <a:ext cx="396708" cy="266348"/>
              </a:xfrm>
              <a:prstGeom prst="rect">
                <a:avLst/>
              </a:prstGeom>
              <a:ln w="3175">
                <a:solidFill>
                  <a:prstClr val="ltGray"/>
                </a:solidFill>
              </a:ln>
            </p:spPr>
          </p:pic>
        </mc:Fallback>
      </mc:AlternateContent>
      <mc:AlternateContent xmlns:mc="http://schemas.openxmlformats.org/markup-compatibility/2006" xmlns:pslz="http://schemas.microsoft.com/office/powerpoint/2016/slidezoom">
        <mc:Choice Requires="pslz">
          <p:graphicFrame>
            <p:nvGraphicFramePr>
              <p:cNvPr id="63" name="Slide Zoom 62">
                <a:extLst>
                  <a:ext uri="{FF2B5EF4-FFF2-40B4-BE49-F238E27FC236}">
                    <a16:creationId xmlns:a16="http://schemas.microsoft.com/office/drawing/2014/main" id="{6F298D3F-10AA-67F5-A9B9-4D91CF6D5657}"/>
                  </a:ext>
                </a:extLst>
              </p:cNvPr>
              <p:cNvGraphicFramePr>
                <a:graphicFrameLocks noChangeAspect="1"/>
              </p:cNvGraphicFramePr>
              <p:nvPr/>
            </p:nvGraphicFramePr>
            <p:xfrm>
              <a:off x="6620114" y="2588004"/>
              <a:ext cx="475935" cy="267713"/>
            </p:xfrm>
            <a:graphic>
              <a:graphicData uri="http://schemas.microsoft.com/office/powerpoint/2016/slidezoom">
                <pslz:sldZm>
                  <pslz:sldZmObj sldId="301" cId="1283517362">
                    <pslz:zmPr id="{E56304CC-0757-43A7-AA0E-25873199B374}" returnToParent="0" transitionDur="1000">
                      <p166:blipFill xmlns:p166="http://schemas.microsoft.com/office/powerpoint/2016/6/main">
                        <a:blip r:embed="rId90"/>
                        <a:stretch>
                          <a:fillRect/>
                        </a:stretch>
                      </p166:blipFill>
                      <p166:spPr xmlns:p166="http://schemas.microsoft.com/office/powerpoint/2016/6/main">
                        <a:xfrm>
                          <a:off x="0" y="0"/>
                          <a:ext cx="475935" cy="267713"/>
                        </a:xfrm>
                        <a:prstGeom prst="rect">
                          <a:avLst/>
                        </a:prstGeom>
                        <a:ln w="3175">
                          <a:solidFill>
                            <a:prstClr val="ltGray"/>
                          </a:solidFill>
                        </a:ln>
                      </p166:spPr>
                    </pslz:zmPr>
                  </pslz:sldZmObj>
                </pslz:sldZm>
              </a:graphicData>
            </a:graphic>
          </p:graphicFrame>
        </mc:Choice>
        <mc:Fallback xmlns="">
          <p:pic>
            <p:nvPicPr>
              <p:cNvPr id="63" name="Slide Zoom 62">
                <a:extLst>
                  <a:ext uri="{FF2B5EF4-FFF2-40B4-BE49-F238E27FC236}">
                    <a16:creationId xmlns:a16="http://schemas.microsoft.com/office/drawing/2014/main" id="{6F298D3F-10AA-67F5-A9B9-4D91CF6D5657}"/>
                  </a:ext>
                </a:extLst>
              </p:cNvPr>
              <p:cNvPicPr>
                <a:picLocks noGrp="1" noRot="1" noChangeAspect="1" noMove="1" noResize="1" noEditPoints="1" noAdjustHandles="1" noChangeArrowheads="1" noChangeShapeType="1"/>
              </p:cNvPicPr>
              <p:nvPr/>
            </p:nvPicPr>
            <p:blipFill>
              <a:blip r:embed="rId91"/>
              <a:stretch>
                <a:fillRect/>
              </a:stretch>
            </p:blipFill>
            <p:spPr>
              <a:xfrm>
                <a:off x="6620114" y="2588004"/>
                <a:ext cx="475935" cy="267713"/>
              </a:xfrm>
              <a:prstGeom prst="rect">
                <a:avLst/>
              </a:prstGeom>
              <a:ln w="3175">
                <a:solidFill>
                  <a:prstClr val="ltGray"/>
                </a:solidFill>
              </a:ln>
            </p:spPr>
          </p:pic>
        </mc:Fallback>
      </mc:AlternateContent>
      <mc:AlternateContent xmlns:mc="http://schemas.openxmlformats.org/markup-compatibility/2006" xmlns:pslz="http://schemas.microsoft.com/office/powerpoint/2016/slidezoom">
        <mc:Choice Requires="pslz">
          <p:graphicFrame>
            <p:nvGraphicFramePr>
              <p:cNvPr id="131" name="Slide Zoom 130">
                <a:extLst>
                  <a:ext uri="{FF2B5EF4-FFF2-40B4-BE49-F238E27FC236}">
                    <a16:creationId xmlns:a16="http://schemas.microsoft.com/office/drawing/2014/main" id="{71922436-B5A8-0511-FC8B-204CA26C5C07}"/>
                  </a:ext>
                </a:extLst>
              </p:cNvPr>
              <p:cNvGraphicFramePr>
                <a:graphicFrameLocks noChangeAspect="1"/>
              </p:cNvGraphicFramePr>
              <p:nvPr/>
            </p:nvGraphicFramePr>
            <p:xfrm>
              <a:off x="6989422" y="3769986"/>
              <a:ext cx="1923403" cy="997501"/>
            </p:xfrm>
            <a:graphic>
              <a:graphicData uri="http://schemas.microsoft.com/office/powerpoint/2016/slidezoom">
                <pslz:sldZm>
                  <pslz:sldZmObj sldId="302" cId="1008683781">
                    <pslz:zmPr id="{CD83468B-48A4-45EF-B066-718B80E3AB8B}" returnToParent="0" transitionDur="1000">
                      <p166:blipFill xmlns:p166="http://schemas.microsoft.com/office/powerpoint/2016/6/main">
                        <a:blip r:embed="rId92"/>
                        <a:stretch>
                          <a:fillRect/>
                        </a:stretch>
                      </p166:blipFill>
                      <p166:spPr xmlns:p166="http://schemas.microsoft.com/office/powerpoint/2016/6/main">
                        <a:xfrm>
                          <a:off x="0" y="0"/>
                          <a:ext cx="1923403" cy="997501"/>
                        </a:xfrm>
                        <a:prstGeom prst="rect">
                          <a:avLst/>
                        </a:prstGeom>
                        <a:ln w="3175">
                          <a:solidFill>
                            <a:prstClr val="ltGray"/>
                          </a:solidFill>
                        </a:ln>
                      </p166:spPr>
                    </pslz:zmPr>
                  </pslz:sldZmObj>
                </pslz:sldZm>
              </a:graphicData>
            </a:graphic>
          </p:graphicFrame>
        </mc:Choice>
        <mc:Fallback xmlns="">
          <p:pic>
            <p:nvPicPr>
              <p:cNvPr id="131" name="Slide Zoom 130">
                <a:extLst>
                  <a:ext uri="{FF2B5EF4-FFF2-40B4-BE49-F238E27FC236}">
                    <a16:creationId xmlns:a16="http://schemas.microsoft.com/office/drawing/2014/main" id="{71922436-B5A8-0511-FC8B-204CA26C5C07}"/>
                  </a:ext>
                </a:extLst>
              </p:cNvPr>
              <p:cNvPicPr>
                <a:picLocks noGrp="1" noRot="1" noChangeAspect="1" noMove="1" noResize="1" noEditPoints="1" noAdjustHandles="1" noChangeArrowheads="1" noChangeShapeType="1"/>
              </p:cNvPicPr>
              <p:nvPr/>
            </p:nvPicPr>
            <p:blipFill>
              <a:blip r:embed="rId93"/>
              <a:stretch>
                <a:fillRect/>
              </a:stretch>
            </p:blipFill>
            <p:spPr>
              <a:xfrm>
                <a:off x="6989422" y="3769986"/>
                <a:ext cx="1923403" cy="997501"/>
              </a:xfrm>
              <a:prstGeom prst="rect">
                <a:avLst/>
              </a:prstGeom>
              <a:ln w="3175">
                <a:solidFill>
                  <a:prstClr val="ltGray"/>
                </a:solidFill>
              </a:ln>
            </p:spPr>
          </p:pic>
        </mc:Fallback>
      </mc:AlternateContent>
      <mc:AlternateContent xmlns:mc="http://schemas.openxmlformats.org/markup-compatibility/2006" xmlns:pslz="http://schemas.microsoft.com/office/powerpoint/2016/slidezoom">
        <mc:Choice Requires="pslz">
          <p:graphicFrame>
            <p:nvGraphicFramePr>
              <p:cNvPr id="136" name="Slide Zoom 135">
                <a:extLst>
                  <a:ext uri="{FF2B5EF4-FFF2-40B4-BE49-F238E27FC236}">
                    <a16:creationId xmlns:a16="http://schemas.microsoft.com/office/drawing/2014/main" id="{CFF42502-0D1A-A843-1196-109A161BDB74}"/>
                  </a:ext>
                </a:extLst>
              </p:cNvPr>
              <p:cNvGraphicFramePr>
                <a:graphicFrameLocks noChangeAspect="1"/>
              </p:cNvGraphicFramePr>
              <p:nvPr/>
            </p:nvGraphicFramePr>
            <p:xfrm>
              <a:off x="7061385" y="3375309"/>
              <a:ext cx="397728" cy="226365"/>
            </p:xfrm>
            <a:graphic>
              <a:graphicData uri="http://schemas.microsoft.com/office/powerpoint/2016/slidezoom">
                <pslz:sldZm>
                  <pslz:sldZmObj sldId="303" cId="3060995192">
                    <pslz:zmPr id="{1AB178A8-B59D-4FE2-8983-C11D9DE01DC8}" returnToParent="0" transitionDur="1000">
                      <p166:blipFill xmlns:p166="http://schemas.microsoft.com/office/powerpoint/2016/6/main">
                        <a:blip r:embed="rId94"/>
                        <a:stretch>
                          <a:fillRect/>
                        </a:stretch>
                      </p166:blipFill>
                      <p166:spPr xmlns:p166="http://schemas.microsoft.com/office/powerpoint/2016/6/main">
                        <a:xfrm>
                          <a:off x="0" y="0"/>
                          <a:ext cx="397728" cy="226365"/>
                        </a:xfrm>
                        <a:prstGeom prst="rect">
                          <a:avLst/>
                        </a:prstGeom>
                        <a:ln w="3175">
                          <a:solidFill>
                            <a:prstClr val="ltGray"/>
                          </a:solidFill>
                        </a:ln>
                      </p166:spPr>
                    </pslz:zmPr>
                  </pslz:sldZmObj>
                </pslz:sldZm>
              </a:graphicData>
            </a:graphic>
          </p:graphicFrame>
        </mc:Choice>
        <mc:Fallback xmlns="">
          <p:pic>
            <p:nvPicPr>
              <p:cNvPr id="136" name="Slide Zoom 135">
                <a:extLst>
                  <a:ext uri="{FF2B5EF4-FFF2-40B4-BE49-F238E27FC236}">
                    <a16:creationId xmlns:a16="http://schemas.microsoft.com/office/drawing/2014/main" id="{CFF42502-0D1A-A843-1196-109A161BDB74}"/>
                  </a:ext>
                </a:extLst>
              </p:cNvPr>
              <p:cNvPicPr>
                <a:picLocks noGrp="1" noRot="1" noChangeAspect="1" noMove="1" noResize="1" noEditPoints="1" noAdjustHandles="1" noChangeArrowheads="1" noChangeShapeType="1"/>
              </p:cNvPicPr>
              <p:nvPr/>
            </p:nvPicPr>
            <p:blipFill>
              <a:blip r:embed="rId95"/>
              <a:stretch>
                <a:fillRect/>
              </a:stretch>
            </p:blipFill>
            <p:spPr>
              <a:xfrm>
                <a:off x="7061385" y="3375309"/>
                <a:ext cx="397728" cy="226365"/>
              </a:xfrm>
              <a:prstGeom prst="rect">
                <a:avLst/>
              </a:prstGeom>
              <a:ln w="3175">
                <a:solidFill>
                  <a:prstClr val="ltGray"/>
                </a:solidFill>
              </a:ln>
            </p:spPr>
          </p:pic>
        </mc:Fallback>
      </mc:AlternateContent>
      <mc:AlternateContent xmlns:mc="http://schemas.openxmlformats.org/markup-compatibility/2006" xmlns:pslz="http://schemas.microsoft.com/office/powerpoint/2016/slidezoom">
        <mc:Choice Requires="pslz">
          <p:graphicFrame>
            <p:nvGraphicFramePr>
              <p:cNvPr id="139" name="Slide Zoom 138">
                <a:extLst>
                  <a:ext uri="{FF2B5EF4-FFF2-40B4-BE49-F238E27FC236}">
                    <a16:creationId xmlns:a16="http://schemas.microsoft.com/office/drawing/2014/main" id="{924BDC33-F84F-1340-92DB-BBBB9A305DCE}"/>
                  </a:ext>
                </a:extLst>
              </p:cNvPr>
              <p:cNvGraphicFramePr>
                <a:graphicFrameLocks noChangeAspect="1"/>
              </p:cNvGraphicFramePr>
              <p:nvPr/>
            </p:nvGraphicFramePr>
            <p:xfrm>
              <a:off x="7539990" y="3369587"/>
              <a:ext cx="375285" cy="226365"/>
            </p:xfrm>
            <a:graphic>
              <a:graphicData uri="http://schemas.microsoft.com/office/powerpoint/2016/slidezoom">
                <pslz:sldZm>
                  <pslz:sldZmObj sldId="312" cId="3641688937">
                    <pslz:zmPr id="{E520A952-6C10-4340-BF11-6036CBCF8589}" returnToParent="0" transitionDur="1000">
                      <p166:blipFill xmlns:p166="http://schemas.microsoft.com/office/powerpoint/2016/6/main">
                        <a:blip r:embed="rId96"/>
                        <a:stretch>
                          <a:fillRect/>
                        </a:stretch>
                      </p166:blipFill>
                      <p166:spPr xmlns:p166="http://schemas.microsoft.com/office/powerpoint/2016/6/main">
                        <a:xfrm>
                          <a:off x="0" y="0"/>
                          <a:ext cx="375285" cy="226365"/>
                        </a:xfrm>
                        <a:prstGeom prst="rect">
                          <a:avLst/>
                        </a:prstGeom>
                        <a:ln w="3175">
                          <a:solidFill>
                            <a:prstClr val="ltGray"/>
                          </a:solidFill>
                        </a:ln>
                      </p166:spPr>
                    </pslz:zmPr>
                  </pslz:sldZmObj>
                </pslz:sldZm>
              </a:graphicData>
            </a:graphic>
          </p:graphicFrame>
        </mc:Choice>
        <mc:Fallback xmlns="">
          <p:pic>
            <p:nvPicPr>
              <p:cNvPr id="139" name="Slide Zoom 138">
                <a:extLst>
                  <a:ext uri="{FF2B5EF4-FFF2-40B4-BE49-F238E27FC236}">
                    <a16:creationId xmlns:a16="http://schemas.microsoft.com/office/drawing/2014/main" id="{924BDC33-F84F-1340-92DB-BBBB9A305DCE}"/>
                  </a:ext>
                </a:extLst>
              </p:cNvPr>
              <p:cNvPicPr>
                <a:picLocks noGrp="1" noRot="1" noChangeAspect="1" noMove="1" noResize="1" noEditPoints="1" noAdjustHandles="1" noChangeArrowheads="1" noChangeShapeType="1"/>
              </p:cNvPicPr>
              <p:nvPr/>
            </p:nvPicPr>
            <p:blipFill>
              <a:blip r:embed="rId97"/>
              <a:stretch>
                <a:fillRect/>
              </a:stretch>
            </p:blipFill>
            <p:spPr>
              <a:xfrm>
                <a:off x="7539990" y="3369587"/>
                <a:ext cx="375285" cy="226365"/>
              </a:xfrm>
              <a:prstGeom prst="rect">
                <a:avLst/>
              </a:prstGeom>
              <a:ln w="3175">
                <a:solidFill>
                  <a:prstClr val="ltGray"/>
                </a:solidFill>
              </a:ln>
            </p:spPr>
          </p:pic>
        </mc:Fallback>
      </mc:AlternateContent>
      <mc:AlternateContent xmlns:mc="http://schemas.openxmlformats.org/markup-compatibility/2006" xmlns:pslz="http://schemas.microsoft.com/office/powerpoint/2016/slidezoom">
        <mc:Choice Requires="pslz">
          <p:graphicFrame>
            <p:nvGraphicFramePr>
              <p:cNvPr id="141" name="Slide Zoom 140">
                <a:extLst>
                  <a:ext uri="{FF2B5EF4-FFF2-40B4-BE49-F238E27FC236}">
                    <a16:creationId xmlns:a16="http://schemas.microsoft.com/office/drawing/2014/main" id="{50DD3046-C52F-73DE-3B6F-DED91785B393}"/>
                  </a:ext>
                </a:extLst>
              </p:cNvPr>
              <p:cNvGraphicFramePr>
                <a:graphicFrameLocks noChangeAspect="1"/>
              </p:cNvGraphicFramePr>
              <p:nvPr/>
            </p:nvGraphicFramePr>
            <p:xfrm>
              <a:off x="7992283" y="3369496"/>
              <a:ext cx="397728" cy="221001"/>
            </p:xfrm>
            <a:graphic>
              <a:graphicData uri="http://schemas.microsoft.com/office/powerpoint/2016/slidezoom">
                <pslz:sldZm>
                  <pslz:sldZmObj sldId="313" cId="3648893393">
                    <pslz:zmPr id="{B9B8C240-B057-4EF1-8852-49E8D06942CE}" returnToParent="0" transitionDur="1000">
                      <p166:blipFill xmlns:p166="http://schemas.microsoft.com/office/powerpoint/2016/6/main">
                        <a:blip r:embed="rId98"/>
                        <a:stretch>
                          <a:fillRect/>
                        </a:stretch>
                      </p166:blipFill>
                      <p166:spPr xmlns:p166="http://schemas.microsoft.com/office/powerpoint/2016/6/main">
                        <a:xfrm>
                          <a:off x="0" y="0"/>
                          <a:ext cx="397728" cy="221001"/>
                        </a:xfrm>
                        <a:prstGeom prst="rect">
                          <a:avLst/>
                        </a:prstGeom>
                        <a:ln w="3175">
                          <a:solidFill>
                            <a:prstClr val="ltGray"/>
                          </a:solidFill>
                        </a:ln>
                      </p166:spPr>
                    </pslz:zmPr>
                  </pslz:sldZmObj>
                </pslz:sldZm>
              </a:graphicData>
            </a:graphic>
          </p:graphicFrame>
        </mc:Choice>
        <mc:Fallback xmlns="">
          <p:pic>
            <p:nvPicPr>
              <p:cNvPr id="141" name="Slide Zoom 140">
                <a:extLst>
                  <a:ext uri="{FF2B5EF4-FFF2-40B4-BE49-F238E27FC236}">
                    <a16:creationId xmlns:a16="http://schemas.microsoft.com/office/drawing/2014/main" id="{50DD3046-C52F-73DE-3B6F-DED91785B393}"/>
                  </a:ext>
                </a:extLst>
              </p:cNvPr>
              <p:cNvPicPr>
                <a:picLocks noGrp="1" noRot="1" noChangeAspect="1" noMove="1" noResize="1" noEditPoints="1" noAdjustHandles="1" noChangeArrowheads="1" noChangeShapeType="1"/>
              </p:cNvPicPr>
              <p:nvPr/>
            </p:nvPicPr>
            <p:blipFill>
              <a:blip r:embed="rId99"/>
              <a:stretch>
                <a:fillRect/>
              </a:stretch>
            </p:blipFill>
            <p:spPr>
              <a:xfrm>
                <a:off x="7992283" y="3369496"/>
                <a:ext cx="397728" cy="221001"/>
              </a:xfrm>
              <a:prstGeom prst="rect">
                <a:avLst/>
              </a:prstGeom>
              <a:ln w="3175">
                <a:solidFill>
                  <a:prstClr val="ltGray"/>
                </a:solidFill>
              </a:ln>
            </p:spPr>
          </p:pic>
        </mc:Fallback>
      </mc:AlternateContent>
      <mc:AlternateContent xmlns:mc="http://schemas.openxmlformats.org/markup-compatibility/2006" xmlns:pslz="http://schemas.microsoft.com/office/powerpoint/2016/slidezoom">
        <mc:Choice Requires="pslz">
          <p:graphicFrame>
            <p:nvGraphicFramePr>
              <p:cNvPr id="143" name="Slide Zoom 142">
                <a:extLst>
                  <a:ext uri="{FF2B5EF4-FFF2-40B4-BE49-F238E27FC236}">
                    <a16:creationId xmlns:a16="http://schemas.microsoft.com/office/drawing/2014/main" id="{94A7A427-6722-3813-DD0E-0DFA5A9B5667}"/>
                  </a:ext>
                </a:extLst>
              </p:cNvPr>
              <p:cNvGraphicFramePr>
                <a:graphicFrameLocks noChangeAspect="1"/>
              </p:cNvGraphicFramePr>
              <p:nvPr/>
            </p:nvGraphicFramePr>
            <p:xfrm>
              <a:off x="8457841" y="3369496"/>
              <a:ext cx="397728" cy="221001"/>
            </p:xfrm>
            <a:graphic>
              <a:graphicData uri="http://schemas.microsoft.com/office/powerpoint/2016/slidezoom">
                <pslz:sldZm>
                  <pslz:sldZmObj sldId="314" cId="1175041528">
                    <pslz:zmPr id="{269ECC21-A174-4E23-84DC-68365D344263}" returnToParent="0" transitionDur="1000">
                      <p166:blipFill xmlns:p166="http://schemas.microsoft.com/office/powerpoint/2016/6/main">
                        <a:blip r:embed="rId100"/>
                        <a:stretch>
                          <a:fillRect/>
                        </a:stretch>
                      </p166:blipFill>
                      <p166:spPr xmlns:p166="http://schemas.microsoft.com/office/powerpoint/2016/6/main">
                        <a:xfrm>
                          <a:off x="0" y="0"/>
                          <a:ext cx="397728" cy="221001"/>
                        </a:xfrm>
                        <a:prstGeom prst="rect">
                          <a:avLst/>
                        </a:prstGeom>
                        <a:ln w="3175">
                          <a:solidFill>
                            <a:prstClr val="ltGray"/>
                          </a:solidFill>
                        </a:ln>
                      </p166:spPr>
                    </pslz:zmPr>
                  </pslz:sldZmObj>
                </pslz:sldZm>
              </a:graphicData>
            </a:graphic>
          </p:graphicFrame>
        </mc:Choice>
        <mc:Fallback xmlns="">
          <p:pic>
            <p:nvPicPr>
              <p:cNvPr id="143" name="Slide Zoom 142">
                <a:extLst>
                  <a:ext uri="{FF2B5EF4-FFF2-40B4-BE49-F238E27FC236}">
                    <a16:creationId xmlns:a16="http://schemas.microsoft.com/office/drawing/2014/main" id="{94A7A427-6722-3813-DD0E-0DFA5A9B5667}"/>
                  </a:ext>
                </a:extLst>
              </p:cNvPr>
              <p:cNvPicPr>
                <a:picLocks noGrp="1" noRot="1" noChangeAspect="1" noMove="1" noResize="1" noEditPoints="1" noAdjustHandles="1" noChangeArrowheads="1" noChangeShapeType="1"/>
              </p:cNvPicPr>
              <p:nvPr/>
            </p:nvPicPr>
            <p:blipFill>
              <a:blip r:embed="rId101"/>
              <a:stretch>
                <a:fillRect/>
              </a:stretch>
            </p:blipFill>
            <p:spPr>
              <a:xfrm>
                <a:off x="8457841" y="3369496"/>
                <a:ext cx="397728" cy="221001"/>
              </a:xfrm>
              <a:prstGeom prst="rect">
                <a:avLst/>
              </a:prstGeom>
              <a:ln w="3175">
                <a:solidFill>
                  <a:prstClr val="ltGray"/>
                </a:solidFill>
              </a:ln>
            </p:spPr>
          </p:pic>
        </mc:Fallback>
      </mc:AlternateContent>
      <mc:AlternateContent xmlns:mc="http://schemas.openxmlformats.org/markup-compatibility/2006" xmlns:pslz="http://schemas.microsoft.com/office/powerpoint/2016/slidezoom">
        <mc:Choice Requires="pslz">
          <p:graphicFrame>
            <p:nvGraphicFramePr>
              <p:cNvPr id="145" name="Slide Zoom 144">
                <a:extLst>
                  <a:ext uri="{FF2B5EF4-FFF2-40B4-BE49-F238E27FC236}">
                    <a16:creationId xmlns:a16="http://schemas.microsoft.com/office/drawing/2014/main" id="{E62D0F2B-9664-477F-AEE0-DF4B08F1C056}"/>
                  </a:ext>
                </a:extLst>
              </p:cNvPr>
              <p:cNvGraphicFramePr>
                <a:graphicFrameLocks noChangeAspect="1"/>
              </p:cNvGraphicFramePr>
              <p:nvPr/>
            </p:nvGraphicFramePr>
            <p:xfrm>
              <a:off x="9678327" y="4465682"/>
              <a:ext cx="1182713" cy="665276"/>
            </p:xfrm>
            <a:graphic>
              <a:graphicData uri="http://schemas.microsoft.com/office/powerpoint/2016/slidezoom">
                <pslz:sldZm>
                  <pslz:sldZmObj sldId="315" cId="4204925967">
                    <pslz:zmPr id="{47638BFE-7549-42D6-8093-027C192F205F}" returnToParent="0" transitionDur="1000">
                      <p166:blipFill xmlns:p166="http://schemas.microsoft.com/office/powerpoint/2016/6/main">
                        <a:blip r:embed="rId102"/>
                        <a:stretch>
                          <a:fillRect/>
                        </a:stretch>
                      </p166:blipFill>
                      <p166:spPr xmlns:p166="http://schemas.microsoft.com/office/powerpoint/2016/6/main">
                        <a:xfrm>
                          <a:off x="0" y="0"/>
                          <a:ext cx="1182713" cy="665276"/>
                        </a:xfrm>
                        <a:prstGeom prst="rect">
                          <a:avLst/>
                        </a:prstGeom>
                        <a:ln w="3175">
                          <a:solidFill>
                            <a:prstClr val="ltGray"/>
                          </a:solidFill>
                        </a:ln>
                      </p166:spPr>
                    </pslz:zmPr>
                  </pslz:sldZmObj>
                </pslz:sldZm>
              </a:graphicData>
            </a:graphic>
          </p:graphicFrame>
        </mc:Choice>
        <mc:Fallback xmlns="">
          <p:pic>
            <p:nvPicPr>
              <p:cNvPr id="145" name="Slide Zoom 144">
                <a:extLst>
                  <a:ext uri="{FF2B5EF4-FFF2-40B4-BE49-F238E27FC236}">
                    <a16:creationId xmlns:a16="http://schemas.microsoft.com/office/drawing/2014/main" id="{E62D0F2B-9664-477F-AEE0-DF4B08F1C056}"/>
                  </a:ext>
                </a:extLst>
              </p:cNvPr>
              <p:cNvPicPr>
                <a:picLocks noGrp="1" noRot="1" noChangeAspect="1" noMove="1" noResize="1" noEditPoints="1" noAdjustHandles="1" noChangeArrowheads="1" noChangeShapeType="1"/>
              </p:cNvPicPr>
              <p:nvPr/>
            </p:nvPicPr>
            <p:blipFill>
              <a:blip r:embed="rId103"/>
              <a:stretch>
                <a:fillRect/>
              </a:stretch>
            </p:blipFill>
            <p:spPr>
              <a:xfrm>
                <a:off x="9678327" y="4465682"/>
                <a:ext cx="1182713" cy="665276"/>
              </a:xfrm>
              <a:prstGeom prst="rect">
                <a:avLst/>
              </a:prstGeom>
              <a:ln w="3175">
                <a:solidFill>
                  <a:prstClr val="ltGray"/>
                </a:solidFill>
              </a:ln>
            </p:spPr>
          </p:pic>
        </mc:Fallback>
      </mc:AlternateContent>
      <mc:AlternateContent xmlns:mc="http://schemas.openxmlformats.org/markup-compatibility/2006" xmlns:pslz="http://schemas.microsoft.com/office/powerpoint/2016/slidezoom">
        <mc:Choice Requires="pslz">
          <p:graphicFrame>
            <p:nvGraphicFramePr>
              <p:cNvPr id="147" name="Slide Zoom 146">
                <a:extLst>
                  <a:ext uri="{FF2B5EF4-FFF2-40B4-BE49-F238E27FC236}">
                    <a16:creationId xmlns:a16="http://schemas.microsoft.com/office/drawing/2014/main" id="{90762A12-2099-B71D-9556-D6B324393FFA}"/>
                  </a:ext>
                </a:extLst>
              </p:cNvPr>
              <p:cNvGraphicFramePr>
                <a:graphicFrameLocks noChangeAspect="1"/>
              </p:cNvGraphicFramePr>
              <p:nvPr/>
            </p:nvGraphicFramePr>
            <p:xfrm>
              <a:off x="9789940" y="5558822"/>
              <a:ext cx="1046747" cy="588795"/>
            </p:xfrm>
            <a:graphic>
              <a:graphicData uri="http://schemas.microsoft.com/office/powerpoint/2016/slidezoom">
                <pslz:sldZm>
                  <pslz:sldZmObj sldId="304" cId="2698353997">
                    <pslz:zmPr id="{339934AE-4008-4A0A-8223-4E9287F167B4}" returnToParent="0" transitionDur="1000">
                      <p166:blipFill xmlns:p166="http://schemas.microsoft.com/office/powerpoint/2016/6/main">
                        <a:blip r:embed="rId104"/>
                        <a:stretch>
                          <a:fillRect/>
                        </a:stretch>
                      </p166:blipFill>
                      <p166:spPr xmlns:p166="http://schemas.microsoft.com/office/powerpoint/2016/6/main">
                        <a:xfrm>
                          <a:off x="0" y="0"/>
                          <a:ext cx="1046747" cy="588795"/>
                        </a:xfrm>
                        <a:prstGeom prst="rect">
                          <a:avLst/>
                        </a:prstGeom>
                        <a:ln w="3175">
                          <a:solidFill>
                            <a:prstClr val="ltGray"/>
                          </a:solidFill>
                        </a:ln>
                      </p166:spPr>
                    </pslz:zmPr>
                  </pslz:sldZmObj>
                </pslz:sldZm>
              </a:graphicData>
            </a:graphic>
          </p:graphicFrame>
        </mc:Choice>
        <mc:Fallback xmlns="">
          <p:pic>
            <p:nvPicPr>
              <p:cNvPr id="147" name="Slide Zoom 146">
                <a:extLst>
                  <a:ext uri="{FF2B5EF4-FFF2-40B4-BE49-F238E27FC236}">
                    <a16:creationId xmlns:a16="http://schemas.microsoft.com/office/drawing/2014/main" id="{90762A12-2099-B71D-9556-D6B324393FFA}"/>
                  </a:ext>
                </a:extLst>
              </p:cNvPr>
              <p:cNvPicPr>
                <a:picLocks noGrp="1" noRot="1" noChangeAspect="1" noMove="1" noResize="1" noEditPoints="1" noAdjustHandles="1" noChangeArrowheads="1" noChangeShapeType="1"/>
              </p:cNvPicPr>
              <p:nvPr/>
            </p:nvPicPr>
            <p:blipFill>
              <a:blip r:embed="rId105"/>
              <a:stretch>
                <a:fillRect/>
              </a:stretch>
            </p:blipFill>
            <p:spPr>
              <a:xfrm>
                <a:off x="9789940" y="5558822"/>
                <a:ext cx="1046747" cy="588795"/>
              </a:xfrm>
              <a:prstGeom prst="rect">
                <a:avLst/>
              </a:prstGeom>
              <a:ln w="3175">
                <a:solidFill>
                  <a:prstClr val="ltGray"/>
                </a:solidFill>
              </a:ln>
            </p:spPr>
          </p:pic>
        </mc:Fallback>
      </mc:AlternateContent>
      <mc:AlternateContent xmlns:mc="http://schemas.openxmlformats.org/markup-compatibility/2006" xmlns:pslz="http://schemas.microsoft.com/office/powerpoint/2016/slidezoom">
        <mc:Choice Requires="pslz">
          <p:graphicFrame>
            <p:nvGraphicFramePr>
              <p:cNvPr id="149" name="Slide Zoom 148">
                <a:extLst>
                  <a:ext uri="{FF2B5EF4-FFF2-40B4-BE49-F238E27FC236}">
                    <a16:creationId xmlns:a16="http://schemas.microsoft.com/office/drawing/2014/main" id="{2F479DDE-E775-3545-A9EC-6F65E41072BA}"/>
                  </a:ext>
                </a:extLst>
              </p:cNvPr>
              <p:cNvGraphicFramePr>
                <a:graphicFrameLocks noChangeAspect="1"/>
              </p:cNvGraphicFramePr>
              <p:nvPr/>
            </p:nvGraphicFramePr>
            <p:xfrm>
              <a:off x="9174170" y="2868648"/>
              <a:ext cx="2029237" cy="1141446"/>
            </p:xfrm>
            <a:graphic>
              <a:graphicData uri="http://schemas.microsoft.com/office/powerpoint/2016/slidezoom">
                <pslz:sldZm>
                  <pslz:sldZmObj sldId="305" cId="1762693491">
                    <pslz:zmPr id="{88262D2F-A81D-41C1-85B0-1F3E59DE6D32}" returnToParent="0" transitionDur="1000">
                      <p166:blipFill xmlns:p166="http://schemas.microsoft.com/office/powerpoint/2016/6/main">
                        <a:blip r:embed="rId106"/>
                        <a:stretch>
                          <a:fillRect/>
                        </a:stretch>
                      </p166:blipFill>
                      <p166:spPr xmlns:p166="http://schemas.microsoft.com/office/powerpoint/2016/6/main">
                        <a:xfrm>
                          <a:off x="0" y="0"/>
                          <a:ext cx="2029237" cy="1141446"/>
                        </a:xfrm>
                        <a:prstGeom prst="rect">
                          <a:avLst/>
                        </a:prstGeom>
                        <a:ln w="3175">
                          <a:solidFill>
                            <a:prstClr val="ltGray"/>
                          </a:solidFill>
                        </a:ln>
                      </p166:spPr>
                    </pslz:zmPr>
                  </pslz:sldZmObj>
                </pslz:sldZm>
              </a:graphicData>
            </a:graphic>
          </p:graphicFrame>
        </mc:Choice>
        <mc:Fallback xmlns="">
          <p:pic>
            <p:nvPicPr>
              <p:cNvPr id="149" name="Slide Zoom 148">
                <a:extLst>
                  <a:ext uri="{FF2B5EF4-FFF2-40B4-BE49-F238E27FC236}">
                    <a16:creationId xmlns:a16="http://schemas.microsoft.com/office/drawing/2014/main" id="{2F479DDE-E775-3545-A9EC-6F65E41072BA}"/>
                  </a:ext>
                </a:extLst>
              </p:cNvPr>
              <p:cNvPicPr>
                <a:picLocks noGrp="1" noRot="1" noChangeAspect="1" noMove="1" noResize="1" noEditPoints="1" noAdjustHandles="1" noChangeArrowheads="1" noChangeShapeType="1"/>
              </p:cNvPicPr>
              <p:nvPr/>
            </p:nvPicPr>
            <p:blipFill>
              <a:blip r:embed="rId107"/>
              <a:stretch>
                <a:fillRect/>
              </a:stretch>
            </p:blipFill>
            <p:spPr>
              <a:xfrm>
                <a:off x="9174170" y="2868648"/>
                <a:ext cx="2029237" cy="1141446"/>
              </a:xfrm>
              <a:prstGeom prst="rect">
                <a:avLst/>
              </a:prstGeom>
              <a:ln w="3175">
                <a:solidFill>
                  <a:prstClr val="ltGray"/>
                </a:solidFill>
              </a:ln>
            </p:spPr>
          </p:pic>
        </mc:Fallback>
      </mc:AlternateContent>
      <mc:AlternateContent xmlns:mc="http://schemas.openxmlformats.org/markup-compatibility/2006" xmlns:pslz="http://schemas.microsoft.com/office/powerpoint/2016/slidezoom">
        <mc:Choice Requires="pslz">
          <p:graphicFrame>
            <p:nvGraphicFramePr>
              <p:cNvPr id="151" name="Slide Zoom 150">
                <a:extLst>
                  <a:ext uri="{FF2B5EF4-FFF2-40B4-BE49-F238E27FC236}">
                    <a16:creationId xmlns:a16="http://schemas.microsoft.com/office/drawing/2014/main" id="{2A4D8622-4DA4-45DB-BD6A-5FC91EC8DA34}"/>
                  </a:ext>
                </a:extLst>
              </p:cNvPr>
              <p:cNvGraphicFramePr>
                <a:graphicFrameLocks noChangeAspect="1"/>
              </p:cNvGraphicFramePr>
              <p:nvPr/>
            </p:nvGraphicFramePr>
            <p:xfrm>
              <a:off x="9205650" y="2500063"/>
              <a:ext cx="380310" cy="213925"/>
            </p:xfrm>
            <a:graphic>
              <a:graphicData uri="http://schemas.microsoft.com/office/powerpoint/2016/slidezoom">
                <pslz:sldZm>
                  <pslz:sldZmObj sldId="306" cId="893174892">
                    <pslz:zmPr id="{F51A2C25-E22B-4C12-A76F-BF6F0D23E377}" returnToParent="0" transitionDur="1000">
                      <p166:blipFill xmlns:p166="http://schemas.microsoft.com/office/powerpoint/2016/6/main">
                        <a:blip r:embed="rId108"/>
                        <a:stretch>
                          <a:fillRect/>
                        </a:stretch>
                      </p166:blipFill>
                      <p166:spPr xmlns:p166="http://schemas.microsoft.com/office/powerpoint/2016/6/main">
                        <a:xfrm>
                          <a:off x="0" y="0"/>
                          <a:ext cx="380310" cy="213925"/>
                        </a:xfrm>
                        <a:prstGeom prst="rect">
                          <a:avLst/>
                        </a:prstGeom>
                        <a:ln w="3175">
                          <a:solidFill>
                            <a:prstClr val="ltGray"/>
                          </a:solidFill>
                        </a:ln>
                      </p166:spPr>
                    </pslz:zmPr>
                  </pslz:sldZmObj>
                </pslz:sldZm>
              </a:graphicData>
            </a:graphic>
          </p:graphicFrame>
        </mc:Choice>
        <mc:Fallback xmlns="">
          <p:pic>
            <p:nvPicPr>
              <p:cNvPr id="151" name="Slide Zoom 150">
                <a:extLst>
                  <a:ext uri="{FF2B5EF4-FFF2-40B4-BE49-F238E27FC236}">
                    <a16:creationId xmlns:a16="http://schemas.microsoft.com/office/drawing/2014/main" id="{2A4D8622-4DA4-45DB-BD6A-5FC91EC8DA34}"/>
                  </a:ext>
                </a:extLst>
              </p:cNvPr>
              <p:cNvPicPr>
                <a:picLocks noGrp="1" noRot="1" noChangeAspect="1" noMove="1" noResize="1" noEditPoints="1" noAdjustHandles="1" noChangeArrowheads="1" noChangeShapeType="1"/>
              </p:cNvPicPr>
              <p:nvPr/>
            </p:nvPicPr>
            <p:blipFill>
              <a:blip r:embed="rId109"/>
              <a:stretch>
                <a:fillRect/>
              </a:stretch>
            </p:blipFill>
            <p:spPr>
              <a:xfrm>
                <a:off x="9205650" y="2500063"/>
                <a:ext cx="380310" cy="213925"/>
              </a:xfrm>
              <a:prstGeom prst="rect">
                <a:avLst/>
              </a:prstGeom>
              <a:ln w="3175">
                <a:solidFill>
                  <a:prstClr val="ltGray"/>
                </a:solidFill>
              </a:ln>
            </p:spPr>
          </p:pic>
        </mc:Fallback>
      </mc:AlternateContent>
      <mc:AlternateContent xmlns:mc="http://schemas.openxmlformats.org/markup-compatibility/2006" xmlns:pslz="http://schemas.microsoft.com/office/powerpoint/2016/slidezoom">
        <mc:Choice Requires="pslz">
          <p:graphicFrame>
            <p:nvGraphicFramePr>
              <p:cNvPr id="153" name="Slide Zoom 152">
                <a:extLst>
                  <a:ext uri="{FF2B5EF4-FFF2-40B4-BE49-F238E27FC236}">
                    <a16:creationId xmlns:a16="http://schemas.microsoft.com/office/drawing/2014/main" id="{E28D5668-B5FE-0D45-7830-AE0F58810964}"/>
                  </a:ext>
                </a:extLst>
              </p:cNvPr>
              <p:cNvGraphicFramePr>
                <a:graphicFrameLocks noChangeAspect="1"/>
              </p:cNvGraphicFramePr>
              <p:nvPr/>
            </p:nvGraphicFramePr>
            <p:xfrm>
              <a:off x="9740776" y="2505177"/>
              <a:ext cx="380311" cy="213925"/>
            </p:xfrm>
            <a:graphic>
              <a:graphicData uri="http://schemas.microsoft.com/office/powerpoint/2016/slidezoom">
                <pslz:sldZm>
                  <pslz:sldZmObj sldId="316" cId="2527786849">
                    <pslz:zmPr id="{6528FCFB-82AA-47D3-8DD2-0419841415CF}" returnToParent="0" transitionDur="1000">
                      <p166:blipFill xmlns:p166="http://schemas.microsoft.com/office/powerpoint/2016/6/main">
                        <a:blip r:embed="rId110"/>
                        <a:stretch>
                          <a:fillRect/>
                        </a:stretch>
                      </p166:blipFill>
                      <p166:spPr xmlns:p166="http://schemas.microsoft.com/office/powerpoint/2016/6/main">
                        <a:xfrm>
                          <a:off x="0" y="0"/>
                          <a:ext cx="380311" cy="213925"/>
                        </a:xfrm>
                        <a:prstGeom prst="rect">
                          <a:avLst/>
                        </a:prstGeom>
                        <a:ln w="3175">
                          <a:solidFill>
                            <a:prstClr val="ltGray"/>
                          </a:solidFill>
                        </a:ln>
                      </p166:spPr>
                    </pslz:zmPr>
                  </pslz:sldZmObj>
                </pslz:sldZm>
              </a:graphicData>
            </a:graphic>
          </p:graphicFrame>
        </mc:Choice>
        <mc:Fallback xmlns="">
          <p:pic>
            <p:nvPicPr>
              <p:cNvPr id="153" name="Slide Zoom 152">
                <a:extLst>
                  <a:ext uri="{FF2B5EF4-FFF2-40B4-BE49-F238E27FC236}">
                    <a16:creationId xmlns:a16="http://schemas.microsoft.com/office/drawing/2014/main" id="{E28D5668-B5FE-0D45-7830-AE0F58810964}"/>
                  </a:ext>
                </a:extLst>
              </p:cNvPr>
              <p:cNvPicPr>
                <a:picLocks noGrp="1" noRot="1" noChangeAspect="1" noMove="1" noResize="1" noEditPoints="1" noAdjustHandles="1" noChangeArrowheads="1" noChangeShapeType="1"/>
              </p:cNvPicPr>
              <p:nvPr/>
            </p:nvPicPr>
            <p:blipFill>
              <a:blip r:embed="rId111"/>
              <a:stretch>
                <a:fillRect/>
              </a:stretch>
            </p:blipFill>
            <p:spPr>
              <a:xfrm>
                <a:off x="9740776" y="2505177"/>
                <a:ext cx="380311" cy="213925"/>
              </a:xfrm>
              <a:prstGeom prst="rect">
                <a:avLst/>
              </a:prstGeom>
              <a:ln w="3175">
                <a:solidFill>
                  <a:prstClr val="ltGray"/>
                </a:solidFill>
              </a:ln>
            </p:spPr>
          </p:pic>
        </mc:Fallback>
      </mc:AlternateContent>
      <mc:AlternateContent xmlns:mc="http://schemas.openxmlformats.org/markup-compatibility/2006" xmlns:pslz="http://schemas.microsoft.com/office/powerpoint/2016/slidezoom">
        <mc:Choice Requires="pslz">
          <p:graphicFrame>
            <p:nvGraphicFramePr>
              <p:cNvPr id="155" name="Slide Zoom 154">
                <a:extLst>
                  <a:ext uri="{FF2B5EF4-FFF2-40B4-BE49-F238E27FC236}">
                    <a16:creationId xmlns:a16="http://schemas.microsoft.com/office/drawing/2014/main" id="{467354B3-E939-974C-80E7-7BCCCB9A080E}"/>
                  </a:ext>
                </a:extLst>
              </p:cNvPr>
              <p:cNvGraphicFramePr>
                <a:graphicFrameLocks noChangeAspect="1"/>
              </p:cNvGraphicFramePr>
              <p:nvPr/>
            </p:nvGraphicFramePr>
            <p:xfrm>
              <a:off x="10224230" y="2504370"/>
              <a:ext cx="380310" cy="213924"/>
            </p:xfrm>
            <a:graphic>
              <a:graphicData uri="http://schemas.microsoft.com/office/powerpoint/2016/slidezoom">
                <pslz:sldZm>
                  <pslz:sldZmObj sldId="317" cId="4022432776">
                    <pslz:zmPr id="{41D6EE1E-A612-4F5B-8EBE-F2340460DFD2}" returnToParent="0" transitionDur="1000">
                      <p166:blipFill xmlns:p166="http://schemas.microsoft.com/office/powerpoint/2016/6/main">
                        <a:blip r:embed="rId112"/>
                        <a:stretch>
                          <a:fillRect/>
                        </a:stretch>
                      </p166:blipFill>
                      <p166:spPr xmlns:p166="http://schemas.microsoft.com/office/powerpoint/2016/6/main">
                        <a:xfrm>
                          <a:off x="0" y="0"/>
                          <a:ext cx="380310" cy="213924"/>
                        </a:xfrm>
                        <a:prstGeom prst="rect">
                          <a:avLst/>
                        </a:prstGeom>
                        <a:ln w="3175">
                          <a:solidFill>
                            <a:prstClr val="ltGray"/>
                          </a:solidFill>
                        </a:ln>
                      </p166:spPr>
                    </pslz:zmPr>
                  </pslz:sldZmObj>
                </pslz:sldZm>
              </a:graphicData>
            </a:graphic>
          </p:graphicFrame>
        </mc:Choice>
        <mc:Fallback xmlns="">
          <p:pic>
            <p:nvPicPr>
              <p:cNvPr id="155" name="Slide Zoom 154">
                <a:extLst>
                  <a:ext uri="{FF2B5EF4-FFF2-40B4-BE49-F238E27FC236}">
                    <a16:creationId xmlns:a16="http://schemas.microsoft.com/office/drawing/2014/main" id="{467354B3-E939-974C-80E7-7BCCCB9A080E}"/>
                  </a:ext>
                </a:extLst>
              </p:cNvPr>
              <p:cNvPicPr>
                <a:picLocks noGrp="1" noRot="1" noChangeAspect="1" noMove="1" noResize="1" noEditPoints="1" noAdjustHandles="1" noChangeArrowheads="1" noChangeShapeType="1"/>
              </p:cNvPicPr>
              <p:nvPr/>
            </p:nvPicPr>
            <p:blipFill>
              <a:blip r:embed="rId113"/>
              <a:stretch>
                <a:fillRect/>
              </a:stretch>
            </p:blipFill>
            <p:spPr>
              <a:xfrm>
                <a:off x="10224230" y="2504370"/>
                <a:ext cx="380310" cy="213924"/>
              </a:xfrm>
              <a:prstGeom prst="rect">
                <a:avLst/>
              </a:prstGeom>
              <a:ln w="3175">
                <a:solidFill>
                  <a:prstClr val="ltGray"/>
                </a:solidFill>
              </a:ln>
            </p:spPr>
          </p:pic>
        </mc:Fallback>
      </mc:AlternateContent>
      <mc:AlternateContent xmlns:mc="http://schemas.openxmlformats.org/markup-compatibility/2006" xmlns:pslz="http://schemas.microsoft.com/office/powerpoint/2016/slidezoom">
        <mc:Choice Requires="pslz">
          <p:graphicFrame>
            <p:nvGraphicFramePr>
              <p:cNvPr id="157" name="Slide Zoom 156">
                <a:extLst>
                  <a:ext uri="{FF2B5EF4-FFF2-40B4-BE49-F238E27FC236}">
                    <a16:creationId xmlns:a16="http://schemas.microsoft.com/office/drawing/2014/main" id="{F0821852-D34D-37B1-F9DA-AE23BDF8DF63}"/>
                  </a:ext>
                </a:extLst>
              </p:cNvPr>
              <p:cNvGraphicFramePr>
                <a:graphicFrameLocks noChangeAspect="1"/>
              </p:cNvGraphicFramePr>
              <p:nvPr/>
            </p:nvGraphicFramePr>
            <p:xfrm>
              <a:off x="10723801" y="2507856"/>
              <a:ext cx="380310" cy="213925"/>
            </p:xfrm>
            <a:graphic>
              <a:graphicData uri="http://schemas.microsoft.com/office/powerpoint/2016/slidezoom">
                <pslz:sldZm>
                  <pslz:sldZmObj sldId="318" cId="3012423092">
                    <pslz:zmPr id="{82007BB6-9FF7-4165-B534-06D35D1AD2D7}" returnToParent="0" transitionDur="1000">
                      <p166:blipFill xmlns:p166="http://schemas.microsoft.com/office/powerpoint/2016/6/main">
                        <a:blip r:embed="rId114"/>
                        <a:stretch>
                          <a:fillRect/>
                        </a:stretch>
                      </p166:blipFill>
                      <p166:spPr xmlns:p166="http://schemas.microsoft.com/office/powerpoint/2016/6/main">
                        <a:xfrm>
                          <a:off x="0" y="0"/>
                          <a:ext cx="380310" cy="213925"/>
                        </a:xfrm>
                        <a:prstGeom prst="rect">
                          <a:avLst/>
                        </a:prstGeom>
                        <a:ln w="3175">
                          <a:solidFill>
                            <a:prstClr val="ltGray"/>
                          </a:solidFill>
                        </a:ln>
                      </p166:spPr>
                    </pslz:zmPr>
                  </pslz:sldZmObj>
                </pslz:sldZm>
              </a:graphicData>
            </a:graphic>
          </p:graphicFrame>
        </mc:Choice>
        <mc:Fallback xmlns="">
          <p:pic>
            <p:nvPicPr>
              <p:cNvPr id="157" name="Slide Zoom 156">
                <a:extLst>
                  <a:ext uri="{FF2B5EF4-FFF2-40B4-BE49-F238E27FC236}">
                    <a16:creationId xmlns:a16="http://schemas.microsoft.com/office/drawing/2014/main" id="{F0821852-D34D-37B1-F9DA-AE23BDF8DF63}"/>
                  </a:ext>
                </a:extLst>
              </p:cNvPr>
              <p:cNvPicPr>
                <a:picLocks noGrp="1" noRot="1" noChangeAspect="1" noMove="1" noResize="1" noEditPoints="1" noAdjustHandles="1" noChangeArrowheads="1" noChangeShapeType="1"/>
              </p:cNvPicPr>
              <p:nvPr/>
            </p:nvPicPr>
            <p:blipFill>
              <a:blip r:embed="rId115"/>
              <a:stretch>
                <a:fillRect/>
              </a:stretch>
            </p:blipFill>
            <p:spPr>
              <a:xfrm>
                <a:off x="10723801" y="2507856"/>
                <a:ext cx="380310" cy="213925"/>
              </a:xfrm>
              <a:prstGeom prst="rect">
                <a:avLst/>
              </a:prstGeom>
              <a:ln w="3175">
                <a:solidFill>
                  <a:prstClr val="ltGray"/>
                </a:solidFill>
              </a:ln>
            </p:spPr>
          </p:pic>
        </mc:Fallback>
      </mc:AlternateContent>
      <mc:AlternateContent xmlns:mc="http://schemas.openxmlformats.org/markup-compatibility/2006" xmlns:pslz="http://schemas.microsoft.com/office/powerpoint/2016/slidezoom">
        <mc:Choice Requires="pslz">
          <p:graphicFrame>
            <p:nvGraphicFramePr>
              <p:cNvPr id="159" name="Slide Zoom 158">
                <a:extLst>
                  <a:ext uri="{FF2B5EF4-FFF2-40B4-BE49-F238E27FC236}">
                    <a16:creationId xmlns:a16="http://schemas.microsoft.com/office/drawing/2014/main" id="{723CBAD3-AF90-E380-7DF6-F5F5E93898A5}"/>
                  </a:ext>
                </a:extLst>
              </p:cNvPr>
              <p:cNvGraphicFramePr>
                <a:graphicFrameLocks noChangeAspect="1"/>
              </p:cNvGraphicFramePr>
              <p:nvPr/>
            </p:nvGraphicFramePr>
            <p:xfrm>
              <a:off x="8163466" y="2604899"/>
              <a:ext cx="879856" cy="494919"/>
            </p:xfrm>
            <a:graphic>
              <a:graphicData uri="http://schemas.microsoft.com/office/powerpoint/2016/slidezoom">
                <pslz:sldZm>
                  <pslz:sldZmObj sldId="307" cId="2000509467">
                    <pslz:zmPr id="{2C47FD2A-C284-4637-9C46-86B12A857FC0}" returnToParent="0" transitionDur="1000">
                      <p166:blipFill xmlns:p166="http://schemas.microsoft.com/office/powerpoint/2016/6/main">
                        <a:blip r:embed="rId116"/>
                        <a:stretch>
                          <a:fillRect/>
                        </a:stretch>
                      </p166:blipFill>
                      <p166:spPr xmlns:p166="http://schemas.microsoft.com/office/powerpoint/2016/6/main">
                        <a:xfrm>
                          <a:off x="0" y="0"/>
                          <a:ext cx="879856" cy="494919"/>
                        </a:xfrm>
                        <a:prstGeom prst="rect">
                          <a:avLst/>
                        </a:prstGeom>
                        <a:ln w="3175">
                          <a:solidFill>
                            <a:prstClr val="ltGray"/>
                          </a:solidFill>
                        </a:ln>
                      </p166:spPr>
                    </pslz:zmPr>
                  </pslz:sldZmObj>
                </pslz:sldZm>
              </a:graphicData>
            </a:graphic>
          </p:graphicFrame>
        </mc:Choice>
        <mc:Fallback xmlns="">
          <p:pic>
            <p:nvPicPr>
              <p:cNvPr id="159" name="Slide Zoom 158">
                <a:extLst>
                  <a:ext uri="{FF2B5EF4-FFF2-40B4-BE49-F238E27FC236}">
                    <a16:creationId xmlns:a16="http://schemas.microsoft.com/office/drawing/2014/main" id="{723CBAD3-AF90-E380-7DF6-F5F5E93898A5}"/>
                  </a:ext>
                </a:extLst>
              </p:cNvPr>
              <p:cNvPicPr>
                <a:picLocks noGrp="1" noRot="1" noChangeAspect="1" noMove="1" noResize="1" noEditPoints="1" noAdjustHandles="1" noChangeArrowheads="1" noChangeShapeType="1"/>
              </p:cNvPicPr>
              <p:nvPr/>
            </p:nvPicPr>
            <p:blipFill>
              <a:blip r:embed="rId117"/>
              <a:stretch>
                <a:fillRect/>
              </a:stretch>
            </p:blipFill>
            <p:spPr>
              <a:xfrm>
                <a:off x="8163466" y="2604899"/>
                <a:ext cx="879856" cy="494919"/>
              </a:xfrm>
              <a:prstGeom prst="rect">
                <a:avLst/>
              </a:prstGeom>
              <a:ln w="3175">
                <a:solidFill>
                  <a:prstClr val="ltGray"/>
                </a:solidFill>
              </a:ln>
            </p:spPr>
          </p:pic>
        </mc:Fallback>
      </mc:AlternateContent>
      <mc:AlternateContent xmlns:mc="http://schemas.openxmlformats.org/markup-compatibility/2006" xmlns:pslz="http://schemas.microsoft.com/office/powerpoint/2016/slidezoom">
        <mc:Choice Requires="pslz">
          <p:graphicFrame>
            <p:nvGraphicFramePr>
              <p:cNvPr id="7" name="Slide Zoom 6">
                <a:extLst>
                  <a:ext uri="{FF2B5EF4-FFF2-40B4-BE49-F238E27FC236}">
                    <a16:creationId xmlns:a16="http://schemas.microsoft.com/office/drawing/2014/main" id="{4BA1B733-4BDF-5D0A-8CA3-5FF4F01D8A4C}"/>
                  </a:ext>
                </a:extLst>
              </p:cNvPr>
              <p:cNvGraphicFramePr>
                <a:graphicFrameLocks noChangeAspect="1"/>
              </p:cNvGraphicFramePr>
              <p:nvPr>
                <p:extLst>
                  <p:ext uri="{D42A27DB-BD31-4B8C-83A1-F6EECF244321}">
                    <p14:modId xmlns:p14="http://schemas.microsoft.com/office/powerpoint/2010/main" val="2694271162"/>
                  </p:ext>
                </p:extLst>
              </p:nvPr>
            </p:nvGraphicFramePr>
            <p:xfrm>
              <a:off x="9819483" y="2111162"/>
              <a:ext cx="325592" cy="183146"/>
            </p:xfrm>
            <a:graphic>
              <a:graphicData uri="http://schemas.microsoft.com/office/powerpoint/2016/slidezoom">
                <pslz:sldZm>
                  <pslz:sldZmObj sldId="320" cId="4062413068">
                    <pslz:zmPr id="{E9E52B4D-6B05-4289-B672-76B11D15EFA8}" returnToParent="0" transitionDur="1000">
                      <p166:blipFill xmlns:p166="http://schemas.microsoft.com/office/powerpoint/2016/6/main">
                        <a:blip r:embed="rId118"/>
                        <a:stretch>
                          <a:fillRect/>
                        </a:stretch>
                      </p166:blipFill>
                      <p166:spPr xmlns:p166="http://schemas.microsoft.com/office/powerpoint/2016/6/main">
                        <a:xfrm>
                          <a:off x="0" y="0"/>
                          <a:ext cx="325592" cy="183146"/>
                        </a:xfrm>
                        <a:prstGeom prst="rect">
                          <a:avLst/>
                        </a:prstGeom>
                        <a:ln w="3175">
                          <a:solidFill>
                            <a:prstClr val="ltGray"/>
                          </a:solidFill>
                        </a:ln>
                      </p166:spPr>
                    </pslz:zmPr>
                  </pslz:sldZmObj>
                </pslz:sldZm>
              </a:graphicData>
            </a:graphic>
          </p:graphicFrame>
        </mc:Choice>
        <mc:Fallback xmlns="">
          <p:pic>
            <p:nvPicPr>
              <p:cNvPr id="7" name="Slide Zoom 6">
                <a:extLst>
                  <a:ext uri="{FF2B5EF4-FFF2-40B4-BE49-F238E27FC236}">
                    <a16:creationId xmlns:a16="http://schemas.microsoft.com/office/drawing/2014/main" id="{4BA1B733-4BDF-5D0A-8CA3-5FF4F01D8A4C}"/>
                  </a:ext>
                </a:extLst>
              </p:cNvPr>
              <p:cNvPicPr>
                <a:picLocks noGrp="1" noRot="1" noChangeAspect="1" noMove="1" noResize="1" noEditPoints="1" noAdjustHandles="1" noChangeArrowheads="1" noChangeShapeType="1"/>
              </p:cNvPicPr>
              <p:nvPr/>
            </p:nvPicPr>
            <p:blipFill>
              <a:blip r:embed="rId119"/>
              <a:stretch>
                <a:fillRect/>
              </a:stretch>
            </p:blipFill>
            <p:spPr>
              <a:xfrm>
                <a:off x="9819483" y="2111162"/>
                <a:ext cx="325592" cy="183146"/>
              </a:xfrm>
              <a:prstGeom prst="rect">
                <a:avLst/>
              </a:prstGeom>
              <a:ln w="3175">
                <a:solidFill>
                  <a:prstClr val="ltGray"/>
                </a:solidFill>
              </a:ln>
            </p:spPr>
          </p:pic>
        </mc:Fallback>
      </mc:AlternateContent>
    </p:spTree>
    <p:extLst>
      <p:ext uri="{BB962C8B-B14F-4D97-AF65-F5344CB8AC3E}">
        <p14:creationId xmlns:p14="http://schemas.microsoft.com/office/powerpoint/2010/main" val="406241306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tx1"/>
            </a:gs>
            <a:gs pos="73000">
              <a:schemeClr val="tx1">
                <a:lumMod val="85000"/>
                <a:lumOff val="15000"/>
              </a:schemeClr>
            </a:gs>
            <a:gs pos="35000">
              <a:schemeClr val="tx1">
                <a:lumMod val="85000"/>
                <a:lumOff val="15000"/>
              </a:schemeClr>
            </a:gs>
            <a:gs pos="100000">
              <a:schemeClr val="tx1"/>
            </a:gs>
          </a:gsLst>
          <a:path path="circle">
            <a:fillToRect l="100000" t="100000"/>
          </a:path>
          <a:tileRect r="-100000" b="-100000"/>
        </a:gradFill>
        <a:effectLst/>
      </p:bgPr>
    </p:bg>
    <p:spTree>
      <p:nvGrpSpPr>
        <p:cNvPr id="1" name="">
          <a:extLst>
            <a:ext uri="{FF2B5EF4-FFF2-40B4-BE49-F238E27FC236}">
              <a16:creationId xmlns:a16="http://schemas.microsoft.com/office/drawing/2014/main" id="{6A655936-6304-FE39-1B47-337F92ABDBC0}"/>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ECD38BB5-1701-E0FE-0F3A-15FAEAEFA687}"/>
              </a:ext>
            </a:extLst>
          </p:cNvPr>
          <p:cNvSpPr txBox="1"/>
          <p:nvPr/>
        </p:nvSpPr>
        <p:spPr>
          <a:xfrm>
            <a:off x="3373120" y="880795"/>
            <a:ext cx="10403840" cy="923330"/>
          </a:xfrm>
          <a:prstGeom prst="rect">
            <a:avLst/>
          </a:prstGeom>
          <a:noFill/>
        </p:spPr>
        <p:txBody>
          <a:bodyPr wrap="square">
            <a:spAutoFit/>
          </a:bodyPr>
          <a:lstStyle/>
          <a:p>
            <a:pPr algn="ctr"/>
            <a:r>
              <a:rPr lang="en-IN" sz="5400" b="1" cap="none" spc="50" dirty="0">
                <a:ln w="9525" cmpd="sng">
                  <a:solidFill>
                    <a:schemeClr val="accent1"/>
                  </a:solidFill>
                  <a:prstDash val="solid"/>
                </a:ln>
                <a:solidFill>
                  <a:srgbClr val="70AD47">
                    <a:tint val="1000"/>
                  </a:srgbClr>
                </a:solidFill>
                <a:effectLst>
                  <a:glow rad="38100">
                    <a:schemeClr val="accent1">
                      <a:alpha val="40000"/>
                    </a:schemeClr>
                  </a:glow>
                </a:effectLst>
              </a:rPr>
              <a:t>Any Questions?</a:t>
            </a:r>
            <a:endParaRPr lang="en-US" sz="5400" b="1" cap="none" spc="50" dirty="0">
              <a:ln w="9525" cmpd="sng">
                <a:solidFill>
                  <a:schemeClr val="accent1"/>
                </a:solidFill>
                <a:prstDash val="solid"/>
              </a:ln>
              <a:solidFill>
                <a:srgbClr val="70AD47">
                  <a:tint val="1000"/>
                </a:srgbClr>
              </a:solidFill>
              <a:effectLst>
                <a:glow rad="38100">
                  <a:schemeClr val="accent1">
                    <a:alpha val="40000"/>
                  </a:schemeClr>
                </a:glow>
              </a:effectLst>
            </a:endParaRPr>
          </a:p>
        </p:txBody>
      </p:sp>
      <p:pic>
        <p:nvPicPr>
          <p:cNvPr id="4" name="Picture 3">
            <a:extLst>
              <a:ext uri="{FF2B5EF4-FFF2-40B4-BE49-F238E27FC236}">
                <a16:creationId xmlns:a16="http://schemas.microsoft.com/office/drawing/2014/main" id="{B6FBB5FC-32BF-361D-F1A1-E7B5DF332D1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48038" y="796776"/>
            <a:ext cx="5154870" cy="4923304"/>
          </a:xfrm>
          <a:prstGeom prst="rect">
            <a:avLst/>
          </a:prstGeom>
        </p:spPr>
      </p:pic>
      <p:pic>
        <p:nvPicPr>
          <p:cNvPr id="8" name="Picture 7">
            <a:extLst>
              <a:ext uri="{FF2B5EF4-FFF2-40B4-BE49-F238E27FC236}">
                <a16:creationId xmlns:a16="http://schemas.microsoft.com/office/drawing/2014/main" id="{0B240C5A-C610-D660-8C32-AF76F47621F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583682" y="1888144"/>
            <a:ext cx="4281715" cy="4281715"/>
          </a:xfrm>
          <a:prstGeom prst="rect">
            <a:avLst/>
          </a:prstGeom>
        </p:spPr>
      </p:pic>
    </p:spTree>
    <p:extLst>
      <p:ext uri="{BB962C8B-B14F-4D97-AF65-F5344CB8AC3E}">
        <p14:creationId xmlns:p14="http://schemas.microsoft.com/office/powerpoint/2010/main" val="200050946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Vapor Trail</Template>
  <TotalTime>1068</TotalTime>
  <Words>1884</Words>
  <Application>Microsoft Office PowerPoint</Application>
  <PresentationFormat>Widescreen</PresentationFormat>
  <Paragraphs>180</Paragraphs>
  <Slides>55</Slides>
  <Notes>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55</vt:i4>
      </vt:variant>
    </vt:vector>
  </HeadingPairs>
  <TitlesOfParts>
    <vt:vector size="59" baseType="lpstr">
      <vt:lpstr>Arial</vt:lpstr>
      <vt:lpstr>Calibri</vt:lpstr>
      <vt:lpstr>Calibri Light</vt:lpstr>
      <vt:lpstr>Office Theme</vt:lpstr>
      <vt:lpstr>Real time transaction monitoring dashboard</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Real time transaction monitoring dashboard</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Kavya Naik</dc:creator>
  <cp:lastModifiedBy>Kavya Naik</cp:lastModifiedBy>
  <cp:revision>2</cp:revision>
  <dcterms:created xsi:type="dcterms:W3CDTF">2026-01-14T13:11:04Z</dcterms:created>
  <dcterms:modified xsi:type="dcterms:W3CDTF">2026-02-26T05:29:37Z</dcterms:modified>
</cp:coreProperties>
</file>